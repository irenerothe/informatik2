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handoutMasterIdLst>
    <p:handoutMasterId r:id="rId68"/>
  </p:handoutMasterIdLst>
  <p:sldIdLst>
    <p:sldId id="325" r:id="rId2"/>
    <p:sldId id="556" r:id="rId3"/>
    <p:sldId id="605" r:id="rId4"/>
    <p:sldId id="526" r:id="rId5"/>
    <p:sldId id="566" r:id="rId6"/>
    <p:sldId id="603" r:id="rId7"/>
    <p:sldId id="599" r:id="rId8"/>
    <p:sldId id="512" r:id="rId9"/>
    <p:sldId id="517" r:id="rId10"/>
    <p:sldId id="458" r:id="rId11"/>
    <p:sldId id="448" r:id="rId12"/>
    <p:sldId id="452" r:id="rId13"/>
    <p:sldId id="459" r:id="rId14"/>
    <p:sldId id="518" r:id="rId15"/>
    <p:sldId id="504" r:id="rId16"/>
    <p:sldId id="606" r:id="rId17"/>
    <p:sldId id="501" r:id="rId18"/>
    <p:sldId id="519" r:id="rId19"/>
    <p:sldId id="506" r:id="rId20"/>
    <p:sldId id="507" r:id="rId21"/>
    <p:sldId id="511" r:id="rId22"/>
    <p:sldId id="539" r:id="rId23"/>
    <p:sldId id="505" r:id="rId24"/>
    <p:sldId id="532" r:id="rId25"/>
    <p:sldId id="533" r:id="rId26"/>
    <p:sldId id="514" r:id="rId27"/>
    <p:sldId id="490" r:id="rId28"/>
    <p:sldId id="537" r:id="rId29"/>
    <p:sldId id="544" r:id="rId30"/>
    <p:sldId id="546" r:id="rId31"/>
    <p:sldId id="521" r:id="rId32"/>
    <p:sldId id="484" r:id="rId33"/>
    <p:sldId id="476" r:id="rId34"/>
    <p:sldId id="478" r:id="rId35"/>
    <p:sldId id="480" r:id="rId36"/>
    <p:sldId id="481" r:id="rId37"/>
    <p:sldId id="600" r:id="rId38"/>
    <p:sldId id="486" r:id="rId39"/>
    <p:sldId id="529" r:id="rId40"/>
    <p:sldId id="530" r:id="rId41"/>
    <p:sldId id="499" r:id="rId42"/>
    <p:sldId id="522" r:id="rId43"/>
    <p:sldId id="393" r:id="rId44"/>
    <p:sldId id="528" r:id="rId45"/>
    <p:sldId id="394" r:id="rId46"/>
    <p:sldId id="509" r:id="rId47"/>
    <p:sldId id="432" r:id="rId48"/>
    <p:sldId id="510" r:id="rId49"/>
    <p:sldId id="523" r:id="rId50"/>
    <p:sldId id="397" r:id="rId51"/>
    <p:sldId id="602" r:id="rId52"/>
    <p:sldId id="604" r:id="rId53"/>
    <p:sldId id="601" r:id="rId54"/>
    <p:sldId id="559" r:id="rId55"/>
    <p:sldId id="560" r:id="rId56"/>
    <p:sldId id="561" r:id="rId57"/>
    <p:sldId id="562" r:id="rId58"/>
    <p:sldId id="563" r:id="rId59"/>
    <p:sldId id="551" r:id="rId60"/>
    <p:sldId id="538" r:id="rId61"/>
    <p:sldId id="555" r:id="rId62"/>
    <p:sldId id="557" r:id="rId63"/>
    <p:sldId id="564" r:id="rId64"/>
    <p:sldId id="483" r:id="rId65"/>
    <p:sldId id="542" r:id="rId66"/>
  </p:sldIdLst>
  <p:sldSz cx="9144000" cy="6858000" type="screen4x3"/>
  <p:notesSz cx="7099300" cy="10234613"/>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631">
          <p15:clr>
            <a:srgbClr val="A4A3A4"/>
          </p15:clr>
        </p15:guide>
        <p15:guide id="2" orient="horz" pos="3368">
          <p15:clr>
            <a:srgbClr val="A4A3A4"/>
          </p15:clr>
        </p15:guide>
        <p15:guide id="3" pos="471">
          <p15:clr>
            <a:srgbClr val="A4A3A4"/>
          </p15:clr>
        </p15:guide>
        <p15:guide id="4" pos="275">
          <p15:clr>
            <a:srgbClr val="A4A3A4"/>
          </p15:clr>
        </p15:guide>
        <p15:guide id="5" pos="4932">
          <p15:clr>
            <a:srgbClr val="A4A3A4"/>
          </p15:clr>
        </p15:guide>
        <p15:guide id="6" pos="250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FFCCCC"/>
    <a:srgbClr val="FFFFCC"/>
    <a:srgbClr val="FF99CC"/>
    <a:srgbClr val="CCFFCC"/>
    <a:srgbClr val="FFFFFF"/>
    <a:srgbClr val="990099"/>
    <a:srgbClr val="C0C0C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46" autoAdjust="0"/>
    <p:restoredTop sz="96894" autoAdjust="0"/>
  </p:normalViewPr>
  <p:slideViewPr>
    <p:cSldViewPr snapToGrid="0">
      <p:cViewPr varScale="1">
        <p:scale>
          <a:sx n="63" d="100"/>
          <a:sy n="63" d="100"/>
        </p:scale>
        <p:origin x="1312" y="64"/>
      </p:cViewPr>
      <p:guideLst>
        <p:guide orient="horz" pos="2631"/>
        <p:guide orient="horz" pos="3368"/>
        <p:guide pos="471"/>
        <p:guide pos="275"/>
        <p:guide pos="4932"/>
        <p:guide pos="2506"/>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_rels/viewProps.xml.rels><?xml version="1.0" encoding="UTF-8" standalone="yes"?>
<Relationships xmlns="http://schemas.openxmlformats.org/package/2006/relationships"><Relationship Id="rId8" Type="http://schemas.openxmlformats.org/officeDocument/2006/relationships/slide" Target="slides/slide28.xml"/><Relationship Id="rId13" Type="http://schemas.openxmlformats.org/officeDocument/2006/relationships/slide" Target="slides/slide59.xml"/><Relationship Id="rId3" Type="http://schemas.openxmlformats.org/officeDocument/2006/relationships/slide" Target="slides/slide14.xml"/><Relationship Id="rId7" Type="http://schemas.openxmlformats.org/officeDocument/2006/relationships/slide" Target="slides/slide24.xml"/><Relationship Id="rId12" Type="http://schemas.openxmlformats.org/officeDocument/2006/relationships/slide" Target="slides/slide49.xml"/><Relationship Id="rId17" Type="http://schemas.openxmlformats.org/officeDocument/2006/relationships/slide" Target="slides/slide63.xml"/><Relationship Id="rId2" Type="http://schemas.openxmlformats.org/officeDocument/2006/relationships/slide" Target="slides/slide9.xml"/><Relationship Id="rId16" Type="http://schemas.openxmlformats.org/officeDocument/2006/relationships/slide" Target="slides/slide62.xml"/><Relationship Id="rId1" Type="http://schemas.openxmlformats.org/officeDocument/2006/relationships/slide" Target="slides/slide4.xml"/><Relationship Id="rId6" Type="http://schemas.openxmlformats.org/officeDocument/2006/relationships/slide" Target="slides/slide22.xml"/><Relationship Id="rId11" Type="http://schemas.openxmlformats.org/officeDocument/2006/relationships/slide" Target="slides/slide42.xml"/><Relationship Id="rId5" Type="http://schemas.openxmlformats.org/officeDocument/2006/relationships/slide" Target="slides/slide21.xml"/><Relationship Id="rId15" Type="http://schemas.openxmlformats.org/officeDocument/2006/relationships/slide" Target="slides/slide61.xml"/><Relationship Id="rId10" Type="http://schemas.openxmlformats.org/officeDocument/2006/relationships/slide" Target="slides/slide31.xml"/><Relationship Id="rId4" Type="http://schemas.openxmlformats.org/officeDocument/2006/relationships/slide" Target="slides/slide18.xml"/><Relationship Id="rId9" Type="http://schemas.openxmlformats.org/officeDocument/2006/relationships/slide" Target="slides/slide30.xml"/><Relationship Id="rId14" Type="http://schemas.openxmlformats.org/officeDocument/2006/relationships/slide" Target="slides/slide6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2674" name="Rectangle 2">
            <a:extLst>
              <a:ext uri="{FF2B5EF4-FFF2-40B4-BE49-F238E27FC236}">
                <a16:creationId xmlns:a16="http://schemas.microsoft.com/office/drawing/2014/main" id="{DB9D5FCA-10D1-4080-8786-499F225DCA6A}"/>
              </a:ext>
            </a:extLst>
          </p:cNvPr>
          <p:cNvSpPr>
            <a:spLocks noGrp="1" noChangeArrowheads="1"/>
          </p:cNvSpPr>
          <p:nvPr>
            <p:ph type="hdr" sz="quarter"/>
          </p:nvPr>
        </p:nvSpPr>
        <p:spPr bwMode="auto">
          <a:xfrm>
            <a:off x="0" y="0"/>
            <a:ext cx="30480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de-DE"/>
          </a:p>
        </p:txBody>
      </p:sp>
      <p:sp>
        <p:nvSpPr>
          <p:cNvPr id="412675" name="Rectangle 3">
            <a:extLst>
              <a:ext uri="{FF2B5EF4-FFF2-40B4-BE49-F238E27FC236}">
                <a16:creationId xmlns:a16="http://schemas.microsoft.com/office/drawing/2014/main" id="{5D6F2638-062F-4BE1-ADE4-9A89DB767643}"/>
              </a:ext>
            </a:extLst>
          </p:cNvPr>
          <p:cNvSpPr>
            <a:spLocks noGrp="1" noChangeArrowheads="1"/>
          </p:cNvSpPr>
          <p:nvPr>
            <p:ph type="dt" sz="quarter" idx="1"/>
          </p:nvPr>
        </p:nvSpPr>
        <p:spPr bwMode="auto">
          <a:xfrm>
            <a:off x="4038600" y="0"/>
            <a:ext cx="30480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de-DE"/>
          </a:p>
        </p:txBody>
      </p:sp>
      <p:sp>
        <p:nvSpPr>
          <p:cNvPr id="412676" name="Rectangle 4">
            <a:extLst>
              <a:ext uri="{FF2B5EF4-FFF2-40B4-BE49-F238E27FC236}">
                <a16:creationId xmlns:a16="http://schemas.microsoft.com/office/drawing/2014/main" id="{E0470641-D087-45BE-B338-115075BF04CA}"/>
              </a:ext>
            </a:extLst>
          </p:cNvPr>
          <p:cNvSpPr>
            <a:spLocks noGrp="1" noChangeArrowheads="1"/>
          </p:cNvSpPr>
          <p:nvPr>
            <p:ph type="ftr" sz="quarter" idx="2"/>
          </p:nvPr>
        </p:nvSpPr>
        <p:spPr bwMode="auto">
          <a:xfrm>
            <a:off x="0" y="97536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de-DE"/>
          </a:p>
        </p:txBody>
      </p:sp>
      <p:sp>
        <p:nvSpPr>
          <p:cNvPr id="412677" name="Rectangle 5">
            <a:extLst>
              <a:ext uri="{FF2B5EF4-FFF2-40B4-BE49-F238E27FC236}">
                <a16:creationId xmlns:a16="http://schemas.microsoft.com/office/drawing/2014/main" id="{07F265AB-A5B0-4333-BA80-4EDA031168BC}"/>
              </a:ext>
            </a:extLst>
          </p:cNvPr>
          <p:cNvSpPr>
            <a:spLocks noGrp="1" noChangeArrowheads="1"/>
          </p:cNvSpPr>
          <p:nvPr>
            <p:ph type="sldNum" sz="quarter" idx="3"/>
          </p:nvPr>
        </p:nvSpPr>
        <p:spPr bwMode="auto">
          <a:xfrm>
            <a:off x="4038600" y="97536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B9F5B0B-B1D2-4A63-B962-FBF3B6EDE7D8}" type="slidenum">
              <a:rPr lang="de-DE" altLang="de-DE"/>
              <a:pPr>
                <a:defRPr/>
              </a:pPr>
              <a:t>‹Nr.›</a:t>
            </a:fld>
            <a:endParaRPr lang="de-DE" altLang="de-D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626" name="Rectangle 2">
            <a:extLst>
              <a:ext uri="{FF2B5EF4-FFF2-40B4-BE49-F238E27FC236}">
                <a16:creationId xmlns:a16="http://schemas.microsoft.com/office/drawing/2014/main" id="{1069E91E-A96E-4882-B462-4B14A014D730}"/>
              </a:ext>
            </a:extLst>
          </p:cNvPr>
          <p:cNvSpPr>
            <a:spLocks noGrp="1" noChangeArrowheads="1"/>
          </p:cNvSpPr>
          <p:nvPr>
            <p:ph type="hdr" sz="quarter"/>
          </p:nvPr>
        </p:nvSpPr>
        <p:spPr bwMode="auto">
          <a:xfrm>
            <a:off x="0" y="0"/>
            <a:ext cx="30480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de-DE"/>
          </a:p>
        </p:txBody>
      </p:sp>
      <p:sp>
        <p:nvSpPr>
          <p:cNvPr id="410627" name="Rectangle 3">
            <a:extLst>
              <a:ext uri="{FF2B5EF4-FFF2-40B4-BE49-F238E27FC236}">
                <a16:creationId xmlns:a16="http://schemas.microsoft.com/office/drawing/2014/main" id="{DB3CCBD9-99E7-40CE-A41B-440DB61E48D3}"/>
              </a:ext>
            </a:extLst>
          </p:cNvPr>
          <p:cNvSpPr>
            <a:spLocks noGrp="1" noChangeArrowheads="1"/>
          </p:cNvSpPr>
          <p:nvPr>
            <p:ph type="dt" idx="1"/>
          </p:nvPr>
        </p:nvSpPr>
        <p:spPr bwMode="auto">
          <a:xfrm>
            <a:off x="4038600" y="0"/>
            <a:ext cx="30480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de-DE"/>
          </a:p>
        </p:txBody>
      </p:sp>
      <p:sp>
        <p:nvSpPr>
          <p:cNvPr id="2052" name="Rectangle 4">
            <a:extLst>
              <a:ext uri="{FF2B5EF4-FFF2-40B4-BE49-F238E27FC236}">
                <a16:creationId xmlns:a16="http://schemas.microsoft.com/office/drawing/2014/main" id="{984B5A7D-4305-48B1-BBDA-B73EE71E1228}"/>
              </a:ext>
            </a:extLst>
          </p:cNvPr>
          <p:cNvSpPr>
            <a:spLocks noGrp="1" noRot="1" noChangeAspect="1" noChangeArrowheads="1" noTextEdit="1"/>
          </p:cNvSpPr>
          <p:nvPr>
            <p:ph type="sldImg" idx="2"/>
          </p:nvPr>
        </p:nvSpPr>
        <p:spPr bwMode="auto">
          <a:xfrm>
            <a:off x="1041400" y="762000"/>
            <a:ext cx="5080000" cy="3810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629" name="Rectangle 5">
            <a:extLst>
              <a:ext uri="{FF2B5EF4-FFF2-40B4-BE49-F238E27FC236}">
                <a16:creationId xmlns:a16="http://schemas.microsoft.com/office/drawing/2014/main" id="{2A9579E2-2CC4-4D96-ADFF-D87CC2B0ED98}"/>
              </a:ext>
            </a:extLst>
          </p:cNvPr>
          <p:cNvSpPr>
            <a:spLocks noGrp="1" noChangeArrowheads="1"/>
          </p:cNvSpPr>
          <p:nvPr>
            <p:ph type="body" sz="quarter" idx="3"/>
          </p:nvPr>
        </p:nvSpPr>
        <p:spPr bwMode="auto">
          <a:xfrm>
            <a:off x="914400" y="4876800"/>
            <a:ext cx="5257800" cy="457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de-DE" noProof="0"/>
              <a:t>Klicken Sie, um die Formate des Vorlagentextes zu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410630" name="Rectangle 6">
            <a:extLst>
              <a:ext uri="{FF2B5EF4-FFF2-40B4-BE49-F238E27FC236}">
                <a16:creationId xmlns:a16="http://schemas.microsoft.com/office/drawing/2014/main" id="{160702BB-6C46-4907-8E0D-DFF0768F8580}"/>
              </a:ext>
            </a:extLst>
          </p:cNvPr>
          <p:cNvSpPr>
            <a:spLocks noGrp="1" noChangeArrowheads="1"/>
          </p:cNvSpPr>
          <p:nvPr>
            <p:ph type="ftr" sz="quarter" idx="4"/>
          </p:nvPr>
        </p:nvSpPr>
        <p:spPr bwMode="auto">
          <a:xfrm>
            <a:off x="0" y="97536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de-DE"/>
          </a:p>
        </p:txBody>
      </p:sp>
      <p:sp>
        <p:nvSpPr>
          <p:cNvPr id="410631" name="Rectangle 7">
            <a:extLst>
              <a:ext uri="{FF2B5EF4-FFF2-40B4-BE49-F238E27FC236}">
                <a16:creationId xmlns:a16="http://schemas.microsoft.com/office/drawing/2014/main" id="{82072DEB-5FA1-4541-BC59-D282ACB11BBF}"/>
              </a:ext>
            </a:extLst>
          </p:cNvPr>
          <p:cNvSpPr>
            <a:spLocks noGrp="1" noChangeArrowheads="1"/>
          </p:cNvSpPr>
          <p:nvPr>
            <p:ph type="sldNum" sz="quarter" idx="5"/>
          </p:nvPr>
        </p:nvSpPr>
        <p:spPr bwMode="auto">
          <a:xfrm>
            <a:off x="4038600" y="97536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C28539F-6F31-4087-A77F-42DA309188D4}" type="slidenum">
              <a:rPr lang="de-DE" altLang="de-DE"/>
              <a:pPr>
                <a:defRPr/>
              </a:pPr>
              <a:t>‹Nr.›</a:t>
            </a:fld>
            <a:endParaRPr lang="de-DE" altLang="de-D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0C69B508-2CB8-4655-B596-0633FF700B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997CE72-01C9-4AFE-A09D-B4F90358D5DF}" type="slidenum">
              <a:rPr lang="de-DE" altLang="de-DE" smtClean="0"/>
              <a:pPr>
                <a:spcBef>
                  <a:spcPct val="0"/>
                </a:spcBef>
              </a:pPr>
              <a:t>1</a:t>
            </a:fld>
            <a:endParaRPr lang="de-DE" altLang="de-DE"/>
          </a:p>
        </p:txBody>
      </p:sp>
      <p:sp>
        <p:nvSpPr>
          <p:cNvPr id="5123" name="Rectangle 2">
            <a:extLst>
              <a:ext uri="{FF2B5EF4-FFF2-40B4-BE49-F238E27FC236}">
                <a16:creationId xmlns:a16="http://schemas.microsoft.com/office/drawing/2014/main" id="{DFE497F7-332B-46C0-9F1C-09C41476B134}"/>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EFF3FFCA-9C02-49A6-8303-D7701CF181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4D2AB62A-29A8-462B-9DFB-9FFD542DE6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F5098E1-4CC2-4054-9BEF-BDCBD7FE5504}" type="slidenum">
              <a:rPr lang="de-DE" altLang="de-DE" smtClean="0"/>
              <a:pPr>
                <a:spcBef>
                  <a:spcPct val="0"/>
                </a:spcBef>
              </a:pPr>
              <a:t>2</a:t>
            </a:fld>
            <a:endParaRPr lang="de-DE" altLang="de-DE"/>
          </a:p>
        </p:txBody>
      </p:sp>
      <p:sp>
        <p:nvSpPr>
          <p:cNvPr id="7171" name="Rectangle 2">
            <a:extLst>
              <a:ext uri="{FF2B5EF4-FFF2-40B4-BE49-F238E27FC236}">
                <a16:creationId xmlns:a16="http://schemas.microsoft.com/office/drawing/2014/main" id="{FCA5D7D9-09BC-4001-B2AD-B7BF06C518E8}"/>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180ECF9E-64C5-407E-AC04-8616697449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4D2AB62A-29A8-462B-9DFB-9FFD542DE6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F5098E1-4CC2-4054-9BEF-BDCBD7FE5504}" type="slidenum">
              <a:rPr lang="de-DE" altLang="de-DE" smtClean="0"/>
              <a:pPr>
                <a:spcBef>
                  <a:spcPct val="0"/>
                </a:spcBef>
              </a:pPr>
              <a:t>3</a:t>
            </a:fld>
            <a:endParaRPr lang="de-DE" altLang="de-DE"/>
          </a:p>
        </p:txBody>
      </p:sp>
      <p:sp>
        <p:nvSpPr>
          <p:cNvPr id="7171" name="Rectangle 2">
            <a:extLst>
              <a:ext uri="{FF2B5EF4-FFF2-40B4-BE49-F238E27FC236}">
                <a16:creationId xmlns:a16="http://schemas.microsoft.com/office/drawing/2014/main" id="{FCA5D7D9-09BC-4001-B2AD-B7BF06C518E8}"/>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180ECF9E-64C5-407E-AC04-8616697449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3607824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496CCF30-FE06-4BCD-80F8-D3B8164219DA}"/>
              </a:ext>
            </a:extLst>
          </p:cNvPr>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0D923C45-5859-4FE9-B073-97B06A2A1F2B}" type="slidenum">
              <a:rPr lang="de-DE" altLang="de-DE" sz="1300"/>
              <a:pPr algn="r" eaLnBrk="1" hangingPunct="1">
                <a:spcBef>
                  <a:spcPct val="0"/>
                </a:spcBef>
              </a:pPr>
              <a:t>4</a:t>
            </a:fld>
            <a:endParaRPr lang="de-DE" altLang="de-DE" sz="1300"/>
          </a:p>
        </p:txBody>
      </p:sp>
      <p:sp>
        <p:nvSpPr>
          <p:cNvPr id="58371" name="Rectangle 7">
            <a:extLst>
              <a:ext uri="{FF2B5EF4-FFF2-40B4-BE49-F238E27FC236}">
                <a16:creationId xmlns:a16="http://schemas.microsoft.com/office/drawing/2014/main" id="{A9CD1717-527E-42CA-A341-555FE511CB08}"/>
              </a:ext>
            </a:extLst>
          </p:cNvPr>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7EB83472-0A9F-484E-AD92-87D8935A23D0}" type="slidenum">
              <a:rPr lang="de-DE" altLang="de-DE" sz="1300"/>
              <a:pPr algn="r" eaLnBrk="1" hangingPunct="1">
                <a:spcBef>
                  <a:spcPct val="0"/>
                </a:spcBef>
              </a:pPr>
              <a:t>4</a:t>
            </a:fld>
            <a:endParaRPr lang="de-DE" altLang="de-DE" sz="1300"/>
          </a:p>
        </p:txBody>
      </p:sp>
      <p:sp>
        <p:nvSpPr>
          <p:cNvPr id="58372" name="Rectangle 2">
            <a:extLst>
              <a:ext uri="{FF2B5EF4-FFF2-40B4-BE49-F238E27FC236}">
                <a16:creationId xmlns:a16="http://schemas.microsoft.com/office/drawing/2014/main" id="{F488E195-46BC-44D8-BE5C-67D9E4EDD807}"/>
              </a:ext>
            </a:extLst>
          </p:cNvPr>
          <p:cNvSpPr>
            <a:spLocks noGrp="1" noRot="1" noChangeAspect="1" noChangeArrowheads="1" noTextEdit="1"/>
          </p:cNvSpPr>
          <p:nvPr>
            <p:ph type="sldImg"/>
          </p:nvPr>
        </p:nvSpPr>
        <p:spPr>
          <a:ln/>
        </p:spPr>
      </p:sp>
      <p:sp>
        <p:nvSpPr>
          <p:cNvPr id="58373" name="Rectangle 3">
            <a:extLst>
              <a:ext uri="{FF2B5EF4-FFF2-40B4-BE49-F238E27FC236}">
                <a16:creationId xmlns:a16="http://schemas.microsoft.com/office/drawing/2014/main" id="{65AC6E95-8202-4A16-9CFF-F5F2D4F51C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424602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ACFA4762-77FE-4E5A-A2A9-C372F38C5C6B}"/>
              </a:ext>
            </a:extLst>
          </p:cNvPr>
          <p:cNvSpPr txBox="1">
            <a:spLocks noGrp="1" noChangeArrowheads="1"/>
          </p:cNvSpPr>
          <p:nvPr/>
        </p:nvSpPr>
        <p:spPr bwMode="auto">
          <a:xfrm>
            <a:off x="4038600" y="97536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B6AA2F7F-3E2D-48DD-86F6-383B6F2820A8}" type="slidenum">
              <a:rPr lang="de-DE" altLang="de-DE"/>
              <a:pPr algn="r" eaLnBrk="1" hangingPunct="1">
                <a:spcBef>
                  <a:spcPct val="0"/>
                </a:spcBef>
              </a:pPr>
              <a:t>5</a:t>
            </a:fld>
            <a:endParaRPr lang="de-DE" altLang="de-DE"/>
          </a:p>
        </p:txBody>
      </p:sp>
      <p:sp>
        <p:nvSpPr>
          <p:cNvPr id="11267" name="Rectangle 2">
            <a:extLst>
              <a:ext uri="{FF2B5EF4-FFF2-40B4-BE49-F238E27FC236}">
                <a16:creationId xmlns:a16="http://schemas.microsoft.com/office/drawing/2014/main" id="{10EF3E03-8D40-4FF3-A05C-AC6F7B86049B}"/>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EE41E5E8-6280-41E0-91C6-C14EF39212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lstStyle/>
          <a:p>
            <a:pPr eaLnBrk="1" hangingPunct="1"/>
            <a:endParaRPr lang="de-DE" altLang="de-DE">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D34F7E98-CD4A-48CE-B663-453361F519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74F6F2B-14E2-4DAB-92BD-50021547898B}" type="slidenum">
              <a:rPr lang="de-DE" altLang="de-DE" smtClean="0"/>
              <a:pPr>
                <a:spcBef>
                  <a:spcPct val="0"/>
                </a:spcBef>
              </a:pPr>
              <a:t>6</a:t>
            </a:fld>
            <a:endParaRPr lang="de-DE" altLang="de-DE"/>
          </a:p>
        </p:txBody>
      </p:sp>
      <p:sp>
        <p:nvSpPr>
          <p:cNvPr id="11267" name="Rectangle 2">
            <a:extLst>
              <a:ext uri="{FF2B5EF4-FFF2-40B4-BE49-F238E27FC236}">
                <a16:creationId xmlns:a16="http://schemas.microsoft.com/office/drawing/2014/main" id="{209E06DA-5762-42FD-9FF1-C9D26ACEFA43}"/>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81C98BD2-417B-44D2-BC9D-8CA7AD8133B2}"/>
              </a:ext>
            </a:extLst>
          </p:cNvPr>
          <p:cNvSpPr>
            <a:spLocks noGrp="1" noChangeArrowheads="1"/>
          </p:cNvSpPr>
          <p:nvPr>
            <p:ph type="body" idx="1"/>
          </p:nvPr>
        </p:nvSpPr>
        <p:spPr>
          <a:xfrm>
            <a:off x="906463" y="4714875"/>
            <a:ext cx="4984750"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2278655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7C3964E3-F045-409B-8E66-71CEB7A66061}"/>
              </a:ext>
            </a:extLst>
          </p:cNvPr>
          <p:cNvSpPr txBox="1">
            <a:spLocks noGrp="1" noChangeArrowheads="1"/>
          </p:cNvSpPr>
          <p:nvPr/>
        </p:nvSpPr>
        <p:spPr bwMode="auto">
          <a:xfrm>
            <a:off x="4038600" y="97536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buClr>
                <a:srgbClr val="000000"/>
              </a:buClr>
              <a:buFont typeface="Times New Roman" panose="02020603050405020304" pitchFamily="18" charset="0"/>
              <a:buNone/>
            </a:pPr>
            <a:fld id="{2254FC75-C0E9-4531-A61F-546E810D2D58}" type="slidenum">
              <a:rPr lang="de-DE" altLang="de-DE">
                <a:solidFill>
                  <a:srgbClr val="000000"/>
                </a:solidFill>
                <a:latin typeface="Times New Roman" panose="02020603050405020304" pitchFamily="18" charset="0"/>
              </a:rPr>
              <a:pPr algn="r" eaLnBrk="1" hangingPunct="1">
                <a:spcBef>
                  <a:spcPct val="0"/>
                </a:spcBef>
                <a:buClr>
                  <a:srgbClr val="000000"/>
                </a:buClr>
                <a:buFont typeface="Times New Roman" panose="02020603050405020304" pitchFamily="18" charset="0"/>
                <a:buNone/>
              </a:pPr>
              <a:t>7</a:t>
            </a:fld>
            <a:endParaRPr lang="de-DE" altLang="de-DE">
              <a:solidFill>
                <a:srgbClr val="000000"/>
              </a:solidFill>
              <a:latin typeface="Times New Roman" panose="02020603050405020304" pitchFamily="18" charset="0"/>
            </a:endParaRPr>
          </a:p>
        </p:txBody>
      </p:sp>
      <p:sp>
        <p:nvSpPr>
          <p:cNvPr id="39939" name="Rectangle 2">
            <a:extLst>
              <a:ext uri="{FF2B5EF4-FFF2-40B4-BE49-F238E27FC236}">
                <a16:creationId xmlns:a16="http://schemas.microsoft.com/office/drawing/2014/main" id="{7C868A54-EABC-45CD-8FBC-260CE2CA8FA7}"/>
              </a:ext>
            </a:extLst>
          </p:cNvPr>
          <p:cNvSpPr>
            <a:spLocks noGrp="1" noRot="1" noChangeAspect="1" noChangeArrowheads="1" noTextEdit="1"/>
          </p:cNvSpPr>
          <p:nvPr>
            <p:ph type="sldImg"/>
          </p:nvPr>
        </p:nvSpPr>
        <p:spPr>
          <a:xfrm>
            <a:off x="1041400" y="762000"/>
            <a:ext cx="5080000" cy="3810000"/>
          </a:xfrm>
          <a:ln/>
        </p:spPr>
      </p:sp>
      <p:sp>
        <p:nvSpPr>
          <p:cNvPr id="39940" name="Rectangle 3">
            <a:extLst>
              <a:ext uri="{FF2B5EF4-FFF2-40B4-BE49-F238E27FC236}">
                <a16:creationId xmlns:a16="http://schemas.microsoft.com/office/drawing/2014/main" id="{3D57234C-6F4F-4C54-B646-9FCB5DFB164E}"/>
              </a:ext>
            </a:extLst>
          </p:cNvPr>
          <p:cNvSpPr>
            <a:spLocks noGrp="1" noChangeArrowheads="1"/>
          </p:cNvSpPr>
          <p:nvPr>
            <p:ph type="body" idx="1"/>
          </p:nvPr>
        </p:nvSpPr>
        <p:spPr>
          <a:xfrm>
            <a:off x="914400" y="4876800"/>
            <a:ext cx="5257800" cy="457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3953164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8045EA79-F1DD-4287-A861-24C304E279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064CF01-60A8-4A9E-ADF2-F353A5B04310}" type="slidenum">
              <a:rPr lang="de-DE" altLang="de-DE" smtClean="0"/>
              <a:pPr>
                <a:spcBef>
                  <a:spcPct val="0"/>
                </a:spcBef>
              </a:pPr>
              <a:t>8</a:t>
            </a:fld>
            <a:endParaRPr lang="de-DE" altLang="de-DE"/>
          </a:p>
        </p:txBody>
      </p:sp>
      <p:sp>
        <p:nvSpPr>
          <p:cNvPr id="11267" name="Rectangle 2">
            <a:extLst>
              <a:ext uri="{FF2B5EF4-FFF2-40B4-BE49-F238E27FC236}">
                <a16:creationId xmlns:a16="http://schemas.microsoft.com/office/drawing/2014/main" id="{E2E4674E-C010-4265-8402-17206002A2FC}"/>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2919963C-8C14-42FD-B4D2-E4027B17D4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6896CF0B-7910-4727-8C98-98255093EECC}"/>
              </a:ext>
            </a:extLst>
          </p:cNvPr>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2A7C85E4-5DD3-4E18-8A5A-A7CE27D5EED7}" type="slidenum">
              <a:rPr lang="de-DE" altLang="de-DE" sz="1300"/>
              <a:pPr algn="r" eaLnBrk="1" hangingPunct="1">
                <a:spcBef>
                  <a:spcPct val="0"/>
                </a:spcBef>
              </a:pPr>
              <a:t>9</a:t>
            </a:fld>
            <a:endParaRPr lang="de-DE" altLang="de-DE" sz="1300"/>
          </a:p>
        </p:txBody>
      </p:sp>
      <p:sp>
        <p:nvSpPr>
          <p:cNvPr id="13315" name="Rectangle 2">
            <a:extLst>
              <a:ext uri="{FF2B5EF4-FFF2-40B4-BE49-F238E27FC236}">
                <a16:creationId xmlns:a16="http://schemas.microsoft.com/office/drawing/2014/main" id="{46D6A461-C037-49D4-BC26-96E53E4AC10C}"/>
              </a:ext>
            </a:extLst>
          </p:cNvPr>
          <p:cNvSpPr>
            <a:spLocks noGrp="1" noRot="1" noChangeAspect="1" noChangeArrowheads="1" noTextEdit="1"/>
          </p:cNvSpPr>
          <p:nvPr>
            <p:ph type="sldImg"/>
          </p:nvPr>
        </p:nvSpPr>
        <p:spPr>
          <a:xfrm>
            <a:off x="992188" y="768350"/>
            <a:ext cx="5114925" cy="3836988"/>
          </a:xfrm>
          <a:ln/>
        </p:spPr>
      </p:sp>
      <p:sp>
        <p:nvSpPr>
          <p:cNvPr id="13316" name="Rectangle 3">
            <a:extLst>
              <a:ext uri="{FF2B5EF4-FFF2-40B4-BE49-F238E27FC236}">
                <a16:creationId xmlns:a16="http://schemas.microsoft.com/office/drawing/2014/main" id="{27A67A8E-E8C8-4DC3-B669-BBA8A8005851}"/>
              </a:ext>
            </a:extLst>
          </p:cNvPr>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pPr eaLnBrk="1" hangingPunct="1"/>
            <a:endParaRPr lang="de-DE" altLang="de-DE">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51998589-108E-4E15-97C8-F76C22754236}"/>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52F41A98-02B1-49B7-9116-FB5B25E6479D}" type="slidenum">
              <a:rPr lang="de-DE" altLang="de-DE"/>
              <a:pPr algn="r" eaLnBrk="1" hangingPunct="1">
                <a:spcBef>
                  <a:spcPct val="0"/>
                </a:spcBef>
              </a:pPr>
              <a:t>10</a:t>
            </a:fld>
            <a:endParaRPr lang="de-DE" altLang="de-DE"/>
          </a:p>
        </p:txBody>
      </p:sp>
      <p:sp>
        <p:nvSpPr>
          <p:cNvPr id="44035" name="Rectangle 2">
            <a:extLst>
              <a:ext uri="{FF2B5EF4-FFF2-40B4-BE49-F238E27FC236}">
                <a16:creationId xmlns:a16="http://schemas.microsoft.com/office/drawing/2014/main" id="{4C3041FC-4C3E-44CC-9B3B-26E6304FDBA2}"/>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E438A81D-4D89-43B7-B2A2-A769BD12E8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0BD2C540-63D1-42C8-8DF8-73558DB1EA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7F50A84-8DD4-4EF2-9910-ADC479841578}" type="slidenum">
              <a:rPr lang="de-DE" altLang="de-DE" smtClean="0"/>
              <a:pPr>
                <a:spcBef>
                  <a:spcPct val="0"/>
                </a:spcBef>
              </a:pPr>
              <a:t>11</a:t>
            </a:fld>
            <a:endParaRPr lang="de-DE" altLang="de-DE"/>
          </a:p>
        </p:txBody>
      </p:sp>
      <p:sp>
        <p:nvSpPr>
          <p:cNvPr id="15363" name="Rectangle 2">
            <a:extLst>
              <a:ext uri="{FF2B5EF4-FFF2-40B4-BE49-F238E27FC236}">
                <a16:creationId xmlns:a16="http://schemas.microsoft.com/office/drawing/2014/main" id="{242D7EF3-AD7F-4824-A64D-607DFF65FB81}"/>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EFC7C193-3431-41F3-96B3-BD98CBCF49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2082222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B4196311-CEDD-42F0-86BF-81B0C3D1E3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71BDA49-7FB5-4D5D-85AE-4B30EE57CB35}" type="slidenum">
              <a:rPr lang="de-DE" altLang="de-DE" smtClean="0"/>
              <a:pPr>
                <a:spcBef>
                  <a:spcPct val="0"/>
                </a:spcBef>
              </a:pPr>
              <a:t>12</a:t>
            </a:fld>
            <a:endParaRPr lang="de-DE" altLang="de-DE"/>
          </a:p>
        </p:txBody>
      </p:sp>
      <p:sp>
        <p:nvSpPr>
          <p:cNvPr id="17411" name="Rectangle 2">
            <a:extLst>
              <a:ext uri="{FF2B5EF4-FFF2-40B4-BE49-F238E27FC236}">
                <a16:creationId xmlns:a16="http://schemas.microsoft.com/office/drawing/2014/main" id="{A1B74E4C-1329-4A92-86EF-2DA0D4C4C005}"/>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DC07B069-A9EF-417B-AC4D-B40E3D48D0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320799A6-4DC1-4B87-999B-72AA45D96D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23F960F-A158-4462-8764-BC74FAE018EC}" type="slidenum">
              <a:rPr lang="de-DE" altLang="de-DE" smtClean="0"/>
              <a:pPr>
                <a:spcBef>
                  <a:spcPct val="0"/>
                </a:spcBef>
              </a:pPr>
              <a:t>13</a:t>
            </a:fld>
            <a:endParaRPr lang="de-DE" altLang="de-DE"/>
          </a:p>
        </p:txBody>
      </p:sp>
      <p:sp>
        <p:nvSpPr>
          <p:cNvPr id="19459" name="Rectangle 2">
            <a:extLst>
              <a:ext uri="{FF2B5EF4-FFF2-40B4-BE49-F238E27FC236}">
                <a16:creationId xmlns:a16="http://schemas.microsoft.com/office/drawing/2014/main" id="{CBB17AC5-EC06-42DE-BB9E-756D9E1CBE1B}"/>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1FA3A161-354E-465B-AA1B-CF112D0658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A8929C0F-0192-4C7A-91B0-F26A496C9E4A}"/>
              </a:ext>
            </a:extLst>
          </p:cNvPr>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DA62570A-0C58-4034-9F84-458DB08E5094}" type="slidenum">
              <a:rPr lang="de-DE" altLang="de-DE" sz="1300"/>
              <a:pPr algn="r" eaLnBrk="1" hangingPunct="1">
                <a:spcBef>
                  <a:spcPct val="0"/>
                </a:spcBef>
              </a:pPr>
              <a:t>14</a:t>
            </a:fld>
            <a:endParaRPr lang="de-DE" altLang="de-DE" sz="1300"/>
          </a:p>
        </p:txBody>
      </p:sp>
      <p:sp>
        <p:nvSpPr>
          <p:cNvPr id="23555" name="Rectangle 2">
            <a:extLst>
              <a:ext uri="{FF2B5EF4-FFF2-40B4-BE49-F238E27FC236}">
                <a16:creationId xmlns:a16="http://schemas.microsoft.com/office/drawing/2014/main" id="{F3EDB24E-5A89-4A54-A82E-2254E349E59E}"/>
              </a:ext>
            </a:extLst>
          </p:cNvPr>
          <p:cNvSpPr>
            <a:spLocks noGrp="1" noRot="1" noChangeAspect="1" noChangeArrowheads="1" noTextEdit="1"/>
          </p:cNvSpPr>
          <p:nvPr>
            <p:ph type="sldImg"/>
          </p:nvPr>
        </p:nvSpPr>
        <p:spPr>
          <a:xfrm>
            <a:off x="992188" y="768350"/>
            <a:ext cx="5114925" cy="3836988"/>
          </a:xfrm>
          <a:ln/>
        </p:spPr>
      </p:sp>
      <p:sp>
        <p:nvSpPr>
          <p:cNvPr id="23556" name="Rectangle 3">
            <a:extLst>
              <a:ext uri="{FF2B5EF4-FFF2-40B4-BE49-F238E27FC236}">
                <a16:creationId xmlns:a16="http://schemas.microsoft.com/office/drawing/2014/main" id="{CF685592-F15F-4CB6-9945-19758995C2C6}"/>
              </a:ext>
            </a:extLst>
          </p:cNvPr>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pPr eaLnBrk="1" hangingPunct="1"/>
            <a:endParaRPr lang="de-DE" altLang="de-DE">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862BE0D2-3528-4963-A4F9-36DF66368C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2D66396-6EE3-4DC9-B7A0-73C68C8F8FD8}" type="slidenum">
              <a:rPr lang="de-DE" altLang="de-DE" smtClean="0"/>
              <a:pPr>
                <a:spcBef>
                  <a:spcPct val="0"/>
                </a:spcBef>
              </a:pPr>
              <a:t>15</a:t>
            </a:fld>
            <a:endParaRPr lang="de-DE" altLang="de-DE"/>
          </a:p>
        </p:txBody>
      </p:sp>
      <p:sp>
        <p:nvSpPr>
          <p:cNvPr id="25603" name="Rectangle 2">
            <a:extLst>
              <a:ext uri="{FF2B5EF4-FFF2-40B4-BE49-F238E27FC236}">
                <a16:creationId xmlns:a16="http://schemas.microsoft.com/office/drawing/2014/main" id="{78DAD397-8828-4B75-AB4C-A51EF4C11B86}"/>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0B8AF82C-D673-4C88-B3C3-CC18AC402F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862BE0D2-3528-4963-A4F9-36DF66368C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2D66396-6EE3-4DC9-B7A0-73C68C8F8FD8}" type="slidenum">
              <a:rPr lang="de-DE" altLang="de-DE" smtClean="0"/>
              <a:pPr>
                <a:spcBef>
                  <a:spcPct val="0"/>
                </a:spcBef>
              </a:pPr>
              <a:t>16</a:t>
            </a:fld>
            <a:endParaRPr lang="de-DE" altLang="de-DE"/>
          </a:p>
        </p:txBody>
      </p:sp>
      <p:sp>
        <p:nvSpPr>
          <p:cNvPr id="25603" name="Rectangle 2">
            <a:extLst>
              <a:ext uri="{FF2B5EF4-FFF2-40B4-BE49-F238E27FC236}">
                <a16:creationId xmlns:a16="http://schemas.microsoft.com/office/drawing/2014/main" id="{78DAD397-8828-4B75-AB4C-A51EF4C11B86}"/>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0B8AF82C-D673-4C88-B3C3-CC18AC402F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36207865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45C35F07-E980-4B4B-B6EA-4D035C2900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280B28D-6EF8-456B-B6B3-612F42559943}" type="slidenum">
              <a:rPr lang="de-DE" altLang="de-DE" smtClean="0"/>
              <a:pPr>
                <a:spcBef>
                  <a:spcPct val="0"/>
                </a:spcBef>
              </a:pPr>
              <a:t>17</a:t>
            </a:fld>
            <a:endParaRPr lang="de-DE" altLang="de-DE"/>
          </a:p>
        </p:txBody>
      </p:sp>
      <p:sp>
        <p:nvSpPr>
          <p:cNvPr id="27651" name="Rectangle 2">
            <a:extLst>
              <a:ext uri="{FF2B5EF4-FFF2-40B4-BE49-F238E27FC236}">
                <a16:creationId xmlns:a16="http://schemas.microsoft.com/office/drawing/2014/main" id="{6D6F150A-A66C-4EB0-BCAD-4406E67B6887}"/>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2A44C86A-3C25-45B8-B693-B729B4A7B2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DDF4F4CC-75E0-4BB3-84F3-F820EA6D39F8}"/>
              </a:ext>
            </a:extLst>
          </p:cNvPr>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06B0E56F-ED53-4E53-B118-E19E201AF9AF}" type="slidenum">
              <a:rPr lang="de-DE" altLang="de-DE" sz="1300"/>
              <a:pPr algn="r" eaLnBrk="1" hangingPunct="1">
                <a:spcBef>
                  <a:spcPct val="0"/>
                </a:spcBef>
              </a:pPr>
              <a:t>18</a:t>
            </a:fld>
            <a:endParaRPr lang="de-DE" altLang="de-DE" sz="1300"/>
          </a:p>
        </p:txBody>
      </p:sp>
      <p:sp>
        <p:nvSpPr>
          <p:cNvPr id="29699" name="Rectangle 2">
            <a:extLst>
              <a:ext uri="{FF2B5EF4-FFF2-40B4-BE49-F238E27FC236}">
                <a16:creationId xmlns:a16="http://schemas.microsoft.com/office/drawing/2014/main" id="{BC030382-1474-4062-A65D-A7D971899394}"/>
              </a:ext>
            </a:extLst>
          </p:cNvPr>
          <p:cNvSpPr>
            <a:spLocks noGrp="1" noRot="1" noChangeAspect="1" noChangeArrowheads="1" noTextEdit="1"/>
          </p:cNvSpPr>
          <p:nvPr>
            <p:ph type="sldImg"/>
          </p:nvPr>
        </p:nvSpPr>
        <p:spPr>
          <a:xfrm>
            <a:off x="992188" y="768350"/>
            <a:ext cx="5114925" cy="3836988"/>
          </a:xfrm>
          <a:ln/>
        </p:spPr>
      </p:sp>
      <p:sp>
        <p:nvSpPr>
          <p:cNvPr id="29700" name="Rectangle 3">
            <a:extLst>
              <a:ext uri="{FF2B5EF4-FFF2-40B4-BE49-F238E27FC236}">
                <a16:creationId xmlns:a16="http://schemas.microsoft.com/office/drawing/2014/main" id="{B14DD91C-2DB5-4969-AF06-D9BB6BD66782}"/>
              </a:ext>
            </a:extLst>
          </p:cNvPr>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pPr eaLnBrk="1" hangingPunct="1"/>
            <a:endParaRPr lang="de-DE" altLang="de-DE">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3D1285FE-3F20-4C60-9C0C-B46EA6089D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5204FC7-E1CC-475F-8E5E-83AF38501AB7}" type="slidenum">
              <a:rPr lang="de-DE" altLang="de-DE" smtClean="0"/>
              <a:pPr>
                <a:spcBef>
                  <a:spcPct val="0"/>
                </a:spcBef>
              </a:pPr>
              <a:t>19</a:t>
            </a:fld>
            <a:endParaRPr lang="de-DE" altLang="de-DE"/>
          </a:p>
        </p:txBody>
      </p:sp>
      <p:sp>
        <p:nvSpPr>
          <p:cNvPr id="31747" name="Rectangle 2">
            <a:extLst>
              <a:ext uri="{FF2B5EF4-FFF2-40B4-BE49-F238E27FC236}">
                <a16:creationId xmlns:a16="http://schemas.microsoft.com/office/drawing/2014/main" id="{5E984D01-498B-4654-9224-AFB59CB2CC88}"/>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F7F6B1D7-951F-412C-B439-6C7F0B714C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32DE19BF-9B36-4FD7-B661-E1EC613134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E3EAA8C-5DDD-4880-B52F-6BB079B7CDEB}" type="slidenum">
              <a:rPr lang="de-DE" altLang="de-DE" smtClean="0"/>
              <a:pPr>
                <a:spcBef>
                  <a:spcPct val="0"/>
                </a:spcBef>
              </a:pPr>
              <a:t>20</a:t>
            </a:fld>
            <a:endParaRPr lang="de-DE" altLang="de-DE"/>
          </a:p>
        </p:txBody>
      </p:sp>
      <p:sp>
        <p:nvSpPr>
          <p:cNvPr id="33795" name="Rectangle 2">
            <a:extLst>
              <a:ext uri="{FF2B5EF4-FFF2-40B4-BE49-F238E27FC236}">
                <a16:creationId xmlns:a16="http://schemas.microsoft.com/office/drawing/2014/main" id="{231AF994-D88A-467C-9A96-11A4CF5CD207}"/>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5E211744-E25B-4533-91EB-B41882E8CF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16251245-BBC2-42FC-963D-F412A1A62E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5675E0B-C28A-40B5-B3EA-23AD86ADC3D8}" type="slidenum">
              <a:rPr lang="de-DE" altLang="de-DE" smtClean="0"/>
              <a:pPr>
                <a:spcBef>
                  <a:spcPct val="0"/>
                </a:spcBef>
              </a:pPr>
              <a:t>21</a:t>
            </a:fld>
            <a:endParaRPr lang="de-DE" altLang="de-DE"/>
          </a:p>
        </p:txBody>
      </p:sp>
      <p:sp>
        <p:nvSpPr>
          <p:cNvPr id="35843" name="Rectangle 2">
            <a:extLst>
              <a:ext uri="{FF2B5EF4-FFF2-40B4-BE49-F238E27FC236}">
                <a16:creationId xmlns:a16="http://schemas.microsoft.com/office/drawing/2014/main" id="{38AD10B6-F16F-4AB0-B717-0D2F8B8387B5}"/>
              </a:ext>
            </a:extLst>
          </p:cNvPr>
          <p:cNvSpPr>
            <a:spLocks noGrp="1" noRot="1" noChangeAspect="1" noChangeArrowheads="1" noTextEdit="1"/>
          </p:cNvSpPr>
          <p:nvPr>
            <p:ph type="sldImg"/>
          </p:nvPr>
        </p:nvSpPr>
        <p:spPr>
          <a:xfrm>
            <a:off x="755650" y="585788"/>
            <a:ext cx="5589588" cy="4192587"/>
          </a:xfrm>
          <a:ln/>
        </p:spPr>
      </p:sp>
      <p:sp>
        <p:nvSpPr>
          <p:cNvPr id="35844" name="Rectangle 3">
            <a:extLst>
              <a:ext uri="{FF2B5EF4-FFF2-40B4-BE49-F238E27FC236}">
                <a16:creationId xmlns:a16="http://schemas.microsoft.com/office/drawing/2014/main" id="{0B885DD5-2573-4FF9-8F6D-0ECC90AD649B}"/>
              </a:ext>
            </a:extLst>
          </p:cNvPr>
          <p:cNvSpPr>
            <a:spLocks noGrp="1" noChangeArrowheads="1"/>
          </p:cNvSpPr>
          <p:nvPr>
            <p:ph type="body" idx="1"/>
          </p:nvPr>
        </p:nvSpPr>
        <p:spPr>
          <a:xfrm>
            <a:off x="947738" y="4875213"/>
            <a:ext cx="5203825" cy="46291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762000" eaLnBrk="1" hangingPunct="1"/>
            <a:endParaRPr lang="de-DE" altLang="de-DE">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CC1B068C-BCE4-42F7-80CF-0268AC7DBA68}"/>
              </a:ext>
            </a:extLst>
          </p:cNvPr>
          <p:cNvSpPr>
            <a:spLocks noGrp="1" noRot="1" noChangeAspect="1" noChangeArrowheads="1" noTextEdit="1"/>
          </p:cNvSpPr>
          <p:nvPr>
            <p:ph type="sldImg"/>
          </p:nvPr>
        </p:nvSpPr>
        <p:spPr>
          <a:xfrm>
            <a:off x="992188" y="768350"/>
            <a:ext cx="5114925" cy="3836988"/>
          </a:xfrm>
          <a:ln/>
        </p:spPr>
      </p:sp>
      <p:sp>
        <p:nvSpPr>
          <p:cNvPr id="37891" name="Rectangle 3">
            <a:extLst>
              <a:ext uri="{FF2B5EF4-FFF2-40B4-BE49-F238E27FC236}">
                <a16:creationId xmlns:a16="http://schemas.microsoft.com/office/drawing/2014/main" id="{64493186-D374-4D1E-A120-700AE20465A7}"/>
              </a:ext>
            </a:extLst>
          </p:cNvPr>
          <p:cNvSpPr>
            <a:spLocks noGrp="1" noChangeArrowheads="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625364C4-1128-4181-A530-3B5CA61947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59A2545-8A38-4DC1-9E9D-86E6A024BBED}" type="slidenum">
              <a:rPr lang="de-DE" altLang="de-DE" smtClean="0"/>
              <a:pPr>
                <a:spcBef>
                  <a:spcPct val="0"/>
                </a:spcBef>
              </a:pPr>
              <a:t>23</a:t>
            </a:fld>
            <a:endParaRPr lang="de-DE" altLang="de-DE"/>
          </a:p>
        </p:txBody>
      </p:sp>
      <p:sp>
        <p:nvSpPr>
          <p:cNvPr id="39939" name="Rectangle 2">
            <a:extLst>
              <a:ext uri="{FF2B5EF4-FFF2-40B4-BE49-F238E27FC236}">
                <a16:creationId xmlns:a16="http://schemas.microsoft.com/office/drawing/2014/main" id="{0D708B18-5133-49F6-82A6-F011FFC1C429}"/>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4D918207-4998-40F9-9B1B-59AEE63047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4329493B-C4FE-477B-93F3-52EBF474B726}"/>
              </a:ext>
            </a:extLst>
          </p:cNvPr>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64B1DBF6-4732-4D71-B8F7-C65D42F6089B}" type="slidenum">
              <a:rPr lang="de-DE" altLang="de-DE" sz="1300"/>
              <a:pPr algn="r" eaLnBrk="1" hangingPunct="1">
                <a:spcBef>
                  <a:spcPct val="0"/>
                </a:spcBef>
              </a:pPr>
              <a:t>24</a:t>
            </a:fld>
            <a:endParaRPr lang="de-DE" altLang="de-DE" sz="1300"/>
          </a:p>
        </p:txBody>
      </p:sp>
      <p:sp>
        <p:nvSpPr>
          <p:cNvPr id="41987" name="Rectangle 2">
            <a:extLst>
              <a:ext uri="{FF2B5EF4-FFF2-40B4-BE49-F238E27FC236}">
                <a16:creationId xmlns:a16="http://schemas.microsoft.com/office/drawing/2014/main" id="{42C41CB7-2C6B-402C-ABE5-16FC1EFA7C32}"/>
              </a:ext>
            </a:extLst>
          </p:cNvPr>
          <p:cNvSpPr>
            <a:spLocks noGrp="1" noRot="1" noChangeAspect="1" noChangeArrowheads="1" noTextEdit="1"/>
          </p:cNvSpPr>
          <p:nvPr>
            <p:ph type="sldImg"/>
          </p:nvPr>
        </p:nvSpPr>
        <p:spPr>
          <a:xfrm>
            <a:off x="992188" y="768350"/>
            <a:ext cx="5114925" cy="3836988"/>
          </a:xfrm>
          <a:ln/>
        </p:spPr>
      </p:sp>
      <p:sp>
        <p:nvSpPr>
          <p:cNvPr id="41988" name="Rectangle 3">
            <a:extLst>
              <a:ext uri="{FF2B5EF4-FFF2-40B4-BE49-F238E27FC236}">
                <a16:creationId xmlns:a16="http://schemas.microsoft.com/office/drawing/2014/main" id="{3302B2DA-6530-45A8-A75A-65D4C57AE164}"/>
              </a:ext>
            </a:extLst>
          </p:cNvPr>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pPr eaLnBrk="1" hangingPunct="1"/>
            <a:endParaRPr lang="de-DE" altLang="de-DE">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A9A94352-4552-424F-8A92-88334AFE0BEF}"/>
              </a:ext>
            </a:extLst>
          </p:cNvPr>
          <p:cNvSpPr txBox="1">
            <a:spLocks noGrp="1" noChangeArrowheads="1"/>
          </p:cNvSpPr>
          <p:nvPr/>
        </p:nvSpPr>
        <p:spPr bwMode="auto">
          <a:xfrm>
            <a:off x="4038600" y="97536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8C0C8F3F-D3B5-4EE6-B877-EC5FEC01883B}" type="slidenum">
              <a:rPr lang="de-DE" altLang="de-DE"/>
              <a:pPr algn="r" eaLnBrk="1" hangingPunct="1">
                <a:spcBef>
                  <a:spcPct val="0"/>
                </a:spcBef>
              </a:pPr>
              <a:t>25</a:t>
            </a:fld>
            <a:endParaRPr lang="de-DE" altLang="de-DE"/>
          </a:p>
        </p:txBody>
      </p:sp>
      <p:sp>
        <p:nvSpPr>
          <p:cNvPr id="44035" name="Rectangle 2">
            <a:extLst>
              <a:ext uri="{FF2B5EF4-FFF2-40B4-BE49-F238E27FC236}">
                <a16:creationId xmlns:a16="http://schemas.microsoft.com/office/drawing/2014/main" id="{EF952367-B679-4124-83C0-224F1072C0A6}"/>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D3241E2C-CD37-4548-BD5B-0F10F14093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81C74ACD-CD08-4FA9-AC68-1619D0D105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DA626B1-3AB1-4A32-9C31-70D022BA50BC}" type="slidenum">
              <a:rPr lang="de-DE" altLang="de-DE" smtClean="0"/>
              <a:pPr>
                <a:spcBef>
                  <a:spcPct val="0"/>
                </a:spcBef>
              </a:pPr>
              <a:t>26</a:t>
            </a:fld>
            <a:endParaRPr lang="de-DE" altLang="de-DE"/>
          </a:p>
        </p:txBody>
      </p:sp>
      <p:sp>
        <p:nvSpPr>
          <p:cNvPr id="46083" name="Rectangle 7">
            <a:extLst>
              <a:ext uri="{FF2B5EF4-FFF2-40B4-BE49-F238E27FC236}">
                <a16:creationId xmlns:a16="http://schemas.microsoft.com/office/drawing/2014/main" id="{21FBA0D4-F8D0-499C-8602-DCE772F7846F}"/>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403D770F-D587-42FE-B152-9D2B6E34D6D1}" type="slidenum">
              <a:rPr lang="de-DE" altLang="de-DE"/>
              <a:pPr algn="r" eaLnBrk="1" hangingPunct="1">
                <a:spcBef>
                  <a:spcPct val="0"/>
                </a:spcBef>
              </a:pPr>
              <a:t>26</a:t>
            </a:fld>
            <a:endParaRPr lang="de-DE" altLang="de-DE"/>
          </a:p>
        </p:txBody>
      </p:sp>
      <p:sp>
        <p:nvSpPr>
          <p:cNvPr id="46084" name="Rectangle 2">
            <a:extLst>
              <a:ext uri="{FF2B5EF4-FFF2-40B4-BE49-F238E27FC236}">
                <a16:creationId xmlns:a16="http://schemas.microsoft.com/office/drawing/2014/main" id="{89E9CB66-DD43-4E74-A249-CB778A3B0B18}"/>
              </a:ext>
            </a:extLst>
          </p:cNvPr>
          <p:cNvSpPr>
            <a:spLocks noGrp="1" noRot="1" noChangeAspect="1" noChangeArrowheads="1" noTextEdit="1"/>
          </p:cNvSpPr>
          <p:nvPr>
            <p:ph type="sldImg"/>
          </p:nvPr>
        </p:nvSpPr>
        <p:spPr>
          <a:xfrm>
            <a:off x="992188" y="768350"/>
            <a:ext cx="5114925" cy="3836988"/>
          </a:xfrm>
          <a:ln/>
        </p:spPr>
      </p:sp>
      <p:sp>
        <p:nvSpPr>
          <p:cNvPr id="46085" name="Rectangle 3">
            <a:extLst>
              <a:ext uri="{FF2B5EF4-FFF2-40B4-BE49-F238E27FC236}">
                <a16:creationId xmlns:a16="http://schemas.microsoft.com/office/drawing/2014/main" id="{3A0B3603-2936-4077-A222-36B85E6A20B3}"/>
              </a:ext>
            </a:extLst>
          </p:cNvPr>
          <p:cNvSpPr>
            <a:spLocks noGrp="1" noChangeArrowheads="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D06CF07C-20EA-4CF1-A045-6438BE8E9F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B369151-9611-4BEC-84E4-DEC61BF9FC8D}" type="slidenum">
              <a:rPr lang="de-DE" altLang="de-DE" smtClean="0"/>
              <a:pPr>
                <a:spcBef>
                  <a:spcPct val="0"/>
                </a:spcBef>
              </a:pPr>
              <a:t>27</a:t>
            </a:fld>
            <a:endParaRPr lang="de-DE" altLang="de-DE"/>
          </a:p>
        </p:txBody>
      </p:sp>
      <p:sp>
        <p:nvSpPr>
          <p:cNvPr id="48131" name="Rectangle 2">
            <a:extLst>
              <a:ext uri="{FF2B5EF4-FFF2-40B4-BE49-F238E27FC236}">
                <a16:creationId xmlns:a16="http://schemas.microsoft.com/office/drawing/2014/main" id="{7F47FE55-A0F4-4844-AE6A-1889CE2CC1E7}"/>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5763A08E-A4C1-423E-9369-B1FE10F2B6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81A9B674-84F0-4E6C-9755-7052EF3F5CDE}"/>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defRPr>
            </a:lvl1pPr>
            <a:lvl2pPr marL="804863" indent="-309563" defTabSz="990600">
              <a:defRPr>
                <a:solidFill>
                  <a:schemeClr val="tx1"/>
                </a:solidFill>
                <a:latin typeface="Arial" panose="020B0604020202020204" pitchFamily="34" charset="0"/>
              </a:defRPr>
            </a:lvl2pPr>
            <a:lvl3pPr marL="1238250" indent="-247650" defTabSz="990600">
              <a:defRPr>
                <a:solidFill>
                  <a:schemeClr val="tx1"/>
                </a:solidFill>
                <a:latin typeface="Arial" panose="020B0604020202020204" pitchFamily="34" charset="0"/>
              </a:defRPr>
            </a:lvl3pPr>
            <a:lvl4pPr marL="1733550" indent="-247650" defTabSz="990600">
              <a:defRPr>
                <a:solidFill>
                  <a:schemeClr val="tx1"/>
                </a:solidFill>
                <a:latin typeface="Arial" panose="020B0604020202020204" pitchFamily="34" charset="0"/>
              </a:defRPr>
            </a:lvl4pPr>
            <a:lvl5pPr marL="2228850" indent="-247650" defTabSz="990600">
              <a:defRPr>
                <a:solidFill>
                  <a:schemeClr val="tx1"/>
                </a:solidFill>
                <a:latin typeface="Arial" panose="020B0604020202020204" pitchFamily="34" charset="0"/>
              </a:defRPr>
            </a:lvl5pPr>
            <a:lvl6pPr marL="2686050" indent="-247650" defTabSz="990600" eaLnBrk="0" fontAlgn="base" hangingPunct="0">
              <a:spcBef>
                <a:spcPct val="0"/>
              </a:spcBef>
              <a:spcAft>
                <a:spcPct val="0"/>
              </a:spcAft>
              <a:defRPr>
                <a:solidFill>
                  <a:schemeClr val="tx1"/>
                </a:solidFill>
                <a:latin typeface="Arial" panose="020B0604020202020204" pitchFamily="34" charset="0"/>
              </a:defRPr>
            </a:lvl6pPr>
            <a:lvl7pPr marL="3143250" indent="-247650" defTabSz="990600" eaLnBrk="0" fontAlgn="base" hangingPunct="0">
              <a:spcBef>
                <a:spcPct val="0"/>
              </a:spcBef>
              <a:spcAft>
                <a:spcPct val="0"/>
              </a:spcAft>
              <a:defRPr>
                <a:solidFill>
                  <a:schemeClr val="tx1"/>
                </a:solidFill>
                <a:latin typeface="Arial" panose="020B0604020202020204" pitchFamily="34" charset="0"/>
              </a:defRPr>
            </a:lvl7pPr>
            <a:lvl8pPr marL="3600450" indent="-247650" defTabSz="990600" eaLnBrk="0" fontAlgn="base" hangingPunct="0">
              <a:spcBef>
                <a:spcPct val="0"/>
              </a:spcBef>
              <a:spcAft>
                <a:spcPct val="0"/>
              </a:spcAft>
              <a:defRPr>
                <a:solidFill>
                  <a:schemeClr val="tx1"/>
                </a:solidFill>
                <a:latin typeface="Arial" panose="020B0604020202020204" pitchFamily="34" charset="0"/>
              </a:defRPr>
            </a:lvl8pPr>
            <a:lvl9pPr marL="4057650" indent="-247650" defTabSz="990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CFF7F9D6-4871-44BF-859E-539CAE86AD1B}" type="slidenum">
              <a:rPr lang="de-DE" altLang="de-DE" sz="1300"/>
              <a:pPr algn="r" eaLnBrk="1" hangingPunct="1"/>
              <a:t>28</a:t>
            </a:fld>
            <a:endParaRPr lang="de-DE" altLang="de-DE" sz="1300"/>
          </a:p>
        </p:txBody>
      </p:sp>
      <p:sp>
        <p:nvSpPr>
          <p:cNvPr id="50179" name="Rectangle 2">
            <a:extLst>
              <a:ext uri="{FF2B5EF4-FFF2-40B4-BE49-F238E27FC236}">
                <a16:creationId xmlns:a16="http://schemas.microsoft.com/office/drawing/2014/main" id="{311C5949-914A-4DEC-B273-68C35F0A9C98}"/>
              </a:ext>
            </a:extLst>
          </p:cNvPr>
          <p:cNvSpPr>
            <a:spLocks noGrp="1" noRot="1" noChangeAspect="1" noChangeArrowheads="1" noTextEdit="1"/>
          </p:cNvSpPr>
          <p:nvPr>
            <p:ph type="sldImg"/>
          </p:nvPr>
        </p:nvSpPr>
        <p:spPr>
          <a:xfrm>
            <a:off x="992188" y="768350"/>
            <a:ext cx="5114925" cy="3836988"/>
          </a:xfrm>
          <a:ln/>
        </p:spPr>
      </p:sp>
      <p:sp>
        <p:nvSpPr>
          <p:cNvPr id="50180" name="Rectangle 3">
            <a:extLst>
              <a:ext uri="{FF2B5EF4-FFF2-40B4-BE49-F238E27FC236}">
                <a16:creationId xmlns:a16="http://schemas.microsoft.com/office/drawing/2014/main" id="{0B309813-996B-45A0-AEC7-F9A0CF56E551}"/>
              </a:ext>
            </a:extLst>
          </p:cNvPr>
          <p:cNvSpPr>
            <a:spLocks noGrp="1" noChangeArrowheads="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pPr eaLnBrk="1" hangingPunct="1"/>
            <a:endParaRPr lang="de-DE" altLang="de-DE">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F6906D9B-1D90-4F18-BA1E-DC52F4407B8B}"/>
              </a:ext>
            </a:extLst>
          </p:cNvPr>
          <p:cNvSpPr txBox="1">
            <a:spLocks noGrp="1" noChangeArrowheads="1"/>
          </p:cNvSpPr>
          <p:nvPr/>
        </p:nvSpPr>
        <p:spPr bwMode="auto">
          <a:xfrm>
            <a:off x="4038600" y="9753600"/>
            <a:ext cx="30464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93" tIns="46797" rIns="89993" bIns="46797" anchor="b"/>
          <a:lstStyle>
            <a:lvl1pPr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1pPr>
            <a:lvl2pPr marL="742950" indent="-28575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2pPr>
            <a:lvl3pPr marL="11430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3pPr>
            <a:lvl4pPr marL="16002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4pPr>
            <a:lvl5pPr marL="20574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5pPr>
            <a:lvl6pPr marL="25146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6pPr>
            <a:lvl7pPr marL="29718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7pPr>
            <a:lvl8pPr marL="34290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8pPr>
            <a:lvl9pPr marL="38862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9pPr>
          </a:lstStyle>
          <a:p>
            <a:pPr algn="r" eaLnBrk="1" hangingPunct="1">
              <a:spcBef>
                <a:spcPct val="0"/>
              </a:spcBef>
            </a:pPr>
            <a:fld id="{D9432C2E-1D2E-48B8-A0F3-3616B689C09F}" type="slidenum">
              <a:rPr lang="de-DE" altLang="de-DE"/>
              <a:pPr algn="r" eaLnBrk="1" hangingPunct="1">
                <a:spcBef>
                  <a:spcPct val="0"/>
                </a:spcBef>
              </a:pPr>
              <a:t>29</a:t>
            </a:fld>
            <a:endParaRPr lang="de-DE" altLang="de-DE"/>
          </a:p>
        </p:txBody>
      </p:sp>
      <p:sp>
        <p:nvSpPr>
          <p:cNvPr id="54275" name="Text Box 1">
            <a:extLst>
              <a:ext uri="{FF2B5EF4-FFF2-40B4-BE49-F238E27FC236}">
                <a16:creationId xmlns:a16="http://schemas.microsoft.com/office/drawing/2014/main" id="{39C62567-69C3-4A3E-AB5C-1794C91B1B57}"/>
              </a:ext>
            </a:extLst>
          </p:cNvPr>
          <p:cNvSpPr txBox="1">
            <a:spLocks noChangeArrowheads="1"/>
          </p:cNvSpPr>
          <p:nvPr/>
        </p:nvSpPr>
        <p:spPr bwMode="auto">
          <a:xfrm>
            <a:off x="4038600" y="97536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93" tIns="46797" rIns="89993" bIns="46797" anchor="b"/>
          <a:lstStyle>
            <a:lvl1pPr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1pPr>
            <a:lvl2pPr marL="742950" indent="-28575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2pPr>
            <a:lvl3pPr marL="11430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3pPr>
            <a:lvl4pPr marL="16002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4pPr>
            <a:lvl5pPr marL="20574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5pPr>
            <a:lvl6pPr marL="25146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6pPr>
            <a:lvl7pPr marL="29718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7pPr>
            <a:lvl8pPr marL="34290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8pPr>
            <a:lvl9pPr marL="38862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9pPr>
          </a:lstStyle>
          <a:p>
            <a:pPr algn="r" eaLnBrk="1" hangingPunct="1">
              <a:spcBef>
                <a:spcPct val="0"/>
              </a:spcBef>
            </a:pPr>
            <a:fld id="{CF126725-A0AD-4F4A-8A12-76F9A4405B6F}" type="slidenum">
              <a:rPr lang="de-DE" altLang="de-DE">
                <a:ea typeface="Arial Unicode MS" pitchFamily="34" charset="-128"/>
              </a:rPr>
              <a:pPr algn="r" eaLnBrk="1" hangingPunct="1">
                <a:spcBef>
                  <a:spcPct val="0"/>
                </a:spcBef>
              </a:pPr>
              <a:t>29</a:t>
            </a:fld>
            <a:endParaRPr lang="de-DE" altLang="de-DE">
              <a:ea typeface="Arial Unicode MS" pitchFamily="34" charset="-128"/>
            </a:endParaRPr>
          </a:p>
        </p:txBody>
      </p:sp>
      <p:sp>
        <p:nvSpPr>
          <p:cNvPr id="54276" name="Rectangle 2">
            <a:extLst>
              <a:ext uri="{FF2B5EF4-FFF2-40B4-BE49-F238E27FC236}">
                <a16:creationId xmlns:a16="http://schemas.microsoft.com/office/drawing/2014/main" id="{AA67D53F-11FD-463A-9840-330692AD8B35}"/>
              </a:ext>
            </a:extLst>
          </p:cNvPr>
          <p:cNvSpPr>
            <a:spLocks noGrp="1" noRot="1" noChangeAspect="1" noChangeArrowheads="1" noTextEdit="1"/>
          </p:cNvSpPr>
          <p:nvPr>
            <p:ph type="sldImg"/>
          </p:nvPr>
        </p:nvSpPr>
        <p:spPr>
          <a:solidFill>
            <a:srgbClr val="FFFFFF"/>
          </a:solidFill>
          <a:ln/>
        </p:spPr>
      </p:sp>
      <p:sp>
        <p:nvSpPr>
          <p:cNvPr id="54277" name="Rectangle 3">
            <a:extLst>
              <a:ext uri="{FF2B5EF4-FFF2-40B4-BE49-F238E27FC236}">
                <a16:creationId xmlns:a16="http://schemas.microsoft.com/office/drawing/2014/main" id="{A0985852-2E00-431D-95F2-E9F62639E0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9993" tIns="46797" rIns="89993" bIns="46797" anchor="ctr"/>
          <a:lstStyle/>
          <a:p>
            <a:pPr defTabSz="449263" eaLnBrk="1" hangingPunct="1">
              <a:spcBef>
                <a:spcPts val="45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pPr>
            <a:endParaRPr lang="de-DE" altLang="de-DE">
              <a:latin typeface="Arial" panose="020B0604020202020204" pitchFamily="34" charset="0"/>
              <a:ea typeface="Arial Unicode MS"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21FE0476-92A3-4D97-AF4F-8BB644943BCB}"/>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defRPr>
            </a:lvl1pPr>
            <a:lvl2pPr marL="804863" indent="-309563" defTabSz="990600">
              <a:defRPr>
                <a:solidFill>
                  <a:schemeClr val="tx1"/>
                </a:solidFill>
                <a:latin typeface="Arial" panose="020B0604020202020204" pitchFamily="34" charset="0"/>
              </a:defRPr>
            </a:lvl2pPr>
            <a:lvl3pPr marL="1238250" indent="-247650" defTabSz="990600">
              <a:defRPr>
                <a:solidFill>
                  <a:schemeClr val="tx1"/>
                </a:solidFill>
                <a:latin typeface="Arial" panose="020B0604020202020204" pitchFamily="34" charset="0"/>
              </a:defRPr>
            </a:lvl3pPr>
            <a:lvl4pPr marL="1733550" indent="-247650" defTabSz="990600">
              <a:defRPr>
                <a:solidFill>
                  <a:schemeClr val="tx1"/>
                </a:solidFill>
                <a:latin typeface="Arial" panose="020B0604020202020204" pitchFamily="34" charset="0"/>
              </a:defRPr>
            </a:lvl4pPr>
            <a:lvl5pPr marL="2228850" indent="-247650" defTabSz="990600">
              <a:defRPr>
                <a:solidFill>
                  <a:schemeClr val="tx1"/>
                </a:solidFill>
                <a:latin typeface="Arial" panose="020B0604020202020204" pitchFamily="34" charset="0"/>
              </a:defRPr>
            </a:lvl5pPr>
            <a:lvl6pPr marL="2686050" indent="-247650" defTabSz="990600" eaLnBrk="0" fontAlgn="base" hangingPunct="0">
              <a:spcBef>
                <a:spcPct val="0"/>
              </a:spcBef>
              <a:spcAft>
                <a:spcPct val="0"/>
              </a:spcAft>
              <a:defRPr>
                <a:solidFill>
                  <a:schemeClr val="tx1"/>
                </a:solidFill>
                <a:latin typeface="Arial" panose="020B0604020202020204" pitchFamily="34" charset="0"/>
              </a:defRPr>
            </a:lvl6pPr>
            <a:lvl7pPr marL="3143250" indent="-247650" defTabSz="990600" eaLnBrk="0" fontAlgn="base" hangingPunct="0">
              <a:spcBef>
                <a:spcPct val="0"/>
              </a:spcBef>
              <a:spcAft>
                <a:spcPct val="0"/>
              </a:spcAft>
              <a:defRPr>
                <a:solidFill>
                  <a:schemeClr val="tx1"/>
                </a:solidFill>
                <a:latin typeface="Arial" panose="020B0604020202020204" pitchFamily="34" charset="0"/>
              </a:defRPr>
            </a:lvl7pPr>
            <a:lvl8pPr marL="3600450" indent="-247650" defTabSz="990600" eaLnBrk="0" fontAlgn="base" hangingPunct="0">
              <a:spcBef>
                <a:spcPct val="0"/>
              </a:spcBef>
              <a:spcAft>
                <a:spcPct val="0"/>
              </a:spcAft>
              <a:defRPr>
                <a:solidFill>
                  <a:schemeClr val="tx1"/>
                </a:solidFill>
                <a:latin typeface="Arial" panose="020B0604020202020204" pitchFamily="34" charset="0"/>
              </a:defRPr>
            </a:lvl8pPr>
            <a:lvl9pPr marL="4057650" indent="-247650" defTabSz="990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70FC84C8-E428-436C-8C1A-725ED0C91272}" type="slidenum">
              <a:rPr lang="de-DE" altLang="de-DE" sz="1300"/>
              <a:pPr algn="r" eaLnBrk="1" hangingPunct="1"/>
              <a:t>30</a:t>
            </a:fld>
            <a:endParaRPr lang="de-DE" altLang="de-DE" sz="1300"/>
          </a:p>
        </p:txBody>
      </p:sp>
      <p:sp>
        <p:nvSpPr>
          <p:cNvPr id="56323" name="Rectangle 2">
            <a:extLst>
              <a:ext uri="{FF2B5EF4-FFF2-40B4-BE49-F238E27FC236}">
                <a16:creationId xmlns:a16="http://schemas.microsoft.com/office/drawing/2014/main" id="{B3704E6A-ABFF-4C2E-805E-A996B717EFC2}"/>
              </a:ext>
            </a:extLst>
          </p:cNvPr>
          <p:cNvSpPr>
            <a:spLocks noGrp="1" noRot="1" noChangeAspect="1" noChangeArrowheads="1" noTextEdit="1"/>
          </p:cNvSpPr>
          <p:nvPr>
            <p:ph type="sldImg"/>
          </p:nvPr>
        </p:nvSpPr>
        <p:spPr>
          <a:xfrm>
            <a:off x="992188" y="768350"/>
            <a:ext cx="5114925" cy="3836988"/>
          </a:xfrm>
          <a:ln/>
        </p:spPr>
      </p:sp>
      <p:sp>
        <p:nvSpPr>
          <p:cNvPr id="56324" name="Rectangle 3">
            <a:extLst>
              <a:ext uri="{FF2B5EF4-FFF2-40B4-BE49-F238E27FC236}">
                <a16:creationId xmlns:a16="http://schemas.microsoft.com/office/drawing/2014/main" id="{01F02850-3063-44DA-ADB2-060CC9243F88}"/>
              </a:ext>
            </a:extLst>
          </p:cNvPr>
          <p:cNvSpPr>
            <a:spLocks noGrp="1" noChangeArrowheads="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pPr eaLnBrk="1" hangingPunct="1"/>
            <a:endParaRPr lang="de-DE" altLang="de-DE">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7DF57B9A-88AF-43F2-8ED6-6636AE68FEFF}"/>
              </a:ext>
            </a:extLst>
          </p:cNvPr>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7753EE78-B080-4045-B167-8A768A734779}" type="slidenum">
              <a:rPr lang="de-DE" altLang="de-DE" sz="1300"/>
              <a:pPr algn="r" eaLnBrk="1" hangingPunct="1">
                <a:spcBef>
                  <a:spcPct val="0"/>
                </a:spcBef>
              </a:pPr>
              <a:t>31</a:t>
            </a:fld>
            <a:endParaRPr lang="de-DE" altLang="de-DE" sz="1300"/>
          </a:p>
        </p:txBody>
      </p:sp>
      <p:sp>
        <p:nvSpPr>
          <p:cNvPr id="60419" name="Rectangle 2">
            <a:extLst>
              <a:ext uri="{FF2B5EF4-FFF2-40B4-BE49-F238E27FC236}">
                <a16:creationId xmlns:a16="http://schemas.microsoft.com/office/drawing/2014/main" id="{DE1B7AAD-E2C3-418E-9D41-2733DADFC1F9}"/>
              </a:ext>
            </a:extLst>
          </p:cNvPr>
          <p:cNvSpPr>
            <a:spLocks noGrp="1" noRot="1" noChangeAspect="1" noChangeArrowheads="1" noTextEdit="1"/>
          </p:cNvSpPr>
          <p:nvPr>
            <p:ph type="sldImg"/>
          </p:nvPr>
        </p:nvSpPr>
        <p:spPr>
          <a:xfrm>
            <a:off x="992188" y="768350"/>
            <a:ext cx="5114925" cy="3836988"/>
          </a:xfrm>
          <a:ln/>
        </p:spPr>
      </p:sp>
      <p:sp>
        <p:nvSpPr>
          <p:cNvPr id="60420" name="Rectangle 3">
            <a:extLst>
              <a:ext uri="{FF2B5EF4-FFF2-40B4-BE49-F238E27FC236}">
                <a16:creationId xmlns:a16="http://schemas.microsoft.com/office/drawing/2014/main" id="{F5743A84-5B1B-4F59-AD31-C7DBBBF99CC2}"/>
              </a:ext>
            </a:extLst>
          </p:cNvPr>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pPr eaLnBrk="1" hangingPunct="1"/>
            <a:endParaRPr lang="de-DE" altLang="de-DE">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471D88DE-0699-4DF6-BDB3-0992808848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0620ABE-24AD-4A16-9BEA-0AE6B3503EE8}" type="slidenum">
              <a:rPr lang="de-DE" altLang="de-DE" smtClean="0"/>
              <a:pPr>
                <a:spcBef>
                  <a:spcPct val="0"/>
                </a:spcBef>
              </a:pPr>
              <a:t>32</a:t>
            </a:fld>
            <a:endParaRPr lang="de-DE" altLang="de-DE"/>
          </a:p>
        </p:txBody>
      </p:sp>
      <p:sp>
        <p:nvSpPr>
          <p:cNvPr id="72707" name="Rectangle 2">
            <a:extLst>
              <a:ext uri="{FF2B5EF4-FFF2-40B4-BE49-F238E27FC236}">
                <a16:creationId xmlns:a16="http://schemas.microsoft.com/office/drawing/2014/main" id="{585BB541-2869-41F6-84C5-F86E611C4A7A}"/>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476DCD72-0B0C-4709-9AA3-E934D24DA8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0527697D-2E34-43DF-B6DF-B4E1F33D82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CD6D863-A815-460A-8370-0D1EF86662DE}" type="slidenum">
              <a:rPr lang="de-DE" altLang="de-DE" smtClean="0"/>
              <a:pPr>
                <a:spcBef>
                  <a:spcPct val="0"/>
                </a:spcBef>
              </a:pPr>
              <a:t>33</a:t>
            </a:fld>
            <a:endParaRPr lang="de-DE" altLang="de-DE"/>
          </a:p>
        </p:txBody>
      </p:sp>
      <p:sp>
        <p:nvSpPr>
          <p:cNvPr id="62467" name="Rectangle 2">
            <a:extLst>
              <a:ext uri="{FF2B5EF4-FFF2-40B4-BE49-F238E27FC236}">
                <a16:creationId xmlns:a16="http://schemas.microsoft.com/office/drawing/2014/main" id="{54F65825-E942-48C5-8700-6CCBD35E5B4D}"/>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BFF48529-6CB2-455D-9FBC-3220E0F218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123126780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CA6A24AB-00AE-4539-9072-87EB678F81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5EB6221-0F23-4576-85CB-80A50B4461E8}" type="slidenum">
              <a:rPr lang="de-DE" altLang="de-DE" smtClean="0"/>
              <a:pPr>
                <a:spcBef>
                  <a:spcPct val="0"/>
                </a:spcBef>
              </a:pPr>
              <a:t>34</a:t>
            </a:fld>
            <a:endParaRPr lang="de-DE" altLang="de-DE"/>
          </a:p>
        </p:txBody>
      </p:sp>
      <p:sp>
        <p:nvSpPr>
          <p:cNvPr id="64515" name="Rectangle 2">
            <a:extLst>
              <a:ext uri="{FF2B5EF4-FFF2-40B4-BE49-F238E27FC236}">
                <a16:creationId xmlns:a16="http://schemas.microsoft.com/office/drawing/2014/main" id="{E33175A5-E8E6-49BD-9D88-7BF4F5573C8B}"/>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1D713E9A-DE61-4B38-ABFB-9AE63732FC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21835304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4B01B859-E215-4F82-8B8B-8D4207EC05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9E21067-6C1B-4C44-B904-D997173C46A5}" type="slidenum">
              <a:rPr lang="de-DE" altLang="de-DE" smtClean="0"/>
              <a:pPr>
                <a:spcBef>
                  <a:spcPct val="0"/>
                </a:spcBef>
              </a:pPr>
              <a:t>35</a:t>
            </a:fld>
            <a:endParaRPr lang="de-DE" altLang="de-DE"/>
          </a:p>
        </p:txBody>
      </p:sp>
      <p:sp>
        <p:nvSpPr>
          <p:cNvPr id="68611" name="Rectangle 2">
            <a:extLst>
              <a:ext uri="{FF2B5EF4-FFF2-40B4-BE49-F238E27FC236}">
                <a16:creationId xmlns:a16="http://schemas.microsoft.com/office/drawing/2014/main" id="{B008F2EC-3F65-4D9D-A725-A4B03BBDB692}"/>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3BD9E9F0-27AE-4C7B-9D83-3AD1E92115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41313832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1F72CB4D-2D8F-43D1-AAF0-E2301CE2C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69C0BAD-9B5E-49A7-B3A7-F9F6023AC2B1}" type="slidenum">
              <a:rPr lang="de-DE" altLang="de-DE" smtClean="0"/>
              <a:pPr>
                <a:spcBef>
                  <a:spcPct val="0"/>
                </a:spcBef>
              </a:pPr>
              <a:t>36</a:t>
            </a:fld>
            <a:endParaRPr lang="de-DE" altLang="de-DE"/>
          </a:p>
        </p:txBody>
      </p:sp>
      <p:sp>
        <p:nvSpPr>
          <p:cNvPr id="70659" name="Rectangle 2">
            <a:extLst>
              <a:ext uri="{FF2B5EF4-FFF2-40B4-BE49-F238E27FC236}">
                <a16:creationId xmlns:a16="http://schemas.microsoft.com/office/drawing/2014/main" id="{25B2A3C9-789E-4F92-880A-17A84E15B4B4}"/>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730CC1E7-CA7A-45F1-9D2C-AF4DFD1F71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33306194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1F72CB4D-2D8F-43D1-AAF0-E2301CE2C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69C0BAD-9B5E-49A7-B3A7-F9F6023AC2B1}" type="slidenum">
              <a:rPr lang="de-DE" altLang="de-DE" smtClean="0"/>
              <a:pPr>
                <a:spcBef>
                  <a:spcPct val="0"/>
                </a:spcBef>
              </a:pPr>
              <a:t>37</a:t>
            </a:fld>
            <a:endParaRPr lang="de-DE" altLang="de-DE"/>
          </a:p>
        </p:txBody>
      </p:sp>
      <p:sp>
        <p:nvSpPr>
          <p:cNvPr id="70659" name="Rectangle 2">
            <a:extLst>
              <a:ext uri="{FF2B5EF4-FFF2-40B4-BE49-F238E27FC236}">
                <a16:creationId xmlns:a16="http://schemas.microsoft.com/office/drawing/2014/main" id="{25B2A3C9-789E-4F92-880A-17A84E15B4B4}"/>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730CC1E7-CA7A-45F1-9D2C-AF4DFD1F71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12650254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C37D0795-A6B6-4EE9-839A-DB036ACA59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556236B-588B-4459-B4F2-3BD20610DBBA}" type="slidenum">
              <a:rPr lang="de-DE" altLang="de-DE" smtClean="0"/>
              <a:pPr>
                <a:spcBef>
                  <a:spcPct val="0"/>
                </a:spcBef>
              </a:pPr>
              <a:t>38</a:t>
            </a:fld>
            <a:endParaRPr lang="de-DE" altLang="de-DE"/>
          </a:p>
        </p:txBody>
      </p:sp>
      <p:sp>
        <p:nvSpPr>
          <p:cNvPr id="74755" name="Rectangle 2">
            <a:extLst>
              <a:ext uri="{FF2B5EF4-FFF2-40B4-BE49-F238E27FC236}">
                <a16:creationId xmlns:a16="http://schemas.microsoft.com/office/drawing/2014/main" id="{86634970-DFC5-4A9B-9D89-42D912DBCBA5}"/>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5CA794D6-E683-4BDF-897D-44899BE3F1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8699EFDC-18FC-4781-A6E0-722F8E43E150}"/>
              </a:ext>
            </a:extLst>
          </p:cNvPr>
          <p:cNvSpPr txBox="1">
            <a:spLocks noGrp="1" noChangeArrowheads="1"/>
          </p:cNvSpPr>
          <p:nvPr/>
        </p:nvSpPr>
        <p:spPr bwMode="auto">
          <a:xfrm>
            <a:off x="4038600" y="9753600"/>
            <a:ext cx="30464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93" tIns="46797" rIns="89993" bIns="46797" anchor="b"/>
          <a:lstStyle>
            <a:lvl1pPr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1pPr>
            <a:lvl2pPr marL="742950" indent="-28575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2pPr>
            <a:lvl3pPr marL="11430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3pPr>
            <a:lvl4pPr marL="16002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4pPr>
            <a:lvl5pPr marL="20574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5pPr>
            <a:lvl6pPr marL="25146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6pPr>
            <a:lvl7pPr marL="29718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7pPr>
            <a:lvl8pPr marL="34290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8pPr>
            <a:lvl9pPr marL="38862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9pPr>
          </a:lstStyle>
          <a:p>
            <a:pPr algn="r" eaLnBrk="1" hangingPunct="1">
              <a:spcBef>
                <a:spcPct val="0"/>
              </a:spcBef>
            </a:pPr>
            <a:fld id="{42DB2F3A-FF8C-494E-9874-C51209D7C68E}" type="slidenum">
              <a:rPr lang="de-DE" altLang="de-DE"/>
              <a:pPr algn="r" eaLnBrk="1" hangingPunct="1">
                <a:spcBef>
                  <a:spcPct val="0"/>
                </a:spcBef>
              </a:pPr>
              <a:t>39</a:t>
            </a:fld>
            <a:endParaRPr lang="de-DE" altLang="de-DE"/>
          </a:p>
        </p:txBody>
      </p:sp>
      <p:sp>
        <p:nvSpPr>
          <p:cNvPr id="78851" name="Text Box 1">
            <a:extLst>
              <a:ext uri="{FF2B5EF4-FFF2-40B4-BE49-F238E27FC236}">
                <a16:creationId xmlns:a16="http://schemas.microsoft.com/office/drawing/2014/main" id="{0FEAFAB0-A283-4234-8C6E-4D5897ECC96D}"/>
              </a:ext>
            </a:extLst>
          </p:cNvPr>
          <p:cNvSpPr txBox="1">
            <a:spLocks noChangeArrowheads="1"/>
          </p:cNvSpPr>
          <p:nvPr/>
        </p:nvSpPr>
        <p:spPr bwMode="auto">
          <a:xfrm>
            <a:off x="4038600" y="97536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93" tIns="46797" rIns="89993" bIns="46797" anchor="b"/>
          <a:lstStyle>
            <a:lvl1pPr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1pPr>
            <a:lvl2pPr marL="742950" indent="-28575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2pPr>
            <a:lvl3pPr marL="11430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3pPr>
            <a:lvl4pPr marL="16002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4pPr>
            <a:lvl5pPr marL="20574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5pPr>
            <a:lvl6pPr marL="25146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6pPr>
            <a:lvl7pPr marL="29718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7pPr>
            <a:lvl8pPr marL="34290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8pPr>
            <a:lvl9pPr marL="38862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9pPr>
          </a:lstStyle>
          <a:p>
            <a:pPr algn="r" eaLnBrk="1" hangingPunct="1">
              <a:spcBef>
                <a:spcPct val="0"/>
              </a:spcBef>
            </a:pPr>
            <a:fld id="{6AEA1258-7ACB-4193-8ACD-2B985A96FEB2}" type="slidenum">
              <a:rPr lang="de-DE" altLang="de-DE">
                <a:ea typeface="Arial Unicode MS" pitchFamily="34" charset="-128"/>
              </a:rPr>
              <a:pPr algn="r" eaLnBrk="1" hangingPunct="1">
                <a:spcBef>
                  <a:spcPct val="0"/>
                </a:spcBef>
              </a:pPr>
              <a:t>39</a:t>
            </a:fld>
            <a:endParaRPr lang="de-DE" altLang="de-DE">
              <a:ea typeface="Arial Unicode MS" pitchFamily="34" charset="-128"/>
            </a:endParaRPr>
          </a:p>
        </p:txBody>
      </p:sp>
      <p:sp>
        <p:nvSpPr>
          <p:cNvPr id="78852" name="Rectangle 2">
            <a:extLst>
              <a:ext uri="{FF2B5EF4-FFF2-40B4-BE49-F238E27FC236}">
                <a16:creationId xmlns:a16="http://schemas.microsoft.com/office/drawing/2014/main" id="{2CA9993D-A9BE-447F-9673-954A1BC9B333}"/>
              </a:ext>
            </a:extLst>
          </p:cNvPr>
          <p:cNvSpPr>
            <a:spLocks noGrp="1" noRot="1" noChangeAspect="1" noChangeArrowheads="1" noTextEdit="1"/>
          </p:cNvSpPr>
          <p:nvPr>
            <p:ph type="sldImg"/>
          </p:nvPr>
        </p:nvSpPr>
        <p:spPr>
          <a:solidFill>
            <a:srgbClr val="FFFFFF"/>
          </a:solidFill>
          <a:ln/>
        </p:spPr>
      </p:sp>
      <p:sp>
        <p:nvSpPr>
          <p:cNvPr id="78853" name="Rectangle 3">
            <a:extLst>
              <a:ext uri="{FF2B5EF4-FFF2-40B4-BE49-F238E27FC236}">
                <a16:creationId xmlns:a16="http://schemas.microsoft.com/office/drawing/2014/main" id="{7190CC3D-3A7A-4D3E-BB9C-A329F9247E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9993" tIns="46797" rIns="89993" bIns="46797" anchor="ctr"/>
          <a:lstStyle/>
          <a:p>
            <a:pPr defTabSz="449263" eaLnBrk="1" hangingPunct="1">
              <a:spcBef>
                <a:spcPts val="45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pPr>
            <a:endParaRPr lang="de-DE" altLang="de-DE">
              <a:latin typeface="Arial" panose="020B0604020202020204" pitchFamily="34" charset="0"/>
              <a:ea typeface="Arial Unicode MS" pitchFamily="34" charset="-128"/>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14F36359-524B-4D14-902C-1F925C8B6A02}"/>
              </a:ext>
            </a:extLst>
          </p:cNvPr>
          <p:cNvSpPr txBox="1">
            <a:spLocks noGrp="1" noChangeArrowheads="1"/>
          </p:cNvSpPr>
          <p:nvPr/>
        </p:nvSpPr>
        <p:spPr bwMode="auto">
          <a:xfrm>
            <a:off x="4038600" y="9753600"/>
            <a:ext cx="30464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93" tIns="46797" rIns="89993" bIns="46797" anchor="b"/>
          <a:lstStyle>
            <a:lvl1pPr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1pPr>
            <a:lvl2pPr marL="742950" indent="-28575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2pPr>
            <a:lvl3pPr marL="11430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3pPr>
            <a:lvl4pPr marL="16002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4pPr>
            <a:lvl5pPr marL="20574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5pPr>
            <a:lvl6pPr marL="25146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6pPr>
            <a:lvl7pPr marL="29718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7pPr>
            <a:lvl8pPr marL="34290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8pPr>
            <a:lvl9pPr marL="38862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9pPr>
          </a:lstStyle>
          <a:p>
            <a:pPr algn="r" eaLnBrk="1" hangingPunct="1">
              <a:spcBef>
                <a:spcPct val="0"/>
              </a:spcBef>
            </a:pPr>
            <a:fld id="{2DB1142C-6EC0-4763-8412-F8769AFBD5C6}" type="slidenum">
              <a:rPr lang="de-DE" altLang="de-DE"/>
              <a:pPr algn="r" eaLnBrk="1" hangingPunct="1">
                <a:spcBef>
                  <a:spcPct val="0"/>
                </a:spcBef>
              </a:pPr>
              <a:t>40</a:t>
            </a:fld>
            <a:endParaRPr lang="de-DE" altLang="de-DE"/>
          </a:p>
        </p:txBody>
      </p:sp>
      <p:sp>
        <p:nvSpPr>
          <p:cNvPr id="80899" name="Text Box 1">
            <a:extLst>
              <a:ext uri="{FF2B5EF4-FFF2-40B4-BE49-F238E27FC236}">
                <a16:creationId xmlns:a16="http://schemas.microsoft.com/office/drawing/2014/main" id="{0077ACC7-0A8D-4BB4-861B-56A9C1154B33}"/>
              </a:ext>
            </a:extLst>
          </p:cNvPr>
          <p:cNvSpPr txBox="1">
            <a:spLocks noChangeArrowheads="1"/>
          </p:cNvSpPr>
          <p:nvPr/>
        </p:nvSpPr>
        <p:spPr bwMode="auto">
          <a:xfrm>
            <a:off x="4038600" y="97536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93" tIns="46797" rIns="89993" bIns="46797" anchor="b"/>
          <a:lstStyle>
            <a:lvl1pPr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1pPr>
            <a:lvl2pPr marL="742950" indent="-28575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2pPr>
            <a:lvl3pPr marL="11430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3pPr>
            <a:lvl4pPr marL="16002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4pPr>
            <a:lvl5pPr marL="20574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5pPr>
            <a:lvl6pPr marL="25146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6pPr>
            <a:lvl7pPr marL="29718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7pPr>
            <a:lvl8pPr marL="34290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8pPr>
            <a:lvl9pPr marL="38862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9pPr>
          </a:lstStyle>
          <a:p>
            <a:pPr algn="r" eaLnBrk="1" hangingPunct="1">
              <a:spcBef>
                <a:spcPct val="0"/>
              </a:spcBef>
            </a:pPr>
            <a:fld id="{B0BDA32C-7835-4D8E-ABF2-D7003509A1C4}" type="slidenum">
              <a:rPr lang="de-DE" altLang="de-DE">
                <a:ea typeface="Arial Unicode MS" pitchFamily="34" charset="-128"/>
              </a:rPr>
              <a:pPr algn="r" eaLnBrk="1" hangingPunct="1">
                <a:spcBef>
                  <a:spcPct val="0"/>
                </a:spcBef>
              </a:pPr>
              <a:t>40</a:t>
            </a:fld>
            <a:endParaRPr lang="de-DE" altLang="de-DE">
              <a:ea typeface="Arial Unicode MS" pitchFamily="34" charset="-128"/>
            </a:endParaRPr>
          </a:p>
        </p:txBody>
      </p:sp>
      <p:sp>
        <p:nvSpPr>
          <p:cNvPr id="80900" name="Rectangle 2">
            <a:extLst>
              <a:ext uri="{FF2B5EF4-FFF2-40B4-BE49-F238E27FC236}">
                <a16:creationId xmlns:a16="http://schemas.microsoft.com/office/drawing/2014/main" id="{CFFC761A-46AD-4D6D-AC06-1655D12A3DC9}"/>
              </a:ext>
            </a:extLst>
          </p:cNvPr>
          <p:cNvSpPr>
            <a:spLocks noGrp="1" noRot="1" noChangeAspect="1" noChangeArrowheads="1" noTextEdit="1"/>
          </p:cNvSpPr>
          <p:nvPr>
            <p:ph type="sldImg"/>
          </p:nvPr>
        </p:nvSpPr>
        <p:spPr>
          <a:solidFill>
            <a:srgbClr val="FFFFFF"/>
          </a:solidFill>
          <a:ln/>
        </p:spPr>
      </p:sp>
      <p:sp>
        <p:nvSpPr>
          <p:cNvPr id="80901" name="Rectangle 3">
            <a:extLst>
              <a:ext uri="{FF2B5EF4-FFF2-40B4-BE49-F238E27FC236}">
                <a16:creationId xmlns:a16="http://schemas.microsoft.com/office/drawing/2014/main" id="{826B709D-E040-4657-9C69-D3FB7E7ECC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9993" tIns="46797" rIns="89993" bIns="46797" anchor="ctr"/>
          <a:lstStyle/>
          <a:p>
            <a:pPr defTabSz="449263" eaLnBrk="1" hangingPunct="1">
              <a:spcBef>
                <a:spcPts val="45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pPr>
            <a:endParaRPr lang="de-DE" altLang="de-DE">
              <a:latin typeface="Arial" panose="020B0604020202020204" pitchFamily="34" charset="0"/>
              <a:ea typeface="Arial Unicode MS" pitchFamily="34" charset="-128"/>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D19CCAED-8D8B-41EC-BE22-51D06C7FE2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F9B299F-37F1-4A01-B296-1BB2AC3988E1}" type="slidenum">
              <a:rPr lang="de-DE" altLang="de-DE" smtClean="0"/>
              <a:pPr>
                <a:spcBef>
                  <a:spcPct val="0"/>
                </a:spcBef>
              </a:pPr>
              <a:t>41</a:t>
            </a:fld>
            <a:endParaRPr lang="de-DE" altLang="de-DE"/>
          </a:p>
        </p:txBody>
      </p:sp>
      <p:sp>
        <p:nvSpPr>
          <p:cNvPr id="82947" name="Rectangle 2">
            <a:extLst>
              <a:ext uri="{FF2B5EF4-FFF2-40B4-BE49-F238E27FC236}">
                <a16:creationId xmlns:a16="http://schemas.microsoft.com/office/drawing/2014/main" id="{812DFB86-9199-4C96-8FDA-26601114DA29}"/>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603B52FE-945C-4B89-A588-A69E48BF4A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E73EEA94-34E3-4AE7-8C72-71E966291600}"/>
              </a:ext>
            </a:extLst>
          </p:cNvPr>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269F920F-BAD6-4771-B694-8512BA891150}" type="slidenum">
              <a:rPr lang="de-DE" altLang="de-DE" sz="1300"/>
              <a:pPr algn="r" eaLnBrk="1" hangingPunct="1">
                <a:spcBef>
                  <a:spcPct val="0"/>
                </a:spcBef>
              </a:pPr>
              <a:t>42</a:t>
            </a:fld>
            <a:endParaRPr lang="de-DE" altLang="de-DE" sz="1300"/>
          </a:p>
        </p:txBody>
      </p:sp>
      <p:sp>
        <p:nvSpPr>
          <p:cNvPr id="84995" name="Rectangle 2">
            <a:extLst>
              <a:ext uri="{FF2B5EF4-FFF2-40B4-BE49-F238E27FC236}">
                <a16:creationId xmlns:a16="http://schemas.microsoft.com/office/drawing/2014/main" id="{BFBCE247-3B45-459A-8EBF-2817DEF5A420}"/>
              </a:ext>
            </a:extLst>
          </p:cNvPr>
          <p:cNvSpPr>
            <a:spLocks noGrp="1" noRot="1" noChangeAspect="1" noChangeArrowheads="1" noTextEdit="1"/>
          </p:cNvSpPr>
          <p:nvPr>
            <p:ph type="sldImg"/>
          </p:nvPr>
        </p:nvSpPr>
        <p:spPr>
          <a:xfrm>
            <a:off x="992188" y="768350"/>
            <a:ext cx="5114925" cy="3836988"/>
          </a:xfrm>
          <a:ln/>
        </p:spPr>
      </p:sp>
      <p:sp>
        <p:nvSpPr>
          <p:cNvPr id="84996" name="Rectangle 3">
            <a:extLst>
              <a:ext uri="{FF2B5EF4-FFF2-40B4-BE49-F238E27FC236}">
                <a16:creationId xmlns:a16="http://schemas.microsoft.com/office/drawing/2014/main" id="{F52F4FF5-F31C-48DD-B239-9FEB82555B95}"/>
              </a:ext>
            </a:extLst>
          </p:cNvPr>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pPr eaLnBrk="1" hangingPunct="1"/>
            <a:endParaRPr lang="de-DE" altLang="de-DE">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2B45115E-D0B7-49BC-A413-3B56E386CA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90D69C5-DDBE-49A0-A7B0-EF50162B6875}" type="slidenum">
              <a:rPr lang="de-DE" altLang="de-DE" smtClean="0"/>
              <a:pPr>
                <a:spcBef>
                  <a:spcPct val="0"/>
                </a:spcBef>
              </a:pPr>
              <a:t>43</a:t>
            </a:fld>
            <a:endParaRPr lang="de-DE" altLang="de-DE"/>
          </a:p>
        </p:txBody>
      </p:sp>
      <p:sp>
        <p:nvSpPr>
          <p:cNvPr id="87043" name="Rectangle 2">
            <a:extLst>
              <a:ext uri="{FF2B5EF4-FFF2-40B4-BE49-F238E27FC236}">
                <a16:creationId xmlns:a16="http://schemas.microsoft.com/office/drawing/2014/main" id="{6E02320C-8366-49E7-906B-F35062D784A4}"/>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91AE8968-28BC-4D12-944E-D0CD738310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673BCF0F-1FEF-40FD-A9BA-DECD137FD473}"/>
              </a:ext>
            </a:extLst>
          </p:cNvPr>
          <p:cNvSpPr txBox="1">
            <a:spLocks noGrp="1" noChangeArrowheads="1"/>
          </p:cNvSpPr>
          <p:nvPr/>
        </p:nvSpPr>
        <p:spPr bwMode="auto">
          <a:xfrm>
            <a:off x="4038600" y="97536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42B63552-F328-4C2B-A23E-B77DC43AB649}" type="slidenum">
              <a:rPr lang="de-DE" altLang="de-DE"/>
              <a:pPr algn="r" eaLnBrk="1" hangingPunct="1">
                <a:spcBef>
                  <a:spcPct val="0"/>
                </a:spcBef>
              </a:pPr>
              <a:t>44</a:t>
            </a:fld>
            <a:endParaRPr lang="de-DE" altLang="de-DE"/>
          </a:p>
        </p:txBody>
      </p:sp>
      <p:sp>
        <p:nvSpPr>
          <p:cNvPr id="89091" name="Rectangle 2">
            <a:extLst>
              <a:ext uri="{FF2B5EF4-FFF2-40B4-BE49-F238E27FC236}">
                <a16:creationId xmlns:a16="http://schemas.microsoft.com/office/drawing/2014/main" id="{C7126C93-D290-4B33-95C1-433835B7F62D}"/>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0ECAE675-5C1F-42DD-9D00-9D04A818FA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672DAC44-6380-4525-8619-DFE0ECF4D3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856FFFE-8FD2-4841-B36A-510554AC90BE}" type="slidenum">
              <a:rPr lang="de-DE" altLang="de-DE" smtClean="0"/>
              <a:pPr>
                <a:spcBef>
                  <a:spcPct val="0"/>
                </a:spcBef>
              </a:pPr>
              <a:t>45</a:t>
            </a:fld>
            <a:endParaRPr lang="de-DE" altLang="de-DE"/>
          </a:p>
        </p:txBody>
      </p:sp>
      <p:sp>
        <p:nvSpPr>
          <p:cNvPr id="91139" name="Rectangle 2">
            <a:extLst>
              <a:ext uri="{FF2B5EF4-FFF2-40B4-BE49-F238E27FC236}">
                <a16:creationId xmlns:a16="http://schemas.microsoft.com/office/drawing/2014/main" id="{1A799045-CE88-4319-8342-842A3DE03B00}"/>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B5E6A293-395F-4291-86C2-640FA39B9B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5A8CD29C-1C47-4B93-A104-36461EAD21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80E4DC2-471E-4D23-BF45-4A436E3E0660}" type="slidenum">
              <a:rPr lang="de-DE" altLang="de-DE" smtClean="0"/>
              <a:pPr>
                <a:spcBef>
                  <a:spcPct val="0"/>
                </a:spcBef>
              </a:pPr>
              <a:t>46</a:t>
            </a:fld>
            <a:endParaRPr lang="de-DE" altLang="de-DE"/>
          </a:p>
        </p:txBody>
      </p:sp>
      <p:sp>
        <p:nvSpPr>
          <p:cNvPr id="93187" name="Rectangle 2">
            <a:extLst>
              <a:ext uri="{FF2B5EF4-FFF2-40B4-BE49-F238E27FC236}">
                <a16:creationId xmlns:a16="http://schemas.microsoft.com/office/drawing/2014/main" id="{7A50B671-FD31-4DA1-B097-7C0AD53590FB}"/>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EB1BE55C-1FE0-4CAE-8872-995C3B577A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050AB3AA-3294-4E5F-ABE9-45497B39C2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651729C-A952-4483-ADF1-E31B23B045A0}" type="slidenum">
              <a:rPr lang="de-DE" altLang="de-DE" smtClean="0"/>
              <a:pPr>
                <a:spcBef>
                  <a:spcPct val="0"/>
                </a:spcBef>
              </a:pPr>
              <a:t>47</a:t>
            </a:fld>
            <a:endParaRPr lang="de-DE" altLang="de-DE"/>
          </a:p>
        </p:txBody>
      </p:sp>
      <p:sp>
        <p:nvSpPr>
          <p:cNvPr id="97283" name="Rectangle 2">
            <a:extLst>
              <a:ext uri="{FF2B5EF4-FFF2-40B4-BE49-F238E27FC236}">
                <a16:creationId xmlns:a16="http://schemas.microsoft.com/office/drawing/2014/main" id="{017C8E53-BC73-49F5-B814-793F4A5E65D2}"/>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D0D91BCD-5320-48F5-A128-8B2D3ECA13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08E93705-19F4-41FF-9B68-9BCF69FCC7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E44C14D-EDC4-44B1-9ED4-829D34074D1A}" type="slidenum">
              <a:rPr lang="de-DE" altLang="de-DE" smtClean="0"/>
              <a:pPr>
                <a:spcBef>
                  <a:spcPct val="0"/>
                </a:spcBef>
              </a:pPr>
              <a:t>48</a:t>
            </a:fld>
            <a:endParaRPr lang="de-DE" altLang="de-DE"/>
          </a:p>
        </p:txBody>
      </p:sp>
      <p:sp>
        <p:nvSpPr>
          <p:cNvPr id="99331" name="Rectangle 2">
            <a:extLst>
              <a:ext uri="{FF2B5EF4-FFF2-40B4-BE49-F238E27FC236}">
                <a16:creationId xmlns:a16="http://schemas.microsoft.com/office/drawing/2014/main" id="{EB295354-8CFA-469C-9E45-EAD032100FE0}"/>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E073B9F5-A3A6-429F-8D91-2AC261F1CE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088AEEA3-E221-4C70-8936-1C80CBB6AB2D}"/>
              </a:ext>
            </a:extLst>
          </p:cNvPr>
          <p:cNvSpPr txBox="1">
            <a:spLocks noGrp="1"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1EEEEF30-9A24-4C8C-87E0-B0033DA3869D}" type="slidenum">
              <a:rPr lang="de-DE" altLang="de-DE" sz="1300"/>
              <a:pPr algn="r" eaLnBrk="1" hangingPunct="1">
                <a:spcBef>
                  <a:spcPct val="0"/>
                </a:spcBef>
              </a:pPr>
              <a:t>49</a:t>
            </a:fld>
            <a:endParaRPr lang="de-DE" altLang="de-DE" sz="1300"/>
          </a:p>
        </p:txBody>
      </p:sp>
      <p:sp>
        <p:nvSpPr>
          <p:cNvPr id="113667" name="Rectangle 2">
            <a:extLst>
              <a:ext uri="{FF2B5EF4-FFF2-40B4-BE49-F238E27FC236}">
                <a16:creationId xmlns:a16="http://schemas.microsoft.com/office/drawing/2014/main" id="{6D91C714-94AA-4331-9236-095C649CE124}"/>
              </a:ext>
            </a:extLst>
          </p:cNvPr>
          <p:cNvSpPr>
            <a:spLocks noGrp="1" noRot="1" noChangeAspect="1" noChangeArrowheads="1" noTextEdit="1"/>
          </p:cNvSpPr>
          <p:nvPr>
            <p:ph type="sldImg"/>
          </p:nvPr>
        </p:nvSpPr>
        <p:spPr>
          <a:xfrm>
            <a:off x="992188" y="768350"/>
            <a:ext cx="5114925" cy="3836988"/>
          </a:xfrm>
          <a:ln/>
        </p:spPr>
      </p:sp>
      <p:sp>
        <p:nvSpPr>
          <p:cNvPr id="113668" name="Rectangle 3">
            <a:extLst>
              <a:ext uri="{FF2B5EF4-FFF2-40B4-BE49-F238E27FC236}">
                <a16:creationId xmlns:a16="http://schemas.microsoft.com/office/drawing/2014/main" id="{9BC579C8-7D8B-47ED-B27F-D42F01B7D752}"/>
              </a:ext>
            </a:extLst>
          </p:cNvPr>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pPr eaLnBrk="1" hangingPunct="1"/>
            <a:endParaRPr lang="de-DE" altLang="de-DE">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FC3DADB5-C10C-4122-B7D6-0CB8AA8909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247D5DE-347A-4318-BEB5-A95AA58FF69E}" type="slidenum">
              <a:rPr lang="de-DE" altLang="de-DE" smtClean="0"/>
              <a:pPr>
                <a:spcBef>
                  <a:spcPct val="0"/>
                </a:spcBef>
              </a:pPr>
              <a:t>50</a:t>
            </a:fld>
            <a:endParaRPr lang="de-DE" altLang="de-DE"/>
          </a:p>
        </p:txBody>
      </p:sp>
      <p:sp>
        <p:nvSpPr>
          <p:cNvPr id="115715" name="Rectangle 2">
            <a:extLst>
              <a:ext uri="{FF2B5EF4-FFF2-40B4-BE49-F238E27FC236}">
                <a16:creationId xmlns:a16="http://schemas.microsoft.com/office/drawing/2014/main" id="{D7D4891C-65A8-4F86-AFCE-80A21EFC1AFA}"/>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5500F080-AD78-4AE4-8E52-F3BBA610C6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AC8E13F2-7579-4A2E-8693-841FFE8377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ADE14FE-8038-466B-9D7D-E8BD0E2756C7}" type="slidenum">
              <a:rPr lang="de-DE" altLang="de-DE" smtClean="0"/>
              <a:pPr>
                <a:spcBef>
                  <a:spcPct val="0"/>
                </a:spcBef>
              </a:pPr>
              <a:t>51</a:t>
            </a:fld>
            <a:endParaRPr lang="de-DE" altLang="de-DE"/>
          </a:p>
        </p:txBody>
      </p:sp>
      <p:sp>
        <p:nvSpPr>
          <p:cNvPr id="117763" name="Rectangle 2">
            <a:extLst>
              <a:ext uri="{FF2B5EF4-FFF2-40B4-BE49-F238E27FC236}">
                <a16:creationId xmlns:a16="http://schemas.microsoft.com/office/drawing/2014/main" id="{B8CE1CF7-FC64-4B30-83AA-FE25766674ED}"/>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A43CED5C-728E-440C-9029-C4A8E26561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36576267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AC8E13F2-7579-4A2E-8693-841FFE8377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ADE14FE-8038-466B-9D7D-E8BD0E2756C7}" type="slidenum">
              <a:rPr lang="de-DE" altLang="de-DE" smtClean="0"/>
              <a:pPr>
                <a:spcBef>
                  <a:spcPct val="0"/>
                </a:spcBef>
              </a:pPr>
              <a:t>52</a:t>
            </a:fld>
            <a:endParaRPr lang="de-DE" altLang="de-DE"/>
          </a:p>
        </p:txBody>
      </p:sp>
      <p:sp>
        <p:nvSpPr>
          <p:cNvPr id="117763" name="Rectangle 2">
            <a:extLst>
              <a:ext uri="{FF2B5EF4-FFF2-40B4-BE49-F238E27FC236}">
                <a16:creationId xmlns:a16="http://schemas.microsoft.com/office/drawing/2014/main" id="{B8CE1CF7-FC64-4B30-83AA-FE25766674ED}"/>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A43CED5C-728E-440C-9029-C4A8E26561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40341401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8045EA79-F1DD-4287-A861-24C304E279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064CF01-60A8-4A9E-ADF2-F353A5B04310}" type="slidenum">
              <a:rPr lang="de-DE" altLang="de-DE" smtClean="0"/>
              <a:pPr>
                <a:spcBef>
                  <a:spcPct val="0"/>
                </a:spcBef>
              </a:pPr>
              <a:t>53</a:t>
            </a:fld>
            <a:endParaRPr lang="de-DE" altLang="de-DE"/>
          </a:p>
        </p:txBody>
      </p:sp>
      <p:sp>
        <p:nvSpPr>
          <p:cNvPr id="11267" name="Rectangle 2">
            <a:extLst>
              <a:ext uri="{FF2B5EF4-FFF2-40B4-BE49-F238E27FC236}">
                <a16:creationId xmlns:a16="http://schemas.microsoft.com/office/drawing/2014/main" id="{E2E4674E-C010-4265-8402-17206002A2FC}"/>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2919963C-8C14-42FD-B4D2-E4027B17D4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4400491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48B16B46-A6B5-4871-A4C0-781940776E7C}"/>
              </a:ext>
            </a:extLst>
          </p:cNvPr>
          <p:cNvSpPr txBox="1">
            <a:spLocks noGrp="1" noChangeArrowheads="1"/>
          </p:cNvSpPr>
          <p:nvPr/>
        </p:nvSpPr>
        <p:spPr bwMode="auto">
          <a:xfrm>
            <a:off x="4038600" y="9753600"/>
            <a:ext cx="30464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93" tIns="46797" rIns="89993" bIns="46797" anchor="b"/>
          <a:lstStyle>
            <a:lvl1pPr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1pPr>
            <a:lvl2pPr marL="742950" indent="-28575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2pPr>
            <a:lvl3pPr marL="11430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3pPr>
            <a:lvl4pPr marL="16002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4pPr>
            <a:lvl5pPr marL="20574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5pPr>
            <a:lvl6pPr marL="25146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6pPr>
            <a:lvl7pPr marL="29718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7pPr>
            <a:lvl8pPr marL="34290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8pPr>
            <a:lvl9pPr marL="38862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9pPr>
          </a:lstStyle>
          <a:p>
            <a:pPr algn="r" eaLnBrk="1" hangingPunct="1">
              <a:spcBef>
                <a:spcPct val="0"/>
              </a:spcBef>
            </a:pPr>
            <a:fld id="{8B9AA73B-51FB-4A5A-BB3C-8CD67A507223}" type="slidenum">
              <a:rPr lang="de-DE" altLang="de-DE"/>
              <a:pPr algn="r" eaLnBrk="1" hangingPunct="1">
                <a:spcBef>
                  <a:spcPct val="0"/>
                </a:spcBef>
              </a:pPr>
              <a:t>54</a:t>
            </a:fld>
            <a:endParaRPr lang="de-DE" altLang="de-DE"/>
          </a:p>
        </p:txBody>
      </p:sp>
      <p:sp>
        <p:nvSpPr>
          <p:cNvPr id="103427" name="Text Box 1">
            <a:extLst>
              <a:ext uri="{FF2B5EF4-FFF2-40B4-BE49-F238E27FC236}">
                <a16:creationId xmlns:a16="http://schemas.microsoft.com/office/drawing/2014/main" id="{6214A88F-37C0-4005-9981-E09CE1CD6EEF}"/>
              </a:ext>
            </a:extLst>
          </p:cNvPr>
          <p:cNvSpPr txBox="1">
            <a:spLocks noChangeArrowheads="1"/>
          </p:cNvSpPr>
          <p:nvPr/>
        </p:nvSpPr>
        <p:spPr bwMode="auto">
          <a:xfrm>
            <a:off x="4038600" y="97536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93" tIns="46797" rIns="89993" bIns="46797" anchor="b"/>
          <a:lstStyle>
            <a:lvl1pPr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1pPr>
            <a:lvl2pPr marL="742950" indent="-28575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2pPr>
            <a:lvl3pPr marL="11430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3pPr>
            <a:lvl4pPr marL="16002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4pPr>
            <a:lvl5pPr marL="20574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5pPr>
            <a:lvl6pPr marL="25146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6pPr>
            <a:lvl7pPr marL="29718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7pPr>
            <a:lvl8pPr marL="34290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8pPr>
            <a:lvl9pPr marL="38862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9pPr>
          </a:lstStyle>
          <a:p>
            <a:pPr algn="r" eaLnBrk="1" hangingPunct="1">
              <a:spcBef>
                <a:spcPct val="0"/>
              </a:spcBef>
            </a:pPr>
            <a:fld id="{7FF55FA1-514C-4AA4-8014-D9DEBEA81A25}" type="slidenum">
              <a:rPr lang="de-DE" altLang="de-DE">
                <a:ea typeface="Arial Unicode MS" pitchFamily="34" charset="-128"/>
              </a:rPr>
              <a:pPr algn="r" eaLnBrk="1" hangingPunct="1">
                <a:spcBef>
                  <a:spcPct val="0"/>
                </a:spcBef>
              </a:pPr>
              <a:t>54</a:t>
            </a:fld>
            <a:endParaRPr lang="de-DE" altLang="de-DE">
              <a:ea typeface="Arial Unicode MS" pitchFamily="34" charset="-128"/>
            </a:endParaRPr>
          </a:p>
        </p:txBody>
      </p:sp>
      <p:sp>
        <p:nvSpPr>
          <p:cNvPr id="103428" name="Rectangle 2">
            <a:extLst>
              <a:ext uri="{FF2B5EF4-FFF2-40B4-BE49-F238E27FC236}">
                <a16:creationId xmlns:a16="http://schemas.microsoft.com/office/drawing/2014/main" id="{8F204CB0-6FF4-4E96-9696-C9DA51D30AE1}"/>
              </a:ext>
            </a:extLst>
          </p:cNvPr>
          <p:cNvSpPr>
            <a:spLocks noGrp="1" noRot="1" noChangeAspect="1" noChangeArrowheads="1" noTextEdit="1"/>
          </p:cNvSpPr>
          <p:nvPr>
            <p:ph type="sldImg"/>
          </p:nvPr>
        </p:nvSpPr>
        <p:spPr>
          <a:solidFill>
            <a:srgbClr val="FFFFFF"/>
          </a:solidFill>
          <a:ln/>
        </p:spPr>
      </p:sp>
      <p:sp>
        <p:nvSpPr>
          <p:cNvPr id="103429" name="Rectangle 3">
            <a:extLst>
              <a:ext uri="{FF2B5EF4-FFF2-40B4-BE49-F238E27FC236}">
                <a16:creationId xmlns:a16="http://schemas.microsoft.com/office/drawing/2014/main" id="{1FC43163-AD6D-48F8-B945-C6A549042F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9993" tIns="46797" rIns="89993" bIns="46797" anchor="ctr"/>
          <a:lstStyle/>
          <a:p>
            <a:pPr defTabSz="449263" eaLnBrk="1" hangingPunct="1">
              <a:spcBef>
                <a:spcPts val="45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pPr>
            <a:endParaRPr lang="de-DE" altLang="de-DE">
              <a:latin typeface="Arial" panose="020B0604020202020204" pitchFamily="34" charset="0"/>
              <a:ea typeface="Arial Unicode MS" pitchFamily="34" charset="-128"/>
            </a:endParaRPr>
          </a:p>
        </p:txBody>
      </p:sp>
    </p:spTree>
    <p:extLst>
      <p:ext uri="{BB962C8B-B14F-4D97-AF65-F5344CB8AC3E}">
        <p14:creationId xmlns:p14="http://schemas.microsoft.com/office/powerpoint/2010/main" val="8694718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E9453E76-EC16-4B66-AB07-46C3EB53C0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A9E242F-B356-47AD-8174-73F06678F8ED}" type="slidenum">
              <a:rPr lang="de-DE" altLang="de-DE" smtClean="0"/>
              <a:pPr>
                <a:spcBef>
                  <a:spcPct val="0"/>
                </a:spcBef>
              </a:pPr>
              <a:t>55</a:t>
            </a:fld>
            <a:endParaRPr lang="de-DE" altLang="de-DE"/>
          </a:p>
        </p:txBody>
      </p:sp>
      <p:sp>
        <p:nvSpPr>
          <p:cNvPr id="105475" name="Rectangle 2">
            <a:extLst>
              <a:ext uri="{FF2B5EF4-FFF2-40B4-BE49-F238E27FC236}">
                <a16:creationId xmlns:a16="http://schemas.microsoft.com/office/drawing/2014/main" id="{88004146-1AEC-4591-91F2-68DD6F608B99}"/>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A9C368D0-1DC7-4FDD-B948-3FE33C3F62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26095231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F04E538F-65FF-47CF-A9AC-6B6D209D044E}"/>
              </a:ext>
            </a:extLst>
          </p:cNvPr>
          <p:cNvSpPr txBox="1">
            <a:spLocks noGrp="1" noChangeArrowheads="1"/>
          </p:cNvSpPr>
          <p:nvPr/>
        </p:nvSpPr>
        <p:spPr bwMode="auto">
          <a:xfrm>
            <a:off x="4038600" y="9753600"/>
            <a:ext cx="30464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93" tIns="46797" rIns="89993" bIns="46797" anchor="b"/>
          <a:lstStyle>
            <a:lvl1pPr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1pPr>
            <a:lvl2pPr marL="742950" indent="-28575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2pPr>
            <a:lvl3pPr marL="11430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3pPr>
            <a:lvl4pPr marL="16002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4pPr>
            <a:lvl5pPr marL="20574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5pPr>
            <a:lvl6pPr marL="25146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6pPr>
            <a:lvl7pPr marL="29718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7pPr>
            <a:lvl8pPr marL="34290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8pPr>
            <a:lvl9pPr marL="38862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9pPr>
          </a:lstStyle>
          <a:p>
            <a:pPr algn="r" eaLnBrk="1" hangingPunct="1">
              <a:spcBef>
                <a:spcPct val="0"/>
              </a:spcBef>
            </a:pPr>
            <a:fld id="{6ADDC693-4FC1-4161-BCF7-C47C1FEE636F}" type="slidenum">
              <a:rPr lang="de-DE" altLang="de-DE"/>
              <a:pPr algn="r" eaLnBrk="1" hangingPunct="1">
                <a:spcBef>
                  <a:spcPct val="0"/>
                </a:spcBef>
              </a:pPr>
              <a:t>56</a:t>
            </a:fld>
            <a:endParaRPr lang="de-DE" altLang="de-DE"/>
          </a:p>
        </p:txBody>
      </p:sp>
      <p:sp>
        <p:nvSpPr>
          <p:cNvPr id="107523" name="Text Box 1">
            <a:extLst>
              <a:ext uri="{FF2B5EF4-FFF2-40B4-BE49-F238E27FC236}">
                <a16:creationId xmlns:a16="http://schemas.microsoft.com/office/drawing/2014/main" id="{75AA9126-E27E-4D09-8CE4-3F4121AEC123}"/>
              </a:ext>
            </a:extLst>
          </p:cNvPr>
          <p:cNvSpPr txBox="1">
            <a:spLocks noChangeArrowheads="1"/>
          </p:cNvSpPr>
          <p:nvPr/>
        </p:nvSpPr>
        <p:spPr bwMode="auto">
          <a:xfrm>
            <a:off x="4038600" y="97536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93" tIns="46797" rIns="89993" bIns="46797" anchor="b"/>
          <a:lstStyle>
            <a:lvl1pPr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1pPr>
            <a:lvl2pPr marL="742950" indent="-28575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2pPr>
            <a:lvl3pPr marL="11430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3pPr>
            <a:lvl4pPr marL="16002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4pPr>
            <a:lvl5pPr marL="20574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5pPr>
            <a:lvl6pPr marL="25146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6pPr>
            <a:lvl7pPr marL="29718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7pPr>
            <a:lvl8pPr marL="34290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8pPr>
            <a:lvl9pPr marL="38862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9pPr>
          </a:lstStyle>
          <a:p>
            <a:pPr algn="r" eaLnBrk="1" hangingPunct="1">
              <a:spcBef>
                <a:spcPct val="0"/>
              </a:spcBef>
            </a:pPr>
            <a:fld id="{2D63FD44-261F-4825-968F-CC19F9DFBCED}" type="slidenum">
              <a:rPr lang="de-DE" altLang="de-DE">
                <a:ea typeface="Arial Unicode MS" pitchFamily="34" charset="-128"/>
              </a:rPr>
              <a:pPr algn="r" eaLnBrk="1" hangingPunct="1">
                <a:spcBef>
                  <a:spcPct val="0"/>
                </a:spcBef>
              </a:pPr>
              <a:t>56</a:t>
            </a:fld>
            <a:endParaRPr lang="de-DE" altLang="de-DE">
              <a:ea typeface="Arial Unicode MS" pitchFamily="34" charset="-128"/>
            </a:endParaRPr>
          </a:p>
        </p:txBody>
      </p:sp>
      <p:sp>
        <p:nvSpPr>
          <p:cNvPr id="107524" name="Rectangle 2">
            <a:extLst>
              <a:ext uri="{FF2B5EF4-FFF2-40B4-BE49-F238E27FC236}">
                <a16:creationId xmlns:a16="http://schemas.microsoft.com/office/drawing/2014/main" id="{CEAF18A2-F5BC-413E-84F5-94E8142A89BD}"/>
              </a:ext>
            </a:extLst>
          </p:cNvPr>
          <p:cNvSpPr>
            <a:spLocks noGrp="1" noRot="1" noChangeAspect="1" noChangeArrowheads="1" noTextEdit="1"/>
          </p:cNvSpPr>
          <p:nvPr>
            <p:ph type="sldImg"/>
          </p:nvPr>
        </p:nvSpPr>
        <p:spPr>
          <a:solidFill>
            <a:srgbClr val="FFFFFF"/>
          </a:solidFill>
          <a:ln/>
        </p:spPr>
      </p:sp>
      <p:sp>
        <p:nvSpPr>
          <p:cNvPr id="107525" name="Rectangle 3">
            <a:extLst>
              <a:ext uri="{FF2B5EF4-FFF2-40B4-BE49-F238E27FC236}">
                <a16:creationId xmlns:a16="http://schemas.microsoft.com/office/drawing/2014/main" id="{E1F4DBFB-970D-4BAE-B5B2-68E54BA967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9993" tIns="46797" rIns="89993" bIns="46797" anchor="ctr"/>
          <a:lstStyle/>
          <a:p>
            <a:pPr defTabSz="449263" eaLnBrk="1" hangingPunct="1">
              <a:spcBef>
                <a:spcPts val="45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pPr>
            <a:endParaRPr lang="de-DE" altLang="de-DE">
              <a:latin typeface="Arial" panose="020B0604020202020204" pitchFamily="34" charset="0"/>
              <a:ea typeface="Arial Unicode MS" pitchFamily="34" charset="-128"/>
            </a:endParaRPr>
          </a:p>
        </p:txBody>
      </p:sp>
    </p:spTree>
    <p:extLst>
      <p:ext uri="{BB962C8B-B14F-4D97-AF65-F5344CB8AC3E}">
        <p14:creationId xmlns:p14="http://schemas.microsoft.com/office/powerpoint/2010/main" val="300384375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50D1F396-6046-4B51-A9C8-5DB96E371F3D}"/>
              </a:ext>
            </a:extLst>
          </p:cNvPr>
          <p:cNvSpPr txBox="1">
            <a:spLocks noGrp="1" noChangeArrowheads="1"/>
          </p:cNvSpPr>
          <p:nvPr/>
        </p:nvSpPr>
        <p:spPr bwMode="auto">
          <a:xfrm>
            <a:off x="4038600" y="9753600"/>
            <a:ext cx="30464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93" tIns="46797" rIns="89993" bIns="46797" anchor="b"/>
          <a:lstStyle>
            <a:lvl1pPr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1pPr>
            <a:lvl2pPr marL="742950" indent="-28575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2pPr>
            <a:lvl3pPr marL="11430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3pPr>
            <a:lvl4pPr marL="16002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4pPr>
            <a:lvl5pPr marL="20574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5pPr>
            <a:lvl6pPr marL="25146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6pPr>
            <a:lvl7pPr marL="29718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7pPr>
            <a:lvl8pPr marL="34290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8pPr>
            <a:lvl9pPr marL="38862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9pPr>
          </a:lstStyle>
          <a:p>
            <a:pPr algn="r" eaLnBrk="1" hangingPunct="1">
              <a:spcBef>
                <a:spcPct val="0"/>
              </a:spcBef>
            </a:pPr>
            <a:fld id="{2791EB65-3A72-4087-8D4F-21AE2F03877B}" type="slidenum">
              <a:rPr lang="de-DE" altLang="de-DE"/>
              <a:pPr algn="r" eaLnBrk="1" hangingPunct="1">
                <a:spcBef>
                  <a:spcPct val="0"/>
                </a:spcBef>
              </a:pPr>
              <a:t>57</a:t>
            </a:fld>
            <a:endParaRPr lang="de-DE" altLang="de-DE"/>
          </a:p>
        </p:txBody>
      </p:sp>
      <p:sp>
        <p:nvSpPr>
          <p:cNvPr id="109571" name="Text Box 1">
            <a:extLst>
              <a:ext uri="{FF2B5EF4-FFF2-40B4-BE49-F238E27FC236}">
                <a16:creationId xmlns:a16="http://schemas.microsoft.com/office/drawing/2014/main" id="{13D04350-8907-46CE-857B-504A1707DCDE}"/>
              </a:ext>
            </a:extLst>
          </p:cNvPr>
          <p:cNvSpPr txBox="1">
            <a:spLocks noChangeArrowheads="1"/>
          </p:cNvSpPr>
          <p:nvPr/>
        </p:nvSpPr>
        <p:spPr bwMode="auto">
          <a:xfrm>
            <a:off x="4038600" y="97536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93" tIns="46797" rIns="89993" bIns="46797" anchor="b"/>
          <a:lstStyle>
            <a:lvl1pPr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1pPr>
            <a:lvl2pPr marL="742950" indent="-28575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2pPr>
            <a:lvl3pPr marL="11430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3pPr>
            <a:lvl4pPr marL="16002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4pPr>
            <a:lvl5pPr marL="20574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5pPr>
            <a:lvl6pPr marL="25146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6pPr>
            <a:lvl7pPr marL="29718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7pPr>
            <a:lvl8pPr marL="34290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8pPr>
            <a:lvl9pPr marL="38862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9pPr>
          </a:lstStyle>
          <a:p>
            <a:pPr algn="r" eaLnBrk="1" hangingPunct="1">
              <a:spcBef>
                <a:spcPct val="0"/>
              </a:spcBef>
            </a:pPr>
            <a:fld id="{2331D7DC-8BF8-4679-9A29-5110A4571A55}" type="slidenum">
              <a:rPr lang="de-DE" altLang="de-DE">
                <a:ea typeface="Arial Unicode MS" pitchFamily="34" charset="-128"/>
              </a:rPr>
              <a:pPr algn="r" eaLnBrk="1" hangingPunct="1">
                <a:spcBef>
                  <a:spcPct val="0"/>
                </a:spcBef>
              </a:pPr>
              <a:t>57</a:t>
            </a:fld>
            <a:endParaRPr lang="de-DE" altLang="de-DE">
              <a:ea typeface="Arial Unicode MS" pitchFamily="34" charset="-128"/>
            </a:endParaRPr>
          </a:p>
        </p:txBody>
      </p:sp>
      <p:sp>
        <p:nvSpPr>
          <p:cNvPr id="109572" name="Rectangle 2">
            <a:extLst>
              <a:ext uri="{FF2B5EF4-FFF2-40B4-BE49-F238E27FC236}">
                <a16:creationId xmlns:a16="http://schemas.microsoft.com/office/drawing/2014/main" id="{82553764-46A9-432C-B290-00ED4E465040}"/>
              </a:ext>
            </a:extLst>
          </p:cNvPr>
          <p:cNvSpPr>
            <a:spLocks noGrp="1" noRot="1" noChangeAspect="1" noChangeArrowheads="1" noTextEdit="1"/>
          </p:cNvSpPr>
          <p:nvPr>
            <p:ph type="sldImg"/>
          </p:nvPr>
        </p:nvSpPr>
        <p:spPr>
          <a:solidFill>
            <a:srgbClr val="FFFFFF"/>
          </a:solidFill>
          <a:ln/>
        </p:spPr>
      </p:sp>
      <p:sp>
        <p:nvSpPr>
          <p:cNvPr id="109573" name="Rectangle 3">
            <a:extLst>
              <a:ext uri="{FF2B5EF4-FFF2-40B4-BE49-F238E27FC236}">
                <a16:creationId xmlns:a16="http://schemas.microsoft.com/office/drawing/2014/main" id="{FA4C2248-3311-432B-8672-68D573F094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9993" tIns="46797" rIns="89993" bIns="46797" anchor="ctr"/>
          <a:lstStyle/>
          <a:p>
            <a:pPr defTabSz="449263" eaLnBrk="1" hangingPunct="1">
              <a:spcBef>
                <a:spcPts val="45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pPr>
            <a:endParaRPr lang="de-DE" altLang="de-DE">
              <a:latin typeface="Arial" panose="020B0604020202020204" pitchFamily="34" charset="0"/>
              <a:ea typeface="Arial Unicode MS" pitchFamily="34" charset="-128"/>
            </a:endParaRPr>
          </a:p>
        </p:txBody>
      </p:sp>
    </p:spTree>
    <p:extLst>
      <p:ext uri="{BB962C8B-B14F-4D97-AF65-F5344CB8AC3E}">
        <p14:creationId xmlns:p14="http://schemas.microsoft.com/office/powerpoint/2010/main" val="14086850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1810B784-3175-403E-8849-EB195BBB86C6}"/>
              </a:ext>
            </a:extLst>
          </p:cNvPr>
          <p:cNvSpPr txBox="1">
            <a:spLocks noGrp="1" noChangeArrowheads="1"/>
          </p:cNvSpPr>
          <p:nvPr/>
        </p:nvSpPr>
        <p:spPr bwMode="auto">
          <a:xfrm>
            <a:off x="4038600" y="9753600"/>
            <a:ext cx="30464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93" tIns="46797" rIns="89993" bIns="46797" anchor="b"/>
          <a:lstStyle>
            <a:lvl1pPr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1pPr>
            <a:lvl2pPr marL="742950" indent="-28575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2pPr>
            <a:lvl3pPr marL="11430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3pPr>
            <a:lvl4pPr marL="16002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4pPr>
            <a:lvl5pPr marL="2057400" indent="-228600" defTabSz="449263">
              <a:spcBef>
                <a:spcPct val="3000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5pPr>
            <a:lvl6pPr marL="25146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6pPr>
            <a:lvl7pPr marL="29718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7pPr>
            <a:lvl8pPr marL="34290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8pPr>
            <a:lvl9pPr marL="3886200" indent="-228600" defTabSz="449263" eaLnBrk="0" fontAlgn="base" hangingPunct="0">
              <a:spcBef>
                <a:spcPct val="30000"/>
              </a:spcBef>
              <a:spcAft>
                <a:spcPct val="0"/>
              </a:spcAft>
              <a:tabLst>
                <a:tab pos="0" algn="l"/>
                <a:tab pos="912813" algn="l"/>
                <a:tab pos="1827213" algn="l"/>
                <a:tab pos="2741613" algn="l"/>
                <a:tab pos="3654425" algn="l"/>
                <a:tab pos="4570413" algn="l"/>
                <a:tab pos="5484813" algn="l"/>
                <a:tab pos="6399213" algn="l"/>
                <a:tab pos="7312025" algn="l"/>
                <a:tab pos="8228013" algn="l"/>
                <a:tab pos="9142413" algn="l"/>
                <a:tab pos="10055225" algn="l"/>
              </a:tabLst>
              <a:defRPr sz="1200">
                <a:solidFill>
                  <a:schemeClr val="tx1"/>
                </a:solidFill>
                <a:latin typeface="Arial" panose="020B0604020202020204" pitchFamily="34" charset="0"/>
              </a:defRPr>
            </a:lvl9pPr>
          </a:lstStyle>
          <a:p>
            <a:pPr algn="r" eaLnBrk="1" hangingPunct="1">
              <a:spcBef>
                <a:spcPct val="0"/>
              </a:spcBef>
            </a:pPr>
            <a:fld id="{C13D1E85-CBA0-4828-84A9-FB6CCA43B704}" type="slidenum">
              <a:rPr lang="de-DE" altLang="de-DE"/>
              <a:pPr algn="r" eaLnBrk="1" hangingPunct="1">
                <a:spcBef>
                  <a:spcPct val="0"/>
                </a:spcBef>
              </a:pPr>
              <a:t>58</a:t>
            </a:fld>
            <a:endParaRPr lang="de-DE" altLang="de-DE"/>
          </a:p>
        </p:txBody>
      </p:sp>
      <p:sp>
        <p:nvSpPr>
          <p:cNvPr id="111619" name="Text Box 1">
            <a:extLst>
              <a:ext uri="{FF2B5EF4-FFF2-40B4-BE49-F238E27FC236}">
                <a16:creationId xmlns:a16="http://schemas.microsoft.com/office/drawing/2014/main" id="{9B7D34C4-EB6F-44E9-8519-3472ED573340}"/>
              </a:ext>
            </a:extLst>
          </p:cNvPr>
          <p:cNvSpPr txBox="1">
            <a:spLocks noChangeArrowheads="1"/>
          </p:cNvSpPr>
          <p:nvPr/>
        </p:nvSpPr>
        <p:spPr bwMode="auto">
          <a:xfrm>
            <a:off x="4038600" y="9753600"/>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93" tIns="46797" rIns="89993" bIns="46797" anchor="b"/>
          <a:lstStyle>
            <a:lvl1pPr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1pPr>
            <a:lvl2pPr marL="742950" indent="-28575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2pPr>
            <a:lvl3pPr marL="11430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3pPr>
            <a:lvl4pPr marL="16002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4pPr>
            <a:lvl5pPr marL="2057400" indent="-228600" defTabSz="449263">
              <a:spcBef>
                <a:spcPct val="30000"/>
              </a:spcBef>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5pPr>
            <a:lvl6pPr marL="25146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6pPr>
            <a:lvl7pPr marL="29718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7pPr>
            <a:lvl8pPr marL="34290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8pPr>
            <a:lvl9pPr marL="3886200" indent="-228600" defTabSz="449263" eaLnBrk="0" fontAlgn="base" hangingPunct="0">
              <a:spcBef>
                <a:spcPct val="30000"/>
              </a:spcBef>
              <a:spcAft>
                <a:spcPct val="0"/>
              </a:spcAft>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chemeClr val="tx1"/>
                </a:solidFill>
                <a:latin typeface="Arial" panose="020B0604020202020204" pitchFamily="34" charset="0"/>
              </a:defRPr>
            </a:lvl9pPr>
          </a:lstStyle>
          <a:p>
            <a:pPr algn="r" eaLnBrk="1" hangingPunct="1">
              <a:spcBef>
                <a:spcPct val="0"/>
              </a:spcBef>
            </a:pPr>
            <a:fld id="{4D046550-9391-40D5-9FBE-2BDD8DB78EC5}" type="slidenum">
              <a:rPr lang="de-DE" altLang="de-DE">
                <a:ea typeface="Arial Unicode MS" pitchFamily="34" charset="-128"/>
              </a:rPr>
              <a:pPr algn="r" eaLnBrk="1" hangingPunct="1">
                <a:spcBef>
                  <a:spcPct val="0"/>
                </a:spcBef>
              </a:pPr>
              <a:t>58</a:t>
            </a:fld>
            <a:endParaRPr lang="de-DE" altLang="de-DE">
              <a:ea typeface="Arial Unicode MS" pitchFamily="34" charset="-128"/>
            </a:endParaRPr>
          </a:p>
        </p:txBody>
      </p:sp>
      <p:sp>
        <p:nvSpPr>
          <p:cNvPr id="111620" name="Rectangle 2">
            <a:extLst>
              <a:ext uri="{FF2B5EF4-FFF2-40B4-BE49-F238E27FC236}">
                <a16:creationId xmlns:a16="http://schemas.microsoft.com/office/drawing/2014/main" id="{DFDFE8D4-F9E6-40C6-8018-411AF222C429}"/>
              </a:ext>
            </a:extLst>
          </p:cNvPr>
          <p:cNvSpPr>
            <a:spLocks noGrp="1" noRot="1" noChangeAspect="1" noChangeArrowheads="1" noTextEdit="1"/>
          </p:cNvSpPr>
          <p:nvPr>
            <p:ph type="sldImg"/>
          </p:nvPr>
        </p:nvSpPr>
        <p:spPr>
          <a:solidFill>
            <a:srgbClr val="FFFFFF"/>
          </a:solidFill>
          <a:ln/>
        </p:spPr>
      </p:sp>
      <p:sp>
        <p:nvSpPr>
          <p:cNvPr id="111621" name="Rectangle 3">
            <a:extLst>
              <a:ext uri="{FF2B5EF4-FFF2-40B4-BE49-F238E27FC236}">
                <a16:creationId xmlns:a16="http://schemas.microsoft.com/office/drawing/2014/main" id="{59AFDE39-810E-444E-87AC-966D4C6A2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9993" tIns="46797" rIns="89993" bIns="46797" anchor="ctr"/>
          <a:lstStyle/>
          <a:p>
            <a:pPr defTabSz="449263" eaLnBrk="1" hangingPunct="1">
              <a:spcBef>
                <a:spcPts val="450"/>
              </a:spcBef>
              <a:tabLst>
                <a:tab pos="0" algn="l"/>
                <a:tab pos="912813" algn="l"/>
                <a:tab pos="1827213" algn="l"/>
                <a:tab pos="2741613" algn="l"/>
                <a:tab pos="3654425" algn="l"/>
                <a:tab pos="4570413" algn="l"/>
                <a:tab pos="5484813" algn="l"/>
                <a:tab pos="6399213" algn="l"/>
                <a:tab pos="7312025" algn="l"/>
                <a:tab pos="8228013" algn="l"/>
                <a:tab pos="9142413" algn="l"/>
                <a:tab pos="10055225" algn="l"/>
              </a:tabLst>
            </a:pPr>
            <a:endParaRPr lang="de-DE" altLang="de-DE">
              <a:latin typeface="Arial" panose="020B0604020202020204" pitchFamily="34" charset="0"/>
              <a:ea typeface="Arial Unicode MS" pitchFamily="34" charset="-128"/>
            </a:endParaRPr>
          </a:p>
        </p:txBody>
      </p:sp>
    </p:spTree>
    <p:extLst>
      <p:ext uri="{BB962C8B-B14F-4D97-AF65-F5344CB8AC3E}">
        <p14:creationId xmlns:p14="http://schemas.microsoft.com/office/powerpoint/2010/main" val="87993621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EFFC448B-A6FD-472B-BE2E-FED638B87BC0}"/>
              </a:ext>
            </a:extLst>
          </p:cNvPr>
          <p:cNvSpPr>
            <a:spLocks noGrp="1" noRot="1" noChangeAspect="1" noChangeArrowheads="1" noTextEdit="1"/>
          </p:cNvSpPr>
          <p:nvPr>
            <p:ph type="sldImg"/>
          </p:nvPr>
        </p:nvSpPr>
        <p:spPr>
          <a:xfrm>
            <a:off x="992188" y="768350"/>
            <a:ext cx="5114925" cy="3836988"/>
          </a:xfrm>
          <a:ln/>
        </p:spPr>
      </p:sp>
      <p:sp>
        <p:nvSpPr>
          <p:cNvPr id="21507" name="Rectangle 3">
            <a:extLst>
              <a:ext uri="{FF2B5EF4-FFF2-40B4-BE49-F238E27FC236}">
                <a16:creationId xmlns:a16="http://schemas.microsoft.com/office/drawing/2014/main" id="{5506E754-724C-437D-B824-CC73891F5CD0}"/>
              </a:ext>
            </a:extLst>
          </p:cNvPr>
          <p:cNvSpPr>
            <a:spLocks noGrp="1" noChangeArrowheads="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a:latin typeface="Arial" panose="020B0604020202020204" pitchFamily="34" charset="0"/>
            </a:endParaRPr>
          </a:p>
        </p:txBody>
      </p:sp>
    </p:spTree>
    <p:extLst>
      <p:ext uri="{BB962C8B-B14F-4D97-AF65-F5344CB8AC3E}">
        <p14:creationId xmlns:p14="http://schemas.microsoft.com/office/powerpoint/2010/main" val="42611197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4E60F81E-0E7A-4A5B-9FCD-D15B2D996513}"/>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defRPr>
            </a:lvl1pPr>
            <a:lvl2pPr marL="804863" indent="-309563" defTabSz="990600">
              <a:defRPr>
                <a:solidFill>
                  <a:schemeClr val="tx1"/>
                </a:solidFill>
                <a:latin typeface="Arial" panose="020B0604020202020204" pitchFamily="34" charset="0"/>
              </a:defRPr>
            </a:lvl2pPr>
            <a:lvl3pPr marL="1238250" indent="-247650" defTabSz="990600">
              <a:defRPr>
                <a:solidFill>
                  <a:schemeClr val="tx1"/>
                </a:solidFill>
                <a:latin typeface="Arial" panose="020B0604020202020204" pitchFamily="34" charset="0"/>
              </a:defRPr>
            </a:lvl3pPr>
            <a:lvl4pPr marL="1733550" indent="-247650" defTabSz="990600">
              <a:defRPr>
                <a:solidFill>
                  <a:schemeClr val="tx1"/>
                </a:solidFill>
                <a:latin typeface="Arial" panose="020B0604020202020204" pitchFamily="34" charset="0"/>
              </a:defRPr>
            </a:lvl4pPr>
            <a:lvl5pPr marL="2228850" indent="-247650" defTabSz="990600">
              <a:defRPr>
                <a:solidFill>
                  <a:schemeClr val="tx1"/>
                </a:solidFill>
                <a:latin typeface="Arial" panose="020B0604020202020204" pitchFamily="34" charset="0"/>
              </a:defRPr>
            </a:lvl5pPr>
            <a:lvl6pPr marL="2686050" indent="-247650" defTabSz="990600" eaLnBrk="0" fontAlgn="base" hangingPunct="0">
              <a:spcBef>
                <a:spcPct val="0"/>
              </a:spcBef>
              <a:spcAft>
                <a:spcPct val="0"/>
              </a:spcAft>
              <a:defRPr>
                <a:solidFill>
                  <a:schemeClr val="tx1"/>
                </a:solidFill>
                <a:latin typeface="Arial" panose="020B0604020202020204" pitchFamily="34" charset="0"/>
              </a:defRPr>
            </a:lvl6pPr>
            <a:lvl7pPr marL="3143250" indent="-247650" defTabSz="990600" eaLnBrk="0" fontAlgn="base" hangingPunct="0">
              <a:spcBef>
                <a:spcPct val="0"/>
              </a:spcBef>
              <a:spcAft>
                <a:spcPct val="0"/>
              </a:spcAft>
              <a:defRPr>
                <a:solidFill>
                  <a:schemeClr val="tx1"/>
                </a:solidFill>
                <a:latin typeface="Arial" panose="020B0604020202020204" pitchFamily="34" charset="0"/>
              </a:defRPr>
            </a:lvl7pPr>
            <a:lvl8pPr marL="3600450" indent="-247650" defTabSz="990600" eaLnBrk="0" fontAlgn="base" hangingPunct="0">
              <a:spcBef>
                <a:spcPct val="0"/>
              </a:spcBef>
              <a:spcAft>
                <a:spcPct val="0"/>
              </a:spcAft>
              <a:defRPr>
                <a:solidFill>
                  <a:schemeClr val="tx1"/>
                </a:solidFill>
                <a:latin typeface="Arial" panose="020B0604020202020204" pitchFamily="34" charset="0"/>
              </a:defRPr>
            </a:lvl8pPr>
            <a:lvl9pPr marL="4057650" indent="-247650" defTabSz="990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FE4FDD3-ACCD-42F6-8A5B-B1338672FA86}" type="slidenum">
              <a:rPr lang="de-DE" altLang="de-DE" sz="1300"/>
              <a:pPr algn="r" eaLnBrk="1" hangingPunct="1"/>
              <a:t>60</a:t>
            </a:fld>
            <a:endParaRPr lang="de-DE" altLang="de-DE" sz="1300"/>
          </a:p>
        </p:txBody>
      </p:sp>
      <p:sp>
        <p:nvSpPr>
          <p:cNvPr id="119811" name="Rectangle 2">
            <a:extLst>
              <a:ext uri="{FF2B5EF4-FFF2-40B4-BE49-F238E27FC236}">
                <a16:creationId xmlns:a16="http://schemas.microsoft.com/office/drawing/2014/main" id="{8FBCD8E7-0B98-4C88-8A7C-B0A95969E0CC}"/>
              </a:ext>
            </a:extLst>
          </p:cNvPr>
          <p:cNvSpPr>
            <a:spLocks noGrp="1" noRot="1" noChangeAspect="1" noChangeArrowheads="1" noTextEdit="1"/>
          </p:cNvSpPr>
          <p:nvPr>
            <p:ph type="sldImg"/>
          </p:nvPr>
        </p:nvSpPr>
        <p:spPr>
          <a:xfrm>
            <a:off x="992188" y="768350"/>
            <a:ext cx="5114925" cy="3836988"/>
          </a:xfrm>
          <a:ln/>
        </p:spPr>
      </p:sp>
      <p:sp>
        <p:nvSpPr>
          <p:cNvPr id="119812" name="Rectangle 3">
            <a:extLst>
              <a:ext uri="{FF2B5EF4-FFF2-40B4-BE49-F238E27FC236}">
                <a16:creationId xmlns:a16="http://schemas.microsoft.com/office/drawing/2014/main" id="{711BE577-09B5-46BE-9802-598C5A64D902}"/>
              </a:ext>
            </a:extLst>
          </p:cNvPr>
          <p:cNvSpPr>
            <a:spLocks noGrp="1" noChangeArrowheads="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pPr eaLnBrk="1" hangingPunct="1"/>
            <a:endParaRPr lang="de-DE" altLang="de-DE">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9BCB7E99-68E9-4F93-88D9-93710F3CE4F7}"/>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defRPr>
            </a:lvl1pPr>
            <a:lvl2pPr marL="804863" indent="-309563" defTabSz="990600">
              <a:defRPr>
                <a:solidFill>
                  <a:schemeClr val="tx1"/>
                </a:solidFill>
                <a:latin typeface="Arial" panose="020B0604020202020204" pitchFamily="34" charset="0"/>
              </a:defRPr>
            </a:lvl2pPr>
            <a:lvl3pPr marL="1238250" indent="-247650" defTabSz="990600">
              <a:defRPr>
                <a:solidFill>
                  <a:schemeClr val="tx1"/>
                </a:solidFill>
                <a:latin typeface="Arial" panose="020B0604020202020204" pitchFamily="34" charset="0"/>
              </a:defRPr>
            </a:lvl3pPr>
            <a:lvl4pPr marL="1733550" indent="-247650" defTabSz="990600">
              <a:defRPr>
                <a:solidFill>
                  <a:schemeClr val="tx1"/>
                </a:solidFill>
                <a:latin typeface="Arial" panose="020B0604020202020204" pitchFamily="34" charset="0"/>
              </a:defRPr>
            </a:lvl4pPr>
            <a:lvl5pPr marL="2228850" indent="-247650" defTabSz="990600">
              <a:defRPr>
                <a:solidFill>
                  <a:schemeClr val="tx1"/>
                </a:solidFill>
                <a:latin typeface="Arial" panose="020B0604020202020204" pitchFamily="34" charset="0"/>
              </a:defRPr>
            </a:lvl5pPr>
            <a:lvl6pPr marL="2686050" indent="-247650" defTabSz="990600" eaLnBrk="0" fontAlgn="base" hangingPunct="0">
              <a:spcBef>
                <a:spcPct val="0"/>
              </a:spcBef>
              <a:spcAft>
                <a:spcPct val="0"/>
              </a:spcAft>
              <a:defRPr>
                <a:solidFill>
                  <a:schemeClr val="tx1"/>
                </a:solidFill>
                <a:latin typeface="Arial" panose="020B0604020202020204" pitchFamily="34" charset="0"/>
              </a:defRPr>
            </a:lvl6pPr>
            <a:lvl7pPr marL="3143250" indent="-247650" defTabSz="990600" eaLnBrk="0" fontAlgn="base" hangingPunct="0">
              <a:spcBef>
                <a:spcPct val="0"/>
              </a:spcBef>
              <a:spcAft>
                <a:spcPct val="0"/>
              </a:spcAft>
              <a:defRPr>
                <a:solidFill>
                  <a:schemeClr val="tx1"/>
                </a:solidFill>
                <a:latin typeface="Arial" panose="020B0604020202020204" pitchFamily="34" charset="0"/>
              </a:defRPr>
            </a:lvl7pPr>
            <a:lvl8pPr marL="3600450" indent="-247650" defTabSz="990600" eaLnBrk="0" fontAlgn="base" hangingPunct="0">
              <a:spcBef>
                <a:spcPct val="0"/>
              </a:spcBef>
              <a:spcAft>
                <a:spcPct val="0"/>
              </a:spcAft>
              <a:defRPr>
                <a:solidFill>
                  <a:schemeClr val="tx1"/>
                </a:solidFill>
                <a:latin typeface="Arial" panose="020B0604020202020204" pitchFamily="34" charset="0"/>
              </a:defRPr>
            </a:lvl8pPr>
            <a:lvl9pPr marL="4057650" indent="-247650" defTabSz="990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C0FA9A2D-F5E8-4E77-A174-6C971D9524C8}" type="slidenum">
              <a:rPr lang="de-DE" altLang="de-DE" sz="1300"/>
              <a:pPr algn="r" eaLnBrk="1" hangingPunct="1"/>
              <a:t>61</a:t>
            </a:fld>
            <a:endParaRPr lang="de-DE" altLang="de-DE" sz="1300"/>
          </a:p>
        </p:txBody>
      </p:sp>
      <p:sp>
        <p:nvSpPr>
          <p:cNvPr id="121859" name="Rectangle 2">
            <a:extLst>
              <a:ext uri="{FF2B5EF4-FFF2-40B4-BE49-F238E27FC236}">
                <a16:creationId xmlns:a16="http://schemas.microsoft.com/office/drawing/2014/main" id="{F3F4EAE0-9185-44A7-B1A7-5F7A0953610B}"/>
              </a:ext>
            </a:extLst>
          </p:cNvPr>
          <p:cNvSpPr>
            <a:spLocks noGrp="1" noRot="1" noChangeAspect="1" noChangeArrowheads="1" noTextEdit="1"/>
          </p:cNvSpPr>
          <p:nvPr>
            <p:ph type="sldImg"/>
          </p:nvPr>
        </p:nvSpPr>
        <p:spPr>
          <a:xfrm>
            <a:off x="992188" y="768350"/>
            <a:ext cx="5114925" cy="3836988"/>
          </a:xfrm>
          <a:ln/>
        </p:spPr>
      </p:sp>
      <p:sp>
        <p:nvSpPr>
          <p:cNvPr id="121860" name="Rectangle 3">
            <a:extLst>
              <a:ext uri="{FF2B5EF4-FFF2-40B4-BE49-F238E27FC236}">
                <a16:creationId xmlns:a16="http://schemas.microsoft.com/office/drawing/2014/main" id="{AEDBF912-625F-43E4-9C15-B7FA9EA45D5D}"/>
              </a:ext>
            </a:extLst>
          </p:cNvPr>
          <p:cNvSpPr>
            <a:spLocks noGrp="1" noChangeArrowheads="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pPr eaLnBrk="1" hangingPunct="1"/>
            <a:endParaRPr lang="de-DE" altLang="de-DE">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3D503421-8576-433B-9B34-2F72C5D3C18E}"/>
              </a:ext>
            </a:extLst>
          </p:cNvPr>
          <p:cNvSpPr>
            <a:spLocks noGrp="1" noRot="1" noChangeAspect="1" noChangeArrowheads="1" noTextEdit="1"/>
          </p:cNvSpPr>
          <p:nvPr>
            <p:ph type="sldImg"/>
          </p:nvPr>
        </p:nvSpPr>
        <p:spPr>
          <a:xfrm>
            <a:off x="992188" y="768350"/>
            <a:ext cx="5114925" cy="3836988"/>
          </a:xfrm>
          <a:ln/>
        </p:spPr>
      </p:sp>
      <p:sp>
        <p:nvSpPr>
          <p:cNvPr id="123907" name="Rectangle 3">
            <a:extLst>
              <a:ext uri="{FF2B5EF4-FFF2-40B4-BE49-F238E27FC236}">
                <a16:creationId xmlns:a16="http://schemas.microsoft.com/office/drawing/2014/main" id="{21AFD044-2EA4-4DE5-AAD3-C9BBCEE58242}"/>
              </a:ext>
            </a:extLst>
          </p:cNvPr>
          <p:cNvSpPr>
            <a:spLocks noGrp="1" noChangeArrowheads="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a:latin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814C6648-2F22-41B3-A3DE-2BAC4755DB43}"/>
              </a:ext>
            </a:extLst>
          </p:cNvPr>
          <p:cNvSpPr>
            <a:spLocks noGrp="1" noRot="1" noChangeAspect="1" noChangeArrowheads="1" noTextEdit="1"/>
          </p:cNvSpPr>
          <p:nvPr>
            <p:ph type="sldImg"/>
          </p:nvPr>
        </p:nvSpPr>
        <p:spPr>
          <a:xfrm>
            <a:off x="992188" y="768350"/>
            <a:ext cx="5114925" cy="3836988"/>
          </a:xfrm>
          <a:ln/>
        </p:spPr>
      </p:sp>
      <p:sp>
        <p:nvSpPr>
          <p:cNvPr id="125955" name="Rectangle 3">
            <a:extLst>
              <a:ext uri="{FF2B5EF4-FFF2-40B4-BE49-F238E27FC236}">
                <a16:creationId xmlns:a16="http://schemas.microsoft.com/office/drawing/2014/main" id="{DDF732C5-279D-4797-B810-98355FBAC73E}"/>
              </a:ext>
            </a:extLst>
          </p:cNvPr>
          <p:cNvSpPr>
            <a:spLocks noGrp="1" noChangeArrowheads="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ltLang="de-DE">
              <a:latin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2715954C-B7BA-4647-8B28-4AF6695DD3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E708D3E-2FD4-4E91-A0ED-A63E9485110F}" type="slidenum">
              <a:rPr lang="de-DE" altLang="de-DE" smtClean="0"/>
              <a:pPr>
                <a:spcBef>
                  <a:spcPct val="0"/>
                </a:spcBef>
              </a:pPr>
              <a:t>64</a:t>
            </a:fld>
            <a:endParaRPr lang="de-DE" altLang="de-DE"/>
          </a:p>
        </p:txBody>
      </p:sp>
      <p:sp>
        <p:nvSpPr>
          <p:cNvPr id="128003" name="Rectangle 2">
            <a:extLst>
              <a:ext uri="{FF2B5EF4-FFF2-40B4-BE49-F238E27FC236}">
                <a16:creationId xmlns:a16="http://schemas.microsoft.com/office/drawing/2014/main" id="{502E5404-7A29-455A-A071-E0DC59BCFC6D}"/>
              </a:ext>
            </a:extLst>
          </p:cNvPr>
          <p:cNvSpPr>
            <a:spLocks noGrp="1" noRot="1" noChangeAspect="1" noChangeArrowheads="1" noTextEdit="1"/>
          </p:cNvSpPr>
          <p:nvPr>
            <p:ph type="sldImg"/>
          </p:nvPr>
        </p:nvSpPr>
        <p:spPr>
          <a:ln/>
        </p:spPr>
      </p:sp>
      <p:sp>
        <p:nvSpPr>
          <p:cNvPr id="128004" name="Rectangle 3">
            <a:extLst>
              <a:ext uri="{FF2B5EF4-FFF2-40B4-BE49-F238E27FC236}">
                <a16:creationId xmlns:a16="http://schemas.microsoft.com/office/drawing/2014/main" id="{1A6B0744-AE41-4358-B62E-BEE8432CEF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F4A6359F-721B-4046-A74F-FCB142BCD7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59B4594-894A-42E1-9FCF-A76F59DCD8E4}" type="slidenum">
              <a:rPr lang="de-DE" altLang="de-DE" smtClean="0"/>
              <a:pPr>
                <a:spcBef>
                  <a:spcPct val="0"/>
                </a:spcBef>
              </a:pPr>
              <a:t>65</a:t>
            </a:fld>
            <a:endParaRPr lang="de-DE" altLang="de-DE"/>
          </a:p>
        </p:txBody>
      </p:sp>
      <p:sp>
        <p:nvSpPr>
          <p:cNvPr id="130051" name="Rectangle 2">
            <a:extLst>
              <a:ext uri="{FF2B5EF4-FFF2-40B4-BE49-F238E27FC236}">
                <a16:creationId xmlns:a16="http://schemas.microsoft.com/office/drawing/2014/main" id="{9971051F-65FA-4224-BBF6-0B596863D4FC}"/>
              </a:ext>
            </a:extLst>
          </p:cNvPr>
          <p:cNvSpPr>
            <a:spLocks noGrp="1" noRot="1" noChangeAspect="1" noChangeArrowheads="1" noTextEdit="1"/>
          </p:cNvSpPr>
          <p:nvPr>
            <p:ph type="sldImg"/>
          </p:nvPr>
        </p:nvSpPr>
        <p:spPr>
          <a:ln/>
        </p:spPr>
      </p:sp>
      <p:sp>
        <p:nvSpPr>
          <p:cNvPr id="130052" name="Rectangle 3">
            <a:extLst>
              <a:ext uri="{FF2B5EF4-FFF2-40B4-BE49-F238E27FC236}">
                <a16:creationId xmlns:a16="http://schemas.microsoft.com/office/drawing/2014/main" id="{C5F21014-1F4F-427E-B1F6-AFBA1CD3DD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2130425"/>
            <a:ext cx="7772400" cy="1470025"/>
          </a:xfrm>
        </p:spPr>
        <p:txBody>
          <a:bodyPr/>
          <a:lstStyle/>
          <a:p>
            <a:r>
              <a:rPr lang="de-DE"/>
              <a:t>Titelmasterformat durch Klicken bearbeiten</a:t>
            </a:r>
          </a:p>
        </p:txBody>
      </p:sp>
      <p:sp>
        <p:nvSpPr>
          <p:cNvPr id="3" name="Untertitel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a:t>Formatvorlage des Untertitelmasters durch Klicken bearbeiten</a:t>
            </a:r>
          </a:p>
        </p:txBody>
      </p:sp>
      <p:sp>
        <p:nvSpPr>
          <p:cNvPr id="4" name="Rectangle 6">
            <a:extLst>
              <a:ext uri="{FF2B5EF4-FFF2-40B4-BE49-F238E27FC236}">
                <a16:creationId xmlns:a16="http://schemas.microsoft.com/office/drawing/2014/main" id="{0409308D-86AC-424F-9F4B-D9C16E9CACDF}"/>
              </a:ext>
            </a:extLst>
          </p:cNvPr>
          <p:cNvSpPr>
            <a:spLocks noGrp="1" noChangeArrowheads="1"/>
          </p:cNvSpPr>
          <p:nvPr>
            <p:ph type="sldNum" sz="quarter" idx="10"/>
          </p:nvPr>
        </p:nvSpPr>
        <p:spPr>
          <a:ln/>
        </p:spPr>
        <p:txBody>
          <a:bodyPr/>
          <a:lstStyle>
            <a:lvl1pPr>
              <a:defRPr/>
            </a:lvl1pPr>
          </a:lstStyle>
          <a:p>
            <a:pPr>
              <a:defRPr/>
            </a:pPr>
            <a:fld id="{5A3CA4E0-DD37-4383-A6C2-9EE66AC18F66}" type="slidenum">
              <a:rPr lang="de-DE" altLang="de-DE"/>
              <a:pPr>
                <a:defRPr/>
              </a:pPr>
              <a:t>‹Nr.›</a:t>
            </a:fld>
            <a:endParaRPr lang="de-DE" altLang="de-DE"/>
          </a:p>
        </p:txBody>
      </p:sp>
    </p:spTree>
    <p:extLst>
      <p:ext uri="{BB962C8B-B14F-4D97-AF65-F5344CB8AC3E}">
        <p14:creationId xmlns:p14="http://schemas.microsoft.com/office/powerpoint/2010/main" val="2430662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6">
            <a:extLst>
              <a:ext uri="{FF2B5EF4-FFF2-40B4-BE49-F238E27FC236}">
                <a16:creationId xmlns:a16="http://schemas.microsoft.com/office/drawing/2014/main" id="{8EBB01CD-6725-434D-833D-804229340E0F}"/>
              </a:ext>
            </a:extLst>
          </p:cNvPr>
          <p:cNvSpPr>
            <a:spLocks noGrp="1" noChangeArrowheads="1"/>
          </p:cNvSpPr>
          <p:nvPr>
            <p:ph type="sldNum" sz="quarter" idx="10"/>
          </p:nvPr>
        </p:nvSpPr>
        <p:spPr>
          <a:ln/>
        </p:spPr>
        <p:txBody>
          <a:bodyPr/>
          <a:lstStyle>
            <a:lvl1pPr>
              <a:defRPr/>
            </a:lvl1pPr>
          </a:lstStyle>
          <a:p>
            <a:pPr>
              <a:defRPr/>
            </a:pPr>
            <a:fld id="{7A3C6504-FEDD-4503-8043-DFB8C7D68A83}" type="slidenum">
              <a:rPr lang="de-DE" altLang="de-DE"/>
              <a:pPr>
                <a:defRPr/>
              </a:pPr>
              <a:t>‹Nr.›</a:t>
            </a:fld>
            <a:endParaRPr lang="de-DE" altLang="de-DE"/>
          </a:p>
        </p:txBody>
      </p:sp>
    </p:spTree>
    <p:extLst>
      <p:ext uri="{BB962C8B-B14F-4D97-AF65-F5344CB8AC3E}">
        <p14:creationId xmlns:p14="http://schemas.microsoft.com/office/powerpoint/2010/main" val="1373444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nchor="t"/>
          <a:lstStyle>
            <a:lvl1pPr algn="l">
              <a:defRPr sz="4000" b="1" cap="all"/>
            </a:lvl1pPr>
          </a:lstStyle>
          <a:p>
            <a:r>
              <a:rPr lang="de-DE"/>
              <a:t>Titelmasterformat durch Klicken bearbeiten</a:t>
            </a:r>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4" name="Rectangle 6">
            <a:extLst>
              <a:ext uri="{FF2B5EF4-FFF2-40B4-BE49-F238E27FC236}">
                <a16:creationId xmlns:a16="http://schemas.microsoft.com/office/drawing/2014/main" id="{D93AFB72-350D-48E9-8A2E-5FE51DE13D0F}"/>
              </a:ext>
            </a:extLst>
          </p:cNvPr>
          <p:cNvSpPr>
            <a:spLocks noGrp="1" noChangeArrowheads="1"/>
          </p:cNvSpPr>
          <p:nvPr>
            <p:ph type="sldNum" sz="quarter" idx="10"/>
          </p:nvPr>
        </p:nvSpPr>
        <p:spPr>
          <a:ln/>
        </p:spPr>
        <p:txBody>
          <a:bodyPr/>
          <a:lstStyle>
            <a:lvl1pPr>
              <a:defRPr/>
            </a:lvl1pPr>
          </a:lstStyle>
          <a:p>
            <a:pPr>
              <a:defRPr/>
            </a:pPr>
            <a:fld id="{8AF5CDD5-F50B-4699-8AC4-40F6FDFF6585}" type="slidenum">
              <a:rPr lang="de-DE" altLang="de-DE"/>
              <a:pPr>
                <a:defRPr/>
              </a:pPr>
              <a:t>‹Nr.›</a:t>
            </a:fld>
            <a:endParaRPr lang="de-DE" altLang="de-DE"/>
          </a:p>
        </p:txBody>
      </p:sp>
    </p:spTree>
    <p:extLst>
      <p:ext uri="{BB962C8B-B14F-4D97-AF65-F5344CB8AC3E}">
        <p14:creationId xmlns:p14="http://schemas.microsoft.com/office/powerpoint/2010/main" val="1751676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457200" y="981075"/>
            <a:ext cx="4038600"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648200" y="981075"/>
            <a:ext cx="4038600"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6">
            <a:extLst>
              <a:ext uri="{FF2B5EF4-FFF2-40B4-BE49-F238E27FC236}">
                <a16:creationId xmlns:a16="http://schemas.microsoft.com/office/drawing/2014/main" id="{B86C607A-D5B9-4934-B705-FD2748ECAB65}"/>
              </a:ext>
            </a:extLst>
          </p:cNvPr>
          <p:cNvSpPr>
            <a:spLocks noGrp="1" noChangeArrowheads="1"/>
          </p:cNvSpPr>
          <p:nvPr>
            <p:ph type="sldNum" sz="quarter" idx="10"/>
          </p:nvPr>
        </p:nvSpPr>
        <p:spPr>
          <a:ln/>
        </p:spPr>
        <p:txBody>
          <a:bodyPr/>
          <a:lstStyle>
            <a:lvl1pPr>
              <a:defRPr/>
            </a:lvl1pPr>
          </a:lstStyle>
          <a:p>
            <a:pPr>
              <a:defRPr/>
            </a:pPr>
            <a:fld id="{C4ED6895-7C54-48D3-B6B5-798FB375B965}" type="slidenum">
              <a:rPr lang="de-DE" altLang="de-DE"/>
              <a:pPr>
                <a:defRPr/>
              </a:pPr>
              <a:t>‹Nr.›</a:t>
            </a:fld>
            <a:endParaRPr lang="de-DE" altLang="de-DE"/>
          </a:p>
        </p:txBody>
      </p:sp>
    </p:spTree>
    <p:extLst>
      <p:ext uri="{BB962C8B-B14F-4D97-AF65-F5344CB8AC3E}">
        <p14:creationId xmlns:p14="http://schemas.microsoft.com/office/powerpoint/2010/main" val="1374524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6" name="Inhaltsplatzhalt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7" name="Rectangle 6">
            <a:extLst>
              <a:ext uri="{FF2B5EF4-FFF2-40B4-BE49-F238E27FC236}">
                <a16:creationId xmlns:a16="http://schemas.microsoft.com/office/drawing/2014/main" id="{D9B3C41F-A5AF-419E-BB30-B6BFFAE0877B}"/>
              </a:ext>
            </a:extLst>
          </p:cNvPr>
          <p:cNvSpPr>
            <a:spLocks noGrp="1" noChangeArrowheads="1"/>
          </p:cNvSpPr>
          <p:nvPr>
            <p:ph type="sldNum" sz="quarter" idx="10"/>
          </p:nvPr>
        </p:nvSpPr>
        <p:spPr>
          <a:ln/>
        </p:spPr>
        <p:txBody>
          <a:bodyPr/>
          <a:lstStyle>
            <a:lvl1pPr>
              <a:defRPr/>
            </a:lvl1pPr>
          </a:lstStyle>
          <a:p>
            <a:pPr>
              <a:defRPr/>
            </a:pPr>
            <a:fld id="{16B25BAE-B4FC-4EB0-8CED-27AFACC922E0}" type="slidenum">
              <a:rPr lang="de-DE" altLang="de-DE"/>
              <a:pPr>
                <a:defRPr/>
              </a:pPr>
              <a:t>‹Nr.›</a:t>
            </a:fld>
            <a:endParaRPr lang="de-DE" altLang="de-DE"/>
          </a:p>
        </p:txBody>
      </p:sp>
    </p:spTree>
    <p:extLst>
      <p:ext uri="{BB962C8B-B14F-4D97-AF65-F5344CB8AC3E}">
        <p14:creationId xmlns:p14="http://schemas.microsoft.com/office/powerpoint/2010/main" val="3018865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Rectangle 6">
            <a:extLst>
              <a:ext uri="{FF2B5EF4-FFF2-40B4-BE49-F238E27FC236}">
                <a16:creationId xmlns:a16="http://schemas.microsoft.com/office/drawing/2014/main" id="{C5338E49-4C16-45F7-A8FF-50BE46E6F52F}"/>
              </a:ext>
            </a:extLst>
          </p:cNvPr>
          <p:cNvSpPr>
            <a:spLocks noGrp="1" noChangeArrowheads="1"/>
          </p:cNvSpPr>
          <p:nvPr>
            <p:ph type="sldNum" sz="quarter" idx="10"/>
          </p:nvPr>
        </p:nvSpPr>
        <p:spPr>
          <a:ln/>
        </p:spPr>
        <p:txBody>
          <a:bodyPr/>
          <a:lstStyle>
            <a:lvl1pPr>
              <a:defRPr/>
            </a:lvl1pPr>
          </a:lstStyle>
          <a:p>
            <a:pPr>
              <a:defRPr/>
            </a:pPr>
            <a:fld id="{06D24B02-EBCE-442B-AB25-1BDBB53E83B8}" type="slidenum">
              <a:rPr lang="de-DE" altLang="de-DE"/>
              <a:pPr>
                <a:defRPr/>
              </a:pPr>
              <a:t>‹Nr.›</a:t>
            </a:fld>
            <a:endParaRPr lang="de-DE" altLang="de-DE"/>
          </a:p>
        </p:txBody>
      </p:sp>
    </p:spTree>
    <p:extLst>
      <p:ext uri="{BB962C8B-B14F-4D97-AF65-F5344CB8AC3E}">
        <p14:creationId xmlns:p14="http://schemas.microsoft.com/office/powerpoint/2010/main" val="2929894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6C8F5DE1-B34B-45F7-B759-9B25ED5B3623}"/>
              </a:ext>
            </a:extLst>
          </p:cNvPr>
          <p:cNvSpPr>
            <a:spLocks noGrp="1" noChangeArrowheads="1"/>
          </p:cNvSpPr>
          <p:nvPr>
            <p:ph type="sldNum" sz="quarter" idx="10"/>
          </p:nvPr>
        </p:nvSpPr>
        <p:spPr>
          <a:ln/>
        </p:spPr>
        <p:txBody>
          <a:bodyPr/>
          <a:lstStyle>
            <a:lvl1pPr>
              <a:defRPr/>
            </a:lvl1pPr>
          </a:lstStyle>
          <a:p>
            <a:pPr>
              <a:defRPr/>
            </a:pPr>
            <a:fld id="{076018F9-7BAF-40CE-A957-3AAFB6020DBC}" type="slidenum">
              <a:rPr lang="de-DE" altLang="de-DE"/>
              <a:pPr>
                <a:defRPr/>
              </a:pPr>
              <a:t>‹Nr.›</a:t>
            </a:fld>
            <a:endParaRPr lang="de-DE" altLang="de-DE"/>
          </a:p>
        </p:txBody>
      </p:sp>
    </p:spTree>
    <p:extLst>
      <p:ext uri="{BB962C8B-B14F-4D97-AF65-F5344CB8AC3E}">
        <p14:creationId xmlns:p14="http://schemas.microsoft.com/office/powerpoint/2010/main" val="233984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p>
        </p:txBody>
      </p:sp>
      <p:sp>
        <p:nvSpPr>
          <p:cNvPr id="3" name="Inhaltsplatzhalt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Rectangle 6">
            <a:extLst>
              <a:ext uri="{FF2B5EF4-FFF2-40B4-BE49-F238E27FC236}">
                <a16:creationId xmlns:a16="http://schemas.microsoft.com/office/drawing/2014/main" id="{D01C9FFD-8B83-4B67-AABE-E4EDDEA4E145}"/>
              </a:ext>
            </a:extLst>
          </p:cNvPr>
          <p:cNvSpPr>
            <a:spLocks noGrp="1" noChangeArrowheads="1"/>
          </p:cNvSpPr>
          <p:nvPr>
            <p:ph type="sldNum" sz="quarter" idx="10"/>
          </p:nvPr>
        </p:nvSpPr>
        <p:spPr>
          <a:ln/>
        </p:spPr>
        <p:txBody>
          <a:bodyPr/>
          <a:lstStyle>
            <a:lvl1pPr>
              <a:defRPr/>
            </a:lvl1pPr>
          </a:lstStyle>
          <a:p>
            <a:pPr>
              <a:defRPr/>
            </a:pPr>
            <a:fld id="{A6E55F63-F0CB-419A-A54F-5CAE563BDB05}" type="slidenum">
              <a:rPr lang="de-DE" altLang="de-DE"/>
              <a:pPr>
                <a:defRPr/>
              </a:pPr>
              <a:t>‹Nr.›</a:t>
            </a:fld>
            <a:endParaRPr lang="de-DE" altLang="de-DE" dirty="0"/>
          </a:p>
        </p:txBody>
      </p:sp>
    </p:spTree>
    <p:extLst>
      <p:ext uri="{BB962C8B-B14F-4D97-AF65-F5344CB8AC3E}">
        <p14:creationId xmlns:p14="http://schemas.microsoft.com/office/powerpoint/2010/main" val="2846830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Rectangle 6">
            <a:extLst>
              <a:ext uri="{FF2B5EF4-FFF2-40B4-BE49-F238E27FC236}">
                <a16:creationId xmlns:a16="http://schemas.microsoft.com/office/drawing/2014/main" id="{07EDCA55-8E6B-481B-A7C8-3AF131BA7A32}"/>
              </a:ext>
            </a:extLst>
          </p:cNvPr>
          <p:cNvSpPr>
            <a:spLocks noGrp="1" noChangeArrowheads="1"/>
          </p:cNvSpPr>
          <p:nvPr>
            <p:ph type="sldNum" sz="quarter" idx="10"/>
          </p:nvPr>
        </p:nvSpPr>
        <p:spPr>
          <a:ln/>
        </p:spPr>
        <p:txBody>
          <a:bodyPr/>
          <a:lstStyle>
            <a:lvl1pPr>
              <a:defRPr/>
            </a:lvl1pPr>
          </a:lstStyle>
          <a:p>
            <a:pPr>
              <a:defRPr/>
            </a:pPr>
            <a:fld id="{916E112F-F8A9-40FC-A23C-9B663A11172A}" type="slidenum">
              <a:rPr lang="de-DE" altLang="de-DE"/>
              <a:pPr>
                <a:defRPr/>
              </a:pPr>
              <a:t>‹Nr.›</a:t>
            </a:fld>
            <a:endParaRPr lang="de-DE" altLang="de-DE"/>
          </a:p>
        </p:txBody>
      </p:sp>
    </p:spTree>
    <p:extLst>
      <p:ext uri="{BB962C8B-B14F-4D97-AF65-F5344CB8AC3E}">
        <p14:creationId xmlns:p14="http://schemas.microsoft.com/office/powerpoint/2010/main" val="969162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6">
            <a:extLst>
              <a:ext uri="{FF2B5EF4-FFF2-40B4-BE49-F238E27FC236}">
                <a16:creationId xmlns:a16="http://schemas.microsoft.com/office/drawing/2014/main" id="{61C84E11-D487-47E1-9E1C-976C1541F72F}"/>
              </a:ext>
            </a:extLst>
          </p:cNvPr>
          <p:cNvSpPr>
            <a:spLocks noGrp="1" noChangeArrowheads="1"/>
          </p:cNvSpPr>
          <p:nvPr>
            <p:ph type="sldNum" sz="quarter" idx="10"/>
          </p:nvPr>
        </p:nvSpPr>
        <p:spPr>
          <a:ln/>
        </p:spPr>
        <p:txBody>
          <a:bodyPr/>
          <a:lstStyle>
            <a:lvl1pPr>
              <a:defRPr/>
            </a:lvl1pPr>
          </a:lstStyle>
          <a:p>
            <a:pPr>
              <a:defRPr/>
            </a:pPr>
            <a:fld id="{B6DDD0F3-E054-482F-A888-D88D072E7EED}" type="slidenum">
              <a:rPr lang="de-DE" altLang="de-DE"/>
              <a:pPr>
                <a:defRPr/>
              </a:pPr>
              <a:t>‹Nr.›</a:t>
            </a:fld>
            <a:endParaRPr lang="de-DE" altLang="de-DE"/>
          </a:p>
        </p:txBody>
      </p:sp>
    </p:spTree>
    <p:extLst>
      <p:ext uri="{BB962C8B-B14F-4D97-AF65-F5344CB8AC3E}">
        <p14:creationId xmlns:p14="http://schemas.microsoft.com/office/powerpoint/2010/main" val="170810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60350"/>
            <a:ext cx="2057400" cy="5832475"/>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457200" y="260350"/>
            <a:ext cx="6019800" cy="5832475"/>
          </a:xfrm>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6">
            <a:extLst>
              <a:ext uri="{FF2B5EF4-FFF2-40B4-BE49-F238E27FC236}">
                <a16:creationId xmlns:a16="http://schemas.microsoft.com/office/drawing/2014/main" id="{078CE9A1-24F5-4B16-9D9F-B47FE0E428DB}"/>
              </a:ext>
            </a:extLst>
          </p:cNvPr>
          <p:cNvSpPr>
            <a:spLocks noGrp="1" noChangeArrowheads="1"/>
          </p:cNvSpPr>
          <p:nvPr>
            <p:ph type="sldNum" sz="quarter" idx="10"/>
          </p:nvPr>
        </p:nvSpPr>
        <p:spPr>
          <a:ln/>
        </p:spPr>
        <p:txBody>
          <a:bodyPr/>
          <a:lstStyle>
            <a:lvl1pPr>
              <a:defRPr/>
            </a:lvl1pPr>
          </a:lstStyle>
          <a:p>
            <a:pPr>
              <a:defRPr/>
            </a:pPr>
            <a:fld id="{CAE07F68-C3FB-4D9C-84F9-A407033CA897}" type="slidenum">
              <a:rPr lang="de-DE" altLang="de-DE"/>
              <a:pPr>
                <a:defRPr/>
              </a:pPr>
              <a:t>‹Nr.›</a:t>
            </a:fld>
            <a:endParaRPr lang="de-DE" altLang="de-DE"/>
          </a:p>
        </p:txBody>
      </p:sp>
    </p:spTree>
    <p:extLst>
      <p:ext uri="{BB962C8B-B14F-4D97-AF65-F5344CB8AC3E}">
        <p14:creationId xmlns:p14="http://schemas.microsoft.com/office/powerpoint/2010/main" val="1647975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el und Tabelle">
    <p:spTree>
      <p:nvGrpSpPr>
        <p:cNvPr id="1" name=""/>
        <p:cNvGrpSpPr/>
        <p:nvPr/>
      </p:nvGrpSpPr>
      <p:grpSpPr>
        <a:xfrm>
          <a:off x="0" y="0"/>
          <a:ext cx="0" cy="0"/>
          <a:chOff x="0" y="0"/>
          <a:chExt cx="0" cy="0"/>
        </a:xfrm>
      </p:grpSpPr>
      <p:sp>
        <p:nvSpPr>
          <p:cNvPr id="2" name="Titel 1"/>
          <p:cNvSpPr>
            <a:spLocks noGrp="1"/>
          </p:cNvSpPr>
          <p:nvPr>
            <p:ph type="title"/>
          </p:nvPr>
        </p:nvSpPr>
        <p:spPr>
          <a:xfrm>
            <a:off x="457200" y="260350"/>
            <a:ext cx="8229600" cy="633413"/>
          </a:xfrm>
        </p:spPr>
        <p:txBody>
          <a:bodyPr/>
          <a:lstStyle/>
          <a:p>
            <a:r>
              <a:rPr lang="de-DE"/>
              <a:t>Titelmasterformat durch Klicken bearbeiten</a:t>
            </a:r>
          </a:p>
        </p:txBody>
      </p:sp>
      <p:sp>
        <p:nvSpPr>
          <p:cNvPr id="3" name="Tabellenplatzhalter 2"/>
          <p:cNvSpPr>
            <a:spLocks noGrp="1"/>
          </p:cNvSpPr>
          <p:nvPr>
            <p:ph type="tbl" idx="1"/>
          </p:nvPr>
        </p:nvSpPr>
        <p:spPr>
          <a:xfrm>
            <a:off x="457200" y="981075"/>
            <a:ext cx="8229600" cy="5111750"/>
          </a:xfrm>
        </p:spPr>
        <p:txBody>
          <a:bodyPr/>
          <a:lstStyle/>
          <a:p>
            <a:pPr lvl="0"/>
            <a:endParaRPr lang="de-DE" noProof="0"/>
          </a:p>
        </p:txBody>
      </p:sp>
      <p:sp>
        <p:nvSpPr>
          <p:cNvPr id="4" name="Rectangle 6">
            <a:extLst>
              <a:ext uri="{FF2B5EF4-FFF2-40B4-BE49-F238E27FC236}">
                <a16:creationId xmlns:a16="http://schemas.microsoft.com/office/drawing/2014/main" id="{0675A4A8-2DE0-4AB0-AD72-FF7D55CB92DA}"/>
              </a:ext>
            </a:extLst>
          </p:cNvPr>
          <p:cNvSpPr>
            <a:spLocks noGrp="1" noChangeArrowheads="1"/>
          </p:cNvSpPr>
          <p:nvPr>
            <p:ph type="sldNum" sz="quarter" idx="10"/>
          </p:nvPr>
        </p:nvSpPr>
        <p:spPr>
          <a:ln/>
        </p:spPr>
        <p:txBody>
          <a:bodyPr/>
          <a:lstStyle>
            <a:lvl1pPr>
              <a:defRPr/>
            </a:lvl1pPr>
          </a:lstStyle>
          <a:p>
            <a:pPr>
              <a:defRPr/>
            </a:pPr>
            <a:fld id="{E826B0C7-D98F-4C56-82ED-951B8CC83A78}" type="slidenum">
              <a:rPr lang="de-DE" altLang="de-DE"/>
              <a:pPr>
                <a:defRPr/>
              </a:pPr>
              <a:t>‹Nr.›</a:t>
            </a:fld>
            <a:endParaRPr lang="de-DE" altLang="de-DE"/>
          </a:p>
        </p:txBody>
      </p:sp>
    </p:spTree>
    <p:extLst>
      <p:ext uri="{BB962C8B-B14F-4D97-AF65-F5344CB8AC3E}">
        <p14:creationId xmlns:p14="http://schemas.microsoft.com/office/powerpoint/2010/main" val="17689397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Inhalt">
    <p:spTree>
      <p:nvGrpSpPr>
        <p:cNvPr id="1" name=""/>
        <p:cNvGrpSpPr/>
        <p:nvPr/>
      </p:nvGrpSpPr>
      <p:grpSpPr>
        <a:xfrm>
          <a:off x="0" y="0"/>
          <a:ext cx="0" cy="0"/>
          <a:chOff x="0" y="0"/>
          <a:chExt cx="0" cy="0"/>
        </a:xfrm>
      </p:grpSpPr>
      <p:sp>
        <p:nvSpPr>
          <p:cNvPr id="2" name="Inhaltsplatzhalter 1"/>
          <p:cNvSpPr>
            <a:spLocks noGrp="1"/>
          </p:cNvSpPr>
          <p:nvPr>
            <p:ph/>
          </p:nvPr>
        </p:nvSpPr>
        <p:spPr>
          <a:xfrm>
            <a:off x="457200" y="260350"/>
            <a:ext cx="8229600" cy="5832475"/>
          </a:xfrm>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3" name="Rectangle 6">
            <a:extLst>
              <a:ext uri="{FF2B5EF4-FFF2-40B4-BE49-F238E27FC236}">
                <a16:creationId xmlns:a16="http://schemas.microsoft.com/office/drawing/2014/main" id="{B2181068-6CAD-4B5B-B97B-81E101ACF843}"/>
              </a:ext>
            </a:extLst>
          </p:cNvPr>
          <p:cNvSpPr>
            <a:spLocks noGrp="1" noChangeArrowheads="1"/>
          </p:cNvSpPr>
          <p:nvPr>
            <p:ph type="sldNum" sz="quarter" idx="10"/>
          </p:nvPr>
        </p:nvSpPr>
        <p:spPr>
          <a:ln/>
        </p:spPr>
        <p:txBody>
          <a:bodyPr/>
          <a:lstStyle>
            <a:lvl1pPr>
              <a:defRPr/>
            </a:lvl1pPr>
          </a:lstStyle>
          <a:p>
            <a:pPr>
              <a:defRPr/>
            </a:pPr>
            <a:fld id="{BE15C9E3-53E9-4FA8-9EC7-F025D4958247}" type="slidenum">
              <a:rPr lang="de-DE" altLang="de-DE"/>
              <a:pPr>
                <a:defRPr/>
              </a:pPr>
              <a:t>‹Nr.›</a:t>
            </a:fld>
            <a:endParaRPr lang="de-DE" altLang="de-DE"/>
          </a:p>
        </p:txBody>
      </p:sp>
    </p:spTree>
    <p:extLst>
      <p:ext uri="{BB962C8B-B14F-4D97-AF65-F5344CB8AC3E}">
        <p14:creationId xmlns:p14="http://schemas.microsoft.com/office/powerpoint/2010/main" val="3155925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0725D8B-7ED5-4E9E-8E71-A7D2D946B465}"/>
              </a:ext>
            </a:extLst>
          </p:cNvPr>
          <p:cNvSpPr>
            <a:spLocks noGrp="1" noChangeArrowheads="1"/>
          </p:cNvSpPr>
          <p:nvPr>
            <p:ph type="title"/>
          </p:nvPr>
        </p:nvSpPr>
        <p:spPr bwMode="auto">
          <a:xfrm>
            <a:off x="457200" y="260350"/>
            <a:ext cx="8229600" cy="633413"/>
          </a:xfrm>
          <a:prstGeom prst="rect">
            <a:avLst/>
          </a:prstGeom>
          <a:noFill/>
          <a:ln>
            <a:noFill/>
          </a:ln>
          <a:effectLst>
            <a:outerShdw dist="17961"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de-DE"/>
              <a:t>Titelmasterformat durch Klicken bearbeiten</a:t>
            </a:r>
          </a:p>
        </p:txBody>
      </p:sp>
      <p:sp>
        <p:nvSpPr>
          <p:cNvPr id="1027" name="Rectangle 3">
            <a:extLst>
              <a:ext uri="{FF2B5EF4-FFF2-40B4-BE49-F238E27FC236}">
                <a16:creationId xmlns:a16="http://schemas.microsoft.com/office/drawing/2014/main" id="{28548EE9-1C8C-44E6-BAC0-081E21A956F3}"/>
              </a:ext>
            </a:extLst>
          </p:cNvPr>
          <p:cNvSpPr>
            <a:spLocks noGrp="1" noChangeArrowheads="1"/>
          </p:cNvSpPr>
          <p:nvPr>
            <p:ph type="body" idx="1"/>
          </p:nvPr>
        </p:nvSpPr>
        <p:spPr bwMode="auto">
          <a:xfrm>
            <a:off x="457200" y="981075"/>
            <a:ext cx="8229600"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a:t>Textmasterformate durch Klicken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sp>
        <p:nvSpPr>
          <p:cNvPr id="1030" name="Rectangle 6">
            <a:extLst>
              <a:ext uri="{FF2B5EF4-FFF2-40B4-BE49-F238E27FC236}">
                <a16:creationId xmlns:a16="http://schemas.microsoft.com/office/drawing/2014/main" id="{035F52F3-86F4-400D-8FED-3F3CC53850D6}"/>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Calibri" panose="020F0502020204030204" pitchFamily="34" charset="0"/>
                <a:cs typeface="Calibri" panose="020F0502020204030204" pitchFamily="34" charset="0"/>
              </a:defRPr>
            </a:lvl1pPr>
          </a:lstStyle>
          <a:p>
            <a:pPr>
              <a:defRPr/>
            </a:pPr>
            <a:fld id="{FF352765-3A59-4BC8-8CE4-DEA75FB94D0E}" type="slidenum">
              <a:rPr lang="de-DE" altLang="de-DE" smtClean="0"/>
              <a:pPr>
                <a:defRPr/>
              </a:pPr>
              <a:t>‹Nr.›</a:t>
            </a:fld>
            <a:endParaRPr lang="de-DE" altLang="de-DE" dirty="0"/>
          </a:p>
        </p:txBody>
      </p:sp>
      <p:sp>
        <p:nvSpPr>
          <p:cNvPr id="1029" name="Oval 8">
            <a:extLst>
              <a:ext uri="{FF2B5EF4-FFF2-40B4-BE49-F238E27FC236}">
                <a16:creationId xmlns:a16="http://schemas.microsoft.com/office/drawing/2014/main" id="{C0BB0DBB-E520-4C0F-851E-1D377DF83355}"/>
              </a:ext>
            </a:extLst>
          </p:cNvPr>
          <p:cNvSpPr>
            <a:spLocks noChangeArrowheads="1"/>
          </p:cNvSpPr>
          <p:nvPr/>
        </p:nvSpPr>
        <p:spPr bwMode="auto">
          <a:xfrm>
            <a:off x="601663" y="6265863"/>
            <a:ext cx="312737" cy="331787"/>
          </a:xfrm>
          <a:prstGeom prst="ellipse">
            <a:avLst/>
          </a:prstGeom>
          <a:solidFill>
            <a:srgbClr val="0094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de-DE" altLang="de-DE"/>
          </a:p>
        </p:txBody>
      </p:sp>
      <p:sp>
        <p:nvSpPr>
          <p:cNvPr id="2" name="Oval 9">
            <a:extLst>
              <a:ext uri="{FF2B5EF4-FFF2-40B4-BE49-F238E27FC236}">
                <a16:creationId xmlns:a16="http://schemas.microsoft.com/office/drawing/2014/main" id="{7079BD2C-F6D3-4A0E-8EDE-D5907F809745}"/>
              </a:ext>
            </a:extLst>
          </p:cNvPr>
          <p:cNvSpPr>
            <a:spLocks noChangeArrowheads="1"/>
          </p:cNvSpPr>
          <p:nvPr/>
        </p:nvSpPr>
        <p:spPr bwMode="auto">
          <a:xfrm>
            <a:off x="665163" y="6332538"/>
            <a:ext cx="188912" cy="19843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de-DE" altLang="de-DE"/>
          </a:p>
        </p:txBody>
      </p:sp>
      <p:sp>
        <p:nvSpPr>
          <p:cNvPr id="1031" name="Rectangle 11">
            <a:extLst>
              <a:ext uri="{FF2B5EF4-FFF2-40B4-BE49-F238E27FC236}">
                <a16:creationId xmlns:a16="http://schemas.microsoft.com/office/drawing/2014/main" id="{5368E4CA-C23C-4059-999C-301B92D5849C}"/>
              </a:ext>
            </a:extLst>
          </p:cNvPr>
          <p:cNvSpPr>
            <a:spLocks noChangeArrowheads="1"/>
          </p:cNvSpPr>
          <p:nvPr/>
        </p:nvSpPr>
        <p:spPr bwMode="auto">
          <a:xfrm>
            <a:off x="1482725" y="6219825"/>
            <a:ext cx="230981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defRPr/>
            </a:pPr>
            <a:r>
              <a:rPr lang="de-DE" altLang="de-DE" sz="1200" b="1">
                <a:solidFill>
                  <a:srgbClr val="919191"/>
                </a:solidFill>
              </a:rPr>
              <a:t>Hochschule</a:t>
            </a:r>
            <a:endParaRPr lang="de-DE" altLang="de-DE" sz="1200"/>
          </a:p>
          <a:p>
            <a:pPr eaLnBrk="1" hangingPunct="1">
              <a:lnSpc>
                <a:spcPct val="115000"/>
              </a:lnSpc>
              <a:defRPr/>
            </a:pPr>
            <a:r>
              <a:rPr lang="de-DE" altLang="de-DE" sz="1200" b="1">
                <a:solidFill>
                  <a:srgbClr val="919191"/>
                </a:solidFill>
                <a:latin typeface="Frutiger 45 Light" panose="020B0500000000000000" pitchFamily="34" charset="0"/>
              </a:rPr>
              <a:t>Bonn-Rhein-Sieg</a:t>
            </a:r>
          </a:p>
        </p:txBody>
      </p:sp>
      <p:sp>
        <p:nvSpPr>
          <p:cNvPr id="1032" name="Oval 12">
            <a:extLst>
              <a:ext uri="{FF2B5EF4-FFF2-40B4-BE49-F238E27FC236}">
                <a16:creationId xmlns:a16="http://schemas.microsoft.com/office/drawing/2014/main" id="{B5C5B55B-6100-44EA-8C47-5C0AEDAFDB50}"/>
              </a:ext>
            </a:extLst>
          </p:cNvPr>
          <p:cNvSpPr>
            <a:spLocks noChangeArrowheads="1"/>
          </p:cNvSpPr>
          <p:nvPr/>
        </p:nvSpPr>
        <p:spPr bwMode="auto">
          <a:xfrm>
            <a:off x="1116013" y="6265863"/>
            <a:ext cx="311150" cy="331787"/>
          </a:xfrm>
          <a:prstGeom prst="ellipse">
            <a:avLst/>
          </a:prstGeom>
          <a:solidFill>
            <a:srgbClr val="0094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de-DE" altLang="de-DE"/>
          </a:p>
        </p:txBody>
      </p:sp>
      <p:sp>
        <p:nvSpPr>
          <p:cNvPr id="1033" name="Line 20">
            <a:extLst>
              <a:ext uri="{FF2B5EF4-FFF2-40B4-BE49-F238E27FC236}">
                <a16:creationId xmlns:a16="http://schemas.microsoft.com/office/drawing/2014/main" id="{20992D52-E7A7-4AFB-9924-47902E789501}"/>
              </a:ext>
            </a:extLst>
          </p:cNvPr>
          <p:cNvSpPr>
            <a:spLocks noChangeShapeType="1"/>
          </p:cNvSpPr>
          <p:nvPr/>
        </p:nvSpPr>
        <p:spPr bwMode="auto">
          <a:xfrm>
            <a:off x="468313" y="6165850"/>
            <a:ext cx="8196262" cy="0"/>
          </a:xfrm>
          <a:prstGeom prst="line">
            <a:avLst/>
          </a:prstGeom>
          <a:noFill/>
          <a:ln w="12700">
            <a:solidFill>
              <a:srgbClr val="0094DD"/>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sp>
        <p:nvSpPr>
          <p:cNvPr id="1034" name="Rectangle 21">
            <a:extLst>
              <a:ext uri="{FF2B5EF4-FFF2-40B4-BE49-F238E27FC236}">
                <a16:creationId xmlns:a16="http://schemas.microsoft.com/office/drawing/2014/main" id="{2EF3E038-F155-4399-8161-40F09BC94CCD}"/>
              </a:ext>
            </a:extLst>
          </p:cNvPr>
          <p:cNvSpPr>
            <a:spLocks noChangeArrowheads="1"/>
          </p:cNvSpPr>
          <p:nvPr/>
        </p:nvSpPr>
        <p:spPr bwMode="auto">
          <a:xfrm>
            <a:off x="8147050" y="15621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lstStyle>
            <a:lvl1pPr defTabSz="762000" eaLnBrk="0" hangingPunct="0">
              <a:defRPr>
                <a:solidFill>
                  <a:schemeClr val="tx1"/>
                </a:solidFill>
                <a:latin typeface="Arial" panose="020B0604020202020204" pitchFamily="34" charset="0"/>
              </a:defRPr>
            </a:lvl1pPr>
            <a:lvl2pPr marL="742950" indent="-285750" defTabSz="762000" eaLnBrk="0" hangingPunct="0">
              <a:defRPr>
                <a:solidFill>
                  <a:schemeClr val="tx1"/>
                </a:solidFill>
                <a:latin typeface="Arial" panose="020B0604020202020204" pitchFamily="34" charset="0"/>
              </a:defRPr>
            </a:lvl2pPr>
            <a:lvl3pPr marL="1143000" indent="-228600" defTabSz="762000" eaLnBrk="0" hangingPunct="0">
              <a:defRPr>
                <a:solidFill>
                  <a:schemeClr val="tx1"/>
                </a:solidFill>
                <a:latin typeface="Arial" panose="020B0604020202020204" pitchFamily="34" charset="0"/>
              </a:defRPr>
            </a:lvl3pPr>
            <a:lvl4pPr marL="1600200" indent="-228600" defTabSz="762000" eaLnBrk="0" hangingPunct="0">
              <a:defRPr>
                <a:solidFill>
                  <a:schemeClr val="tx1"/>
                </a:solidFill>
                <a:latin typeface="Arial" panose="020B0604020202020204" pitchFamily="34" charset="0"/>
              </a:defRPr>
            </a:lvl4pPr>
            <a:lvl5pPr marL="2057400" indent="-228600" defTabSz="762000" eaLnBrk="0" hangingPunct="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r">
              <a:defRPr/>
            </a:pPr>
            <a:endParaRPr lang="de-DE" altLang="de-DE"/>
          </a:p>
        </p:txBody>
      </p:sp>
      <p:sp>
        <p:nvSpPr>
          <p:cNvPr id="1035" name="Text Box 22">
            <a:extLst>
              <a:ext uri="{FF2B5EF4-FFF2-40B4-BE49-F238E27FC236}">
                <a16:creationId xmlns:a16="http://schemas.microsoft.com/office/drawing/2014/main" id="{4B4F0001-93D2-473E-9CEF-3C12F206966D}"/>
              </a:ext>
            </a:extLst>
          </p:cNvPr>
          <p:cNvSpPr txBox="1">
            <a:spLocks noChangeArrowheads="1"/>
          </p:cNvSpPr>
          <p:nvPr userDrawn="1"/>
        </p:nvSpPr>
        <p:spPr bwMode="auto">
          <a:xfrm>
            <a:off x="3217863" y="6148388"/>
            <a:ext cx="3051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de-DE" altLang="de-DE" sz="1400" b="1" dirty="0" err="1"/>
              <a:t>Vorlesung_H_FelderStringsZeiger</a:t>
            </a:r>
            <a:endParaRPr lang="de-DE" altLang="de-DE" sz="1400" b="1" dirty="0"/>
          </a:p>
        </p:txBody>
      </p:sp>
      <p:sp>
        <p:nvSpPr>
          <p:cNvPr id="1037" name="Text Box 24">
            <a:extLst>
              <a:ext uri="{FF2B5EF4-FFF2-40B4-BE49-F238E27FC236}">
                <a16:creationId xmlns:a16="http://schemas.microsoft.com/office/drawing/2014/main" id="{5A10C1F7-FC66-4CE8-8805-9DAEBA57DD94}"/>
              </a:ext>
            </a:extLst>
          </p:cNvPr>
          <p:cNvSpPr txBox="1">
            <a:spLocks noChangeArrowheads="1"/>
          </p:cNvSpPr>
          <p:nvPr userDrawn="1"/>
        </p:nvSpPr>
        <p:spPr bwMode="auto">
          <a:xfrm>
            <a:off x="3287713" y="6450013"/>
            <a:ext cx="25003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de-DE" altLang="de-DE" sz="1200"/>
              <a:t>Irene Rothe, irene.rothe@h-brs.de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fontAlgn="base">
        <a:spcBef>
          <a:spcPct val="0"/>
        </a:spcBef>
        <a:spcAft>
          <a:spcPct val="0"/>
        </a:spcAft>
        <a:defRPr sz="3200">
          <a:solidFill>
            <a:schemeClr val="tx2"/>
          </a:solidFill>
          <a:latin typeface="Arial" charset="0"/>
        </a:defRPr>
      </a:lvl6pPr>
      <a:lvl7pPr marL="914400" algn="l" rtl="0" fontAlgn="base">
        <a:spcBef>
          <a:spcPct val="0"/>
        </a:spcBef>
        <a:spcAft>
          <a:spcPct val="0"/>
        </a:spcAft>
        <a:defRPr sz="3200">
          <a:solidFill>
            <a:schemeClr val="tx2"/>
          </a:solidFill>
          <a:latin typeface="Arial" charset="0"/>
        </a:defRPr>
      </a:lvl7pPr>
      <a:lvl8pPr marL="1371600" algn="l" rtl="0" fontAlgn="base">
        <a:spcBef>
          <a:spcPct val="0"/>
        </a:spcBef>
        <a:spcAft>
          <a:spcPct val="0"/>
        </a:spcAft>
        <a:defRPr sz="3200">
          <a:solidFill>
            <a:schemeClr val="tx2"/>
          </a:solidFill>
          <a:latin typeface="Arial" charset="0"/>
        </a:defRPr>
      </a:lvl8pPr>
      <a:lvl9pPr marL="1828800" algn="l" rtl="0" fontAlgn="base">
        <a:spcBef>
          <a:spcPct val="0"/>
        </a:spcBef>
        <a:spcAft>
          <a:spcPct val="0"/>
        </a:spcAft>
        <a:defRPr sz="3200">
          <a:solidFill>
            <a:schemeClr val="tx2"/>
          </a:solidFill>
          <a:latin typeface="Arial" charset="0"/>
        </a:defRPr>
      </a:lvl9pPr>
    </p:titleStyle>
    <p:bodyStyle>
      <a:lvl1pPr marL="342900" indent="-342900" algn="l" rtl="0" eaLnBrk="0" fontAlgn="base" hangingPunct="0">
        <a:spcBef>
          <a:spcPct val="20000"/>
        </a:spcBef>
        <a:spcAft>
          <a:spcPct val="0"/>
        </a:spcAft>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400">
          <a:solidFill>
            <a:schemeClr val="tx1"/>
          </a:solidFill>
          <a:latin typeface="+mn-lt"/>
        </a:defRPr>
      </a:lvl2pPr>
      <a:lvl3pPr marL="1143000" indent="-228600" algn="l" rtl="0" eaLnBrk="0" fontAlgn="base" hangingPunct="0">
        <a:spcBef>
          <a:spcPct val="20000"/>
        </a:spcBef>
        <a:spcAft>
          <a:spcPct val="0"/>
        </a:spcAft>
        <a:buChar char="•"/>
        <a:defRPr sz="1600">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irene.rothe@h-brs.d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youtu.be/-2W_CU-0-rQ"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hyperlink" Target="https://youtu.be/fBm7wyZ4mz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7.wmf"/><Relationship Id="rId5" Type="http://schemas.openxmlformats.org/officeDocument/2006/relationships/oleObject" Target="../embeddings/oleObject1.bin"/><Relationship Id="rId4" Type="http://schemas.openxmlformats.org/officeDocument/2006/relationships/audio" Target="../media/audio1.wav"/></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7.xml"/><Relationship Id="rId1" Type="http://schemas.openxmlformats.org/officeDocument/2006/relationships/slideLayout" Target="../slideLayouts/slideLayout6.xml"/><Relationship Id="rId4" Type="http://schemas.openxmlformats.org/officeDocument/2006/relationships/image" Target="../media/image8.jpe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6.xml"/><Relationship Id="rId4" Type="http://schemas.openxmlformats.org/officeDocument/2006/relationships/hyperlink" Target="https://www.youtube.com/watch?v=J7z4D1K3z5M&amp;t=20s" TargetMode="Externa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liennummernplatzhalter 3">
            <a:extLst>
              <a:ext uri="{FF2B5EF4-FFF2-40B4-BE49-F238E27FC236}">
                <a16:creationId xmlns:a16="http://schemas.microsoft.com/office/drawing/2014/main" id="{E9A17C39-3ED5-4C48-A818-4B94650EA70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68F61F88-9068-40A1-9791-FF430E0DAC06}" type="slidenum">
              <a:rPr lang="de-DE" altLang="de-DE" sz="1400" smtClean="0"/>
              <a:pPr>
                <a:spcBef>
                  <a:spcPct val="0"/>
                </a:spcBef>
                <a:buFontTx/>
                <a:buNone/>
              </a:pPr>
              <a:t>1</a:t>
            </a:fld>
            <a:endParaRPr lang="de-DE" altLang="de-DE" sz="1400"/>
          </a:p>
        </p:txBody>
      </p:sp>
      <p:sp>
        <p:nvSpPr>
          <p:cNvPr id="4099" name="Rectangle 2">
            <a:extLst>
              <a:ext uri="{FF2B5EF4-FFF2-40B4-BE49-F238E27FC236}">
                <a16:creationId xmlns:a16="http://schemas.microsoft.com/office/drawing/2014/main" id="{18A7641B-332D-44D7-AB68-7CB8A9A40EA3}"/>
              </a:ext>
            </a:extLst>
          </p:cNvPr>
          <p:cNvSpPr>
            <a:spLocks noGrp="1" noChangeArrowheads="1"/>
          </p:cNvSpPr>
          <p:nvPr>
            <p:ph type="ctrTitle"/>
          </p:nvPr>
        </p:nvSpPr>
        <p:spPr>
          <a:xfrm>
            <a:off x="687388" y="1287463"/>
            <a:ext cx="7772400" cy="1470025"/>
          </a:xfrm>
        </p:spPr>
        <p:txBody>
          <a:bodyPr/>
          <a:lstStyle/>
          <a:p>
            <a:pPr algn="ctr" eaLnBrk="1" hangingPunct="1"/>
            <a:r>
              <a:rPr lang="de-DE" altLang="de-DE" dirty="0"/>
              <a:t>Informatik 2 </a:t>
            </a:r>
          </a:p>
        </p:txBody>
      </p:sp>
      <p:sp>
        <p:nvSpPr>
          <p:cNvPr id="4100" name="Rectangle 3">
            <a:extLst>
              <a:ext uri="{FF2B5EF4-FFF2-40B4-BE49-F238E27FC236}">
                <a16:creationId xmlns:a16="http://schemas.microsoft.com/office/drawing/2014/main" id="{C4210306-D3FB-4145-96FB-2331CE04BD4E}"/>
              </a:ext>
            </a:extLst>
          </p:cNvPr>
          <p:cNvSpPr>
            <a:spLocks noGrp="1" noChangeArrowheads="1"/>
          </p:cNvSpPr>
          <p:nvPr>
            <p:ph type="subTitle" idx="1"/>
          </p:nvPr>
        </p:nvSpPr>
        <p:spPr>
          <a:xfrm>
            <a:off x="1316038" y="2487613"/>
            <a:ext cx="6400800" cy="1752600"/>
          </a:xfrm>
        </p:spPr>
        <p:txBody>
          <a:bodyPr/>
          <a:lstStyle/>
          <a:p>
            <a:pPr marL="342900" indent="-342900" algn="l" eaLnBrk="1" hangingPunct="1">
              <a:buFontTx/>
              <a:buChar char="•"/>
            </a:pPr>
            <a:r>
              <a:rPr lang="de-DE" altLang="de-DE" sz="2400"/>
              <a:t>mehrdimensionale Felder</a:t>
            </a:r>
          </a:p>
          <a:p>
            <a:pPr marL="342900" indent="-342900" algn="l" eaLnBrk="1" hangingPunct="1">
              <a:buFontTx/>
              <a:buChar char="•"/>
            </a:pPr>
            <a:r>
              <a:rPr lang="de-DE" altLang="de-DE" sz="2400"/>
              <a:t>Zeiger auf Zeiger</a:t>
            </a:r>
          </a:p>
        </p:txBody>
      </p:sp>
      <p:sp>
        <p:nvSpPr>
          <p:cNvPr id="4101" name="Text Box 4">
            <a:extLst>
              <a:ext uri="{FF2B5EF4-FFF2-40B4-BE49-F238E27FC236}">
                <a16:creationId xmlns:a16="http://schemas.microsoft.com/office/drawing/2014/main" id="{1DB67A4E-917E-4B98-ABE3-26ACAF9BDBC5}"/>
              </a:ext>
            </a:extLst>
          </p:cNvPr>
          <p:cNvSpPr txBox="1">
            <a:spLocks noChangeArrowheads="1"/>
          </p:cNvSpPr>
          <p:nvPr/>
        </p:nvSpPr>
        <p:spPr bwMode="auto">
          <a:xfrm>
            <a:off x="392113" y="4732338"/>
            <a:ext cx="253723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a:t>Irene Rothe</a:t>
            </a:r>
            <a:br>
              <a:rPr lang="de-DE" altLang="de-DE" sz="1800" b="1" dirty="0"/>
            </a:br>
            <a:endParaRPr lang="de-DE" altLang="de-DE" sz="1800" b="1" dirty="0"/>
          </a:p>
          <a:p>
            <a:pPr eaLnBrk="1" hangingPunct="1">
              <a:spcBef>
                <a:spcPct val="0"/>
              </a:spcBef>
              <a:buFontTx/>
              <a:buNone/>
            </a:pPr>
            <a:r>
              <a:rPr lang="de-DE" altLang="de-DE" dirty="0" err="1">
                <a:latin typeface="Calibri" panose="020F0502020204030204" pitchFamily="34" charset="0"/>
                <a:cs typeface="Calibri" panose="020F0502020204030204" pitchFamily="34" charset="0"/>
              </a:rPr>
              <a:t>Zi</a:t>
            </a:r>
            <a:r>
              <a:rPr lang="de-DE" altLang="de-DE" dirty="0">
                <a:latin typeface="Calibri" panose="020F0502020204030204" pitchFamily="34" charset="0"/>
                <a:cs typeface="Calibri" panose="020F0502020204030204" pitchFamily="34" charset="0"/>
              </a:rPr>
              <a:t>. B 241</a:t>
            </a:r>
          </a:p>
          <a:p>
            <a:pPr eaLnBrk="1" hangingPunct="1">
              <a:spcBef>
                <a:spcPct val="0"/>
              </a:spcBef>
              <a:buFontTx/>
              <a:buNone/>
            </a:pPr>
            <a:r>
              <a:rPr lang="de-DE" altLang="de-DE" dirty="0">
                <a:latin typeface="Calibri" panose="020F0502020204030204" pitchFamily="34" charset="0"/>
                <a:cs typeface="Calibri" panose="020F0502020204030204" pitchFamily="34" charset="0"/>
                <a:hlinkClick r:id="rId3"/>
              </a:rPr>
              <a:t>irene.rothe@h-brs.de</a:t>
            </a:r>
            <a:endParaRPr lang="de-DE" altLang="de-DE" dirty="0">
              <a:latin typeface="Calibri" panose="020F0502020204030204" pitchFamily="34" charset="0"/>
              <a:cs typeface="Calibri" panose="020F0502020204030204" pitchFamily="34" charset="0"/>
            </a:endParaRPr>
          </a:p>
          <a:p>
            <a:pPr eaLnBrk="1" hangingPunct="1">
              <a:spcBef>
                <a:spcPct val="0"/>
              </a:spcBef>
              <a:buNone/>
            </a:pPr>
            <a:r>
              <a:rPr lang="de-DE" altLang="de-DE" dirty="0">
                <a:latin typeface="Calibri" panose="020F0502020204030204" pitchFamily="34" charset="0"/>
                <a:cs typeface="Calibri" panose="020F0502020204030204" pitchFamily="34" charset="0"/>
              </a:rPr>
              <a:t>Instagram: </a:t>
            </a:r>
            <a:r>
              <a:rPr lang="de-DE" altLang="de-DE">
                <a:latin typeface="Calibri" panose="020F0502020204030204" pitchFamily="34" charset="0"/>
                <a:cs typeface="Calibri" panose="020F0502020204030204" pitchFamily="34" charset="0"/>
              </a:rPr>
              <a:t>irenerothedesign</a:t>
            </a:r>
            <a:endParaRPr lang="de-DE" altLang="de-DE" dirty="0">
              <a:latin typeface="Calibri" panose="020F0502020204030204" pitchFamily="34" charset="0"/>
              <a:cs typeface="Calibri" panose="020F0502020204030204" pitchFamily="34" charset="0"/>
            </a:endParaRPr>
          </a:p>
        </p:txBody>
      </p:sp>
      <p:pic>
        <p:nvPicPr>
          <p:cNvPr id="4103" name="Grafik 1">
            <a:extLst>
              <a:ext uri="{FF2B5EF4-FFF2-40B4-BE49-F238E27FC236}">
                <a16:creationId xmlns:a16="http://schemas.microsoft.com/office/drawing/2014/main" id="{4F914CD3-0B05-4F8A-BE2F-E8807DC82CD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30813" y="2928938"/>
            <a:ext cx="3706812" cy="315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liennummernplatzhalter 3">
            <a:extLst>
              <a:ext uri="{FF2B5EF4-FFF2-40B4-BE49-F238E27FC236}">
                <a16:creationId xmlns:a16="http://schemas.microsoft.com/office/drawing/2014/main" id="{0E1BCFBA-FF5A-4EF4-80CC-95FCCF2B38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D0B42016-E72A-4237-828D-6FFF8E85A99A}" type="slidenum">
              <a:rPr lang="de-DE" altLang="de-DE" sz="1400" smtClean="0"/>
              <a:pPr>
                <a:spcBef>
                  <a:spcPct val="0"/>
                </a:spcBef>
                <a:buFontTx/>
                <a:buNone/>
              </a:pPr>
              <a:t>2</a:t>
            </a:fld>
            <a:endParaRPr lang="de-DE" altLang="de-DE" sz="1400"/>
          </a:p>
        </p:txBody>
      </p:sp>
      <p:sp>
        <p:nvSpPr>
          <p:cNvPr id="2051" name="Rectangle 2">
            <a:extLst>
              <a:ext uri="{FF2B5EF4-FFF2-40B4-BE49-F238E27FC236}">
                <a16:creationId xmlns:a16="http://schemas.microsoft.com/office/drawing/2014/main" id="{0E53D3C2-3BA2-41E7-9F78-7C2F91AFBF1A}"/>
              </a:ext>
            </a:extLst>
          </p:cNvPr>
          <p:cNvSpPr>
            <a:spLocks noGrp="1" noChangeArrowheads="1"/>
          </p:cNvSpPr>
          <p:nvPr>
            <p:ph type="ctrTitle"/>
          </p:nvPr>
        </p:nvSpPr>
        <p:spPr>
          <a:xfrm>
            <a:off x="839788" y="2781300"/>
            <a:ext cx="7772400" cy="1470025"/>
          </a:xfrm>
        </p:spPr>
        <p:txBody>
          <a:bodyPr/>
          <a:lstStyle/>
          <a:p>
            <a:pPr algn="ctr" eaLnBrk="1" hangingPunct="1"/>
            <a:r>
              <a:rPr lang="de-DE" altLang="de-DE"/>
              <a:t>Dr ing Dr ing Dr ing</a:t>
            </a:r>
          </a:p>
        </p:txBody>
      </p:sp>
      <p:sp>
        <p:nvSpPr>
          <p:cNvPr id="6148" name="Untertitel 1">
            <a:extLst>
              <a:ext uri="{FF2B5EF4-FFF2-40B4-BE49-F238E27FC236}">
                <a16:creationId xmlns:a16="http://schemas.microsoft.com/office/drawing/2014/main" id="{33F5E7C5-18E2-49FA-88C6-FA8CA33CDDFE}"/>
              </a:ext>
            </a:extLst>
          </p:cNvPr>
          <p:cNvSpPr>
            <a:spLocks noGrp="1"/>
          </p:cNvSpPr>
          <p:nvPr>
            <p:ph type="subTitle" idx="1"/>
          </p:nvPr>
        </p:nvSpPr>
        <p:spPr/>
        <p:txBody>
          <a:bodyPr/>
          <a:lstStyle/>
          <a:p>
            <a:endParaRPr lang="de-DE" altLang="de-DE"/>
          </a:p>
        </p:txBody>
      </p:sp>
      <p:sp>
        <p:nvSpPr>
          <p:cNvPr id="8" name="Rectangle 2">
            <a:extLst>
              <a:ext uri="{FF2B5EF4-FFF2-40B4-BE49-F238E27FC236}">
                <a16:creationId xmlns:a16="http://schemas.microsoft.com/office/drawing/2014/main" id="{CE76D80F-014D-4995-85C8-718C59A0EBAF}"/>
              </a:ext>
            </a:extLst>
          </p:cNvPr>
          <p:cNvSpPr txBox="1">
            <a:spLocks noChangeArrowheads="1"/>
          </p:cNvSpPr>
          <p:nvPr/>
        </p:nvSpPr>
        <p:spPr bwMode="auto">
          <a:xfrm>
            <a:off x="839788" y="1439863"/>
            <a:ext cx="7772400" cy="1470025"/>
          </a:xfrm>
          <a:prstGeom prst="rect">
            <a:avLst/>
          </a:prstGeom>
          <a:noFill/>
          <a:ln>
            <a:noFill/>
          </a:ln>
          <a:effectLst>
            <a:outerShdw dist="17961"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fontAlgn="base">
              <a:spcBef>
                <a:spcPct val="0"/>
              </a:spcBef>
              <a:spcAft>
                <a:spcPct val="0"/>
              </a:spcAft>
              <a:defRPr sz="3200">
                <a:solidFill>
                  <a:schemeClr val="tx2"/>
                </a:solidFill>
                <a:latin typeface="Arial" charset="0"/>
              </a:defRPr>
            </a:lvl6pPr>
            <a:lvl7pPr marL="914400" algn="l" rtl="0" fontAlgn="base">
              <a:spcBef>
                <a:spcPct val="0"/>
              </a:spcBef>
              <a:spcAft>
                <a:spcPct val="0"/>
              </a:spcAft>
              <a:defRPr sz="3200">
                <a:solidFill>
                  <a:schemeClr val="tx2"/>
                </a:solidFill>
                <a:latin typeface="Arial" charset="0"/>
              </a:defRPr>
            </a:lvl7pPr>
            <a:lvl8pPr marL="1371600" algn="l" rtl="0" fontAlgn="base">
              <a:spcBef>
                <a:spcPct val="0"/>
              </a:spcBef>
              <a:spcAft>
                <a:spcPct val="0"/>
              </a:spcAft>
              <a:defRPr sz="3200">
                <a:solidFill>
                  <a:schemeClr val="tx2"/>
                </a:solidFill>
                <a:latin typeface="Arial" charset="0"/>
              </a:defRPr>
            </a:lvl8pPr>
            <a:lvl9pPr marL="1828800" algn="l" rtl="0" fontAlgn="base">
              <a:spcBef>
                <a:spcPct val="0"/>
              </a:spcBef>
              <a:spcAft>
                <a:spcPct val="0"/>
              </a:spcAft>
              <a:defRPr sz="3200">
                <a:solidFill>
                  <a:schemeClr val="tx2"/>
                </a:solidFill>
                <a:latin typeface="Arial" charset="0"/>
              </a:defRPr>
            </a:lvl9pPr>
          </a:lstStyle>
          <a:p>
            <a:pPr algn="ctr" eaLnBrk="1" hangingPunct="1">
              <a:defRPr/>
            </a:pPr>
            <a:r>
              <a:rPr lang="de-DE" altLang="de-DE" kern="0" dirty="0"/>
              <a:t>Wie macht die Klingel beim Ingenieurbüro? </a:t>
            </a:r>
            <a:br>
              <a:rPr lang="de-DE" altLang="de-DE" kern="0" dirty="0"/>
            </a:br>
            <a:endParaRPr lang="de-DE" altLang="de-DE" kern="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liennummernplatzhalter 3">
            <a:extLst>
              <a:ext uri="{FF2B5EF4-FFF2-40B4-BE49-F238E27FC236}">
                <a16:creationId xmlns:a16="http://schemas.microsoft.com/office/drawing/2014/main" id="{0E1BCFBA-FF5A-4EF4-80CC-95FCCF2B38B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D0B42016-E72A-4237-828D-6FFF8E85A99A}" type="slidenum">
              <a:rPr lang="de-DE" altLang="de-DE" sz="1400" smtClean="0"/>
              <a:pPr>
                <a:spcBef>
                  <a:spcPct val="0"/>
                </a:spcBef>
                <a:buFontTx/>
                <a:buNone/>
              </a:pPr>
              <a:t>3</a:t>
            </a:fld>
            <a:endParaRPr lang="de-DE" altLang="de-DE" sz="1400"/>
          </a:p>
        </p:txBody>
      </p:sp>
      <p:sp>
        <p:nvSpPr>
          <p:cNvPr id="6148" name="Untertitel 1">
            <a:extLst>
              <a:ext uri="{FF2B5EF4-FFF2-40B4-BE49-F238E27FC236}">
                <a16:creationId xmlns:a16="http://schemas.microsoft.com/office/drawing/2014/main" id="{33F5E7C5-18E2-49FA-88C6-FA8CA33CDDFE}"/>
              </a:ext>
            </a:extLst>
          </p:cNvPr>
          <p:cNvSpPr>
            <a:spLocks noGrp="1"/>
          </p:cNvSpPr>
          <p:nvPr>
            <p:ph type="subTitle" idx="1"/>
          </p:nvPr>
        </p:nvSpPr>
        <p:spPr/>
        <p:txBody>
          <a:bodyPr/>
          <a:lstStyle/>
          <a:p>
            <a:endParaRPr lang="de-DE" altLang="de-DE"/>
          </a:p>
        </p:txBody>
      </p:sp>
      <p:sp>
        <p:nvSpPr>
          <p:cNvPr id="8" name="Rectangle 2">
            <a:extLst>
              <a:ext uri="{FF2B5EF4-FFF2-40B4-BE49-F238E27FC236}">
                <a16:creationId xmlns:a16="http://schemas.microsoft.com/office/drawing/2014/main" id="{CE76D80F-014D-4995-85C8-718C59A0EBAF}"/>
              </a:ext>
            </a:extLst>
          </p:cNvPr>
          <p:cNvSpPr txBox="1">
            <a:spLocks noChangeArrowheads="1"/>
          </p:cNvSpPr>
          <p:nvPr/>
        </p:nvSpPr>
        <p:spPr bwMode="auto">
          <a:xfrm>
            <a:off x="839788" y="1439863"/>
            <a:ext cx="7772400" cy="1470025"/>
          </a:xfrm>
          <a:prstGeom prst="rect">
            <a:avLst/>
          </a:prstGeom>
          <a:noFill/>
          <a:ln>
            <a:noFill/>
          </a:ln>
          <a:effectLst>
            <a:outerShdw dist="17961"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Arial" charset="0"/>
              </a:defRPr>
            </a:lvl2pPr>
            <a:lvl3pPr algn="l" rtl="0" eaLnBrk="0" fontAlgn="base" hangingPunct="0">
              <a:spcBef>
                <a:spcPct val="0"/>
              </a:spcBef>
              <a:spcAft>
                <a:spcPct val="0"/>
              </a:spcAft>
              <a:defRPr sz="3200">
                <a:solidFill>
                  <a:schemeClr val="tx2"/>
                </a:solidFill>
                <a:latin typeface="Arial" charset="0"/>
              </a:defRPr>
            </a:lvl3pPr>
            <a:lvl4pPr algn="l" rtl="0" eaLnBrk="0" fontAlgn="base" hangingPunct="0">
              <a:spcBef>
                <a:spcPct val="0"/>
              </a:spcBef>
              <a:spcAft>
                <a:spcPct val="0"/>
              </a:spcAft>
              <a:defRPr sz="3200">
                <a:solidFill>
                  <a:schemeClr val="tx2"/>
                </a:solidFill>
                <a:latin typeface="Arial" charset="0"/>
              </a:defRPr>
            </a:lvl4pPr>
            <a:lvl5pPr algn="l" rtl="0" eaLnBrk="0" fontAlgn="base" hangingPunct="0">
              <a:spcBef>
                <a:spcPct val="0"/>
              </a:spcBef>
              <a:spcAft>
                <a:spcPct val="0"/>
              </a:spcAft>
              <a:defRPr sz="3200">
                <a:solidFill>
                  <a:schemeClr val="tx2"/>
                </a:solidFill>
                <a:latin typeface="Arial" charset="0"/>
              </a:defRPr>
            </a:lvl5pPr>
            <a:lvl6pPr marL="457200" algn="l" rtl="0" fontAlgn="base">
              <a:spcBef>
                <a:spcPct val="0"/>
              </a:spcBef>
              <a:spcAft>
                <a:spcPct val="0"/>
              </a:spcAft>
              <a:defRPr sz="3200">
                <a:solidFill>
                  <a:schemeClr val="tx2"/>
                </a:solidFill>
                <a:latin typeface="Arial" charset="0"/>
              </a:defRPr>
            </a:lvl6pPr>
            <a:lvl7pPr marL="914400" algn="l" rtl="0" fontAlgn="base">
              <a:spcBef>
                <a:spcPct val="0"/>
              </a:spcBef>
              <a:spcAft>
                <a:spcPct val="0"/>
              </a:spcAft>
              <a:defRPr sz="3200">
                <a:solidFill>
                  <a:schemeClr val="tx2"/>
                </a:solidFill>
                <a:latin typeface="Arial" charset="0"/>
              </a:defRPr>
            </a:lvl7pPr>
            <a:lvl8pPr marL="1371600" algn="l" rtl="0" fontAlgn="base">
              <a:spcBef>
                <a:spcPct val="0"/>
              </a:spcBef>
              <a:spcAft>
                <a:spcPct val="0"/>
              </a:spcAft>
              <a:defRPr sz="3200">
                <a:solidFill>
                  <a:schemeClr val="tx2"/>
                </a:solidFill>
                <a:latin typeface="Arial" charset="0"/>
              </a:defRPr>
            </a:lvl8pPr>
            <a:lvl9pPr marL="1828800" algn="l" rtl="0" fontAlgn="base">
              <a:spcBef>
                <a:spcPct val="0"/>
              </a:spcBef>
              <a:spcAft>
                <a:spcPct val="0"/>
              </a:spcAft>
              <a:defRPr sz="3200">
                <a:solidFill>
                  <a:schemeClr val="tx2"/>
                </a:solidFill>
                <a:latin typeface="Arial" charset="0"/>
              </a:defRPr>
            </a:lvl9pPr>
          </a:lstStyle>
          <a:p>
            <a:pPr algn="ctr" eaLnBrk="1" hangingPunct="1">
              <a:defRPr/>
            </a:pPr>
            <a:r>
              <a:rPr lang="de-DE" altLang="de-DE" kern="0" dirty="0"/>
              <a:t>Alle Felder, die Chuck Norris deklariert, sind unendlich groß, weil Chuck Norris keine Grenzen kennt.</a:t>
            </a:r>
          </a:p>
        </p:txBody>
      </p:sp>
      <p:sp>
        <p:nvSpPr>
          <p:cNvPr id="5" name="Titel 4">
            <a:extLst>
              <a:ext uri="{FF2B5EF4-FFF2-40B4-BE49-F238E27FC236}">
                <a16:creationId xmlns:a16="http://schemas.microsoft.com/office/drawing/2014/main" id="{659C2C6C-03F9-459B-94D7-D450591D9787}"/>
              </a:ext>
            </a:extLst>
          </p:cNvPr>
          <p:cNvSpPr>
            <a:spLocks noGrp="1"/>
          </p:cNvSpPr>
          <p:nvPr>
            <p:ph type="ctrTitle"/>
          </p:nvPr>
        </p:nvSpPr>
        <p:spPr/>
        <p:txBody>
          <a:bodyPr/>
          <a:lstStyle/>
          <a:p>
            <a:endParaRPr lang="de-DE"/>
          </a:p>
        </p:txBody>
      </p:sp>
    </p:spTree>
    <p:extLst>
      <p:ext uri="{BB962C8B-B14F-4D97-AF65-F5344CB8AC3E}">
        <p14:creationId xmlns:p14="http://schemas.microsoft.com/office/powerpoint/2010/main" val="3594794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14F07844-EDB9-45B3-8D59-A661656225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205" y="136525"/>
            <a:ext cx="8657590" cy="6584949"/>
          </a:xfrm>
          <a:prstGeom prst="rect">
            <a:avLst/>
          </a:prstGeom>
        </p:spPr>
      </p:pic>
      <p:sp>
        <p:nvSpPr>
          <p:cNvPr id="57346" name="Rectangle 2">
            <a:extLst>
              <a:ext uri="{FF2B5EF4-FFF2-40B4-BE49-F238E27FC236}">
                <a16:creationId xmlns:a16="http://schemas.microsoft.com/office/drawing/2014/main" id="{C02C9013-28F1-42E9-9D2C-9178C32A432C}"/>
              </a:ext>
            </a:extLst>
          </p:cNvPr>
          <p:cNvSpPr>
            <a:spLocks noGrp="1" noChangeArrowheads="1"/>
          </p:cNvSpPr>
          <p:nvPr>
            <p:ph type="title" idx="4294967295"/>
          </p:nvPr>
        </p:nvSpPr>
        <p:spPr/>
        <p:txBody>
          <a:bodyPr/>
          <a:lstStyle/>
          <a:p>
            <a:pPr eaLnBrk="1" hangingPunct="1"/>
            <a:r>
              <a:rPr lang="de-DE" altLang="de-DE" dirty="0">
                <a:latin typeface="Calibri" panose="020F0502020204030204" pitchFamily="34" charset="0"/>
                <a:cs typeface="Calibri" panose="020F0502020204030204" pitchFamily="34" charset="0"/>
              </a:rPr>
              <a:t>Das Marie Kondo Prinzip</a:t>
            </a:r>
          </a:p>
        </p:txBody>
      </p:sp>
      <p:sp>
        <p:nvSpPr>
          <p:cNvPr id="57347" name="Text Box 3">
            <a:extLst>
              <a:ext uri="{FF2B5EF4-FFF2-40B4-BE49-F238E27FC236}">
                <a16:creationId xmlns:a16="http://schemas.microsoft.com/office/drawing/2014/main" id="{5D692F85-B391-480C-8986-91B9608B1ECB}"/>
              </a:ext>
            </a:extLst>
          </p:cNvPr>
          <p:cNvSpPr txBox="1">
            <a:spLocks noChangeArrowheads="1"/>
          </p:cNvSpPr>
          <p:nvPr/>
        </p:nvSpPr>
        <p:spPr bwMode="auto">
          <a:xfrm>
            <a:off x="6834188" y="4538663"/>
            <a:ext cx="3206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50000"/>
              </a:spcBef>
              <a:buFontTx/>
              <a:buNone/>
            </a:pPr>
            <a:endParaRPr lang="de-DE" altLang="de-DE" sz="1400"/>
          </a:p>
        </p:txBody>
      </p:sp>
      <p:sp>
        <p:nvSpPr>
          <p:cNvPr id="57348" name="Text Box 4">
            <a:extLst>
              <a:ext uri="{FF2B5EF4-FFF2-40B4-BE49-F238E27FC236}">
                <a16:creationId xmlns:a16="http://schemas.microsoft.com/office/drawing/2014/main" id="{940E2A54-5C28-4F48-8B21-7311EB95611F}"/>
              </a:ext>
            </a:extLst>
          </p:cNvPr>
          <p:cNvSpPr txBox="1">
            <a:spLocks noChangeArrowheads="1"/>
          </p:cNvSpPr>
          <p:nvPr/>
        </p:nvSpPr>
        <p:spPr bwMode="auto">
          <a:xfrm>
            <a:off x="243205" y="1008053"/>
            <a:ext cx="795655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400">
                <a:solidFill>
                  <a:schemeClr val="tx1"/>
                </a:solidFill>
                <a:latin typeface="Arial" panose="020B0604020202020204" pitchFamily="34" charset="0"/>
              </a:defRPr>
            </a:lvl1pPr>
            <a:lvl2pPr marL="800100" indent="-342900">
              <a:spcBef>
                <a:spcPct val="20000"/>
              </a:spcBef>
              <a:buChar char="–"/>
              <a:defRPr sz="20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marL="0" indent="0" algn="ctr" eaLnBrk="1" hangingPunct="1">
              <a:spcBef>
                <a:spcPct val="0"/>
              </a:spcBef>
              <a:buNone/>
            </a:pPr>
            <a:r>
              <a:rPr lang="de-DE" altLang="de-DE" sz="3200" dirty="0">
                <a:latin typeface="Calibri" panose="020F0502020204030204" pitchFamily="34" charset="0"/>
                <a:cs typeface="Calibri" panose="020F0502020204030204" pitchFamily="34" charset="0"/>
                <a:sym typeface="Wingdings" panose="05000000000000000000" pitchFamily="2" charset="2"/>
              </a:rPr>
              <a:t> </a:t>
            </a:r>
            <a:r>
              <a:rPr lang="de-DE" altLang="de-DE" sz="3200" dirty="0" err="1">
                <a:latin typeface="Calibri" panose="020F0502020204030204" pitchFamily="34" charset="0"/>
                <a:cs typeface="Calibri" panose="020F0502020204030204" pitchFamily="34" charset="0"/>
              </a:rPr>
              <a:t>If</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it</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doesn‘t</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spark</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joy</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get</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rid</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of</a:t>
            </a:r>
            <a:r>
              <a:rPr lang="de-DE" altLang="de-DE" sz="3200" dirty="0">
                <a:latin typeface="Calibri" panose="020F0502020204030204" pitchFamily="34" charset="0"/>
                <a:cs typeface="Calibri" panose="020F0502020204030204" pitchFamily="34" charset="0"/>
              </a:rPr>
              <a:t> it.</a:t>
            </a:r>
          </a:p>
          <a:p>
            <a:pPr eaLnBrk="1" hangingPunct="1">
              <a:spcBef>
                <a:spcPct val="0"/>
              </a:spcBef>
            </a:pPr>
            <a:endParaRPr lang="de-DE" altLang="de-DE" sz="2000" dirty="0">
              <a:latin typeface="Calibri" panose="020F0502020204030204" pitchFamily="34" charset="0"/>
              <a:cs typeface="Calibri" panose="020F0502020204030204" pitchFamily="34" charset="0"/>
            </a:endParaRPr>
          </a:p>
          <a:p>
            <a:pPr marL="0" indent="0" algn="ctr" eaLnBrk="1" hangingPunct="1">
              <a:spcBef>
                <a:spcPct val="0"/>
              </a:spcBef>
              <a:buNone/>
            </a:pPr>
            <a:r>
              <a:rPr lang="de-DE" altLang="de-DE" sz="3200" dirty="0">
                <a:latin typeface="Calibri" panose="020F0502020204030204" pitchFamily="34" charset="0"/>
                <a:cs typeface="Calibri" panose="020F0502020204030204" pitchFamily="34" charset="0"/>
              </a:rPr>
              <a:t>Wenn etwas keinen Spaß macht, ändere es!</a:t>
            </a:r>
          </a:p>
          <a:p>
            <a:pPr marL="0" indent="0" algn="ctr" eaLnBrk="1" hangingPunct="1">
              <a:spcBef>
                <a:spcPct val="0"/>
              </a:spcBef>
              <a:buNone/>
            </a:pPr>
            <a:endParaRPr lang="de-DE" altLang="de-DE" sz="3200" dirty="0">
              <a:latin typeface="Calibri" panose="020F0502020204030204" pitchFamily="34" charset="0"/>
              <a:cs typeface="Calibri" panose="020F0502020204030204" pitchFamily="34" charset="0"/>
            </a:endParaRPr>
          </a:p>
          <a:p>
            <a:pPr marL="0" indent="0" algn="ctr" eaLnBrk="1" hangingPunct="1">
              <a:spcBef>
                <a:spcPct val="0"/>
              </a:spcBef>
              <a:buNone/>
            </a:pPr>
            <a:r>
              <a:rPr lang="de-DE" altLang="de-DE" sz="3200" dirty="0" err="1">
                <a:latin typeface="Calibri" panose="020F0502020204030204" pitchFamily="34" charset="0"/>
                <a:cs typeface="Calibri" panose="020F0502020204030204" pitchFamily="34" charset="0"/>
              </a:rPr>
              <a:t>If</a:t>
            </a:r>
            <a:r>
              <a:rPr lang="de-DE" altLang="de-DE" sz="3200" dirty="0">
                <a:latin typeface="Calibri" panose="020F0502020204030204" pitchFamily="34" charset="0"/>
                <a:cs typeface="Calibri" panose="020F0502020204030204" pitchFamily="34" charset="0"/>
              </a:rPr>
              <a:t> a </a:t>
            </a:r>
            <a:r>
              <a:rPr lang="de-DE" altLang="de-DE" sz="3200" dirty="0" err="1">
                <a:latin typeface="Calibri" panose="020F0502020204030204" pitchFamily="34" charset="0"/>
                <a:cs typeface="Calibri" panose="020F0502020204030204" pitchFamily="34" charset="0"/>
              </a:rPr>
              <a:t>function</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or</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line</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doesn‘t</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spark</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joy</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get</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rid</a:t>
            </a:r>
            <a:r>
              <a:rPr lang="de-DE" altLang="de-DE" sz="3200" dirty="0">
                <a:latin typeface="Calibri" panose="020F0502020204030204" pitchFamily="34" charset="0"/>
                <a:cs typeface="Calibri" panose="020F0502020204030204" pitchFamily="34" charset="0"/>
              </a:rPr>
              <a:t> </a:t>
            </a:r>
            <a:r>
              <a:rPr lang="de-DE" altLang="de-DE" sz="3200" dirty="0" err="1">
                <a:latin typeface="Calibri" panose="020F0502020204030204" pitchFamily="34" charset="0"/>
                <a:cs typeface="Calibri" panose="020F0502020204030204" pitchFamily="34" charset="0"/>
              </a:rPr>
              <a:t>of</a:t>
            </a:r>
            <a:r>
              <a:rPr lang="de-DE" altLang="de-DE" sz="3200" dirty="0">
                <a:latin typeface="Calibri" panose="020F0502020204030204" pitchFamily="34" charset="0"/>
                <a:cs typeface="Calibri" panose="020F0502020204030204" pitchFamily="34" charset="0"/>
              </a:rPr>
              <a:t> it.</a:t>
            </a:r>
          </a:p>
        </p:txBody>
      </p:sp>
      <p:sp>
        <p:nvSpPr>
          <p:cNvPr id="57349" name="Foliennummernplatzhalter 4">
            <a:extLst>
              <a:ext uri="{FF2B5EF4-FFF2-40B4-BE49-F238E27FC236}">
                <a16:creationId xmlns:a16="http://schemas.microsoft.com/office/drawing/2014/main" id="{84E80A42-2A6E-4875-93BD-5B879368AE4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FontTx/>
              <a:buNone/>
            </a:pPr>
            <a:fld id="{324A1E4F-92A5-428C-9204-7F04AA025EDE}" type="slidenum">
              <a:rPr lang="de-DE" altLang="de-DE" sz="1400" smtClean="0"/>
              <a:pPr>
                <a:spcBef>
                  <a:spcPct val="0"/>
                </a:spcBef>
                <a:buFontTx/>
                <a:buNone/>
              </a:pPr>
              <a:t>4</a:t>
            </a:fld>
            <a:endParaRPr lang="de-DE" altLang="de-DE" sz="1400"/>
          </a:p>
        </p:txBody>
      </p:sp>
      <p:sp>
        <p:nvSpPr>
          <p:cNvPr id="2" name="Textfeld 1">
            <a:extLst>
              <a:ext uri="{FF2B5EF4-FFF2-40B4-BE49-F238E27FC236}">
                <a16:creationId xmlns:a16="http://schemas.microsoft.com/office/drawing/2014/main" id="{D8FF0AE2-38E4-480F-AC75-62E384EB7C4D}"/>
              </a:ext>
            </a:extLst>
          </p:cNvPr>
          <p:cNvSpPr txBox="1"/>
          <p:nvPr/>
        </p:nvSpPr>
        <p:spPr>
          <a:xfrm>
            <a:off x="182245" y="5665281"/>
            <a:ext cx="8326767" cy="369332"/>
          </a:xfrm>
          <a:prstGeom prst="rect">
            <a:avLst/>
          </a:prstGeom>
          <a:noFill/>
        </p:spPr>
        <p:txBody>
          <a:bodyPr wrap="none" rtlCol="0">
            <a:spAutoFit/>
          </a:bodyPr>
          <a:lstStyle/>
          <a:p>
            <a:r>
              <a:rPr lang="de-DE" dirty="0">
                <a:latin typeface="Calibri" panose="020F0502020204030204" pitchFamily="34" charset="0"/>
                <a:cs typeface="Calibri" panose="020F0502020204030204" pitchFamily="34" charset="0"/>
              </a:rPr>
              <a:t>Quelle: https://www.karim-geiger.de/blog/das-marie-kondo-software-design-principle </a:t>
            </a:r>
          </a:p>
        </p:txBody>
      </p:sp>
    </p:spTree>
    <p:extLst>
      <p:ext uri="{BB962C8B-B14F-4D97-AF65-F5344CB8AC3E}">
        <p14:creationId xmlns:p14="http://schemas.microsoft.com/office/powerpoint/2010/main" val="1959676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C36B701F-BB30-453C-9236-78CC32E812B7}"/>
              </a:ext>
            </a:extLst>
          </p:cNvPr>
          <p:cNvSpPr/>
          <p:nvPr/>
        </p:nvSpPr>
        <p:spPr>
          <a:xfrm>
            <a:off x="828993" y="3078480"/>
            <a:ext cx="1396047" cy="613251"/>
          </a:xfrm>
          <a:prstGeom prst="roundRect">
            <a:avLst/>
          </a:prstGeom>
          <a:solidFill>
            <a:srgbClr val="FFE5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sz="1800"/>
          </a:p>
        </p:txBody>
      </p:sp>
      <p:sp>
        <p:nvSpPr>
          <p:cNvPr id="10243" name="Foliennummernplatzhalter 3">
            <a:extLst>
              <a:ext uri="{FF2B5EF4-FFF2-40B4-BE49-F238E27FC236}">
                <a16:creationId xmlns:a16="http://schemas.microsoft.com/office/drawing/2014/main" id="{FCAB963B-1029-4A5A-B37E-0CCBC746E697}"/>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r" eaLnBrk="1" hangingPunct="1">
              <a:spcBef>
                <a:spcPct val="0"/>
              </a:spcBef>
              <a:buFontTx/>
              <a:buNone/>
            </a:pPr>
            <a:fld id="{5CFA2456-959E-4437-8400-35C6B172672A}" type="slidenum">
              <a:rPr lang="de-DE" altLang="de-DE" sz="1200"/>
              <a:pPr algn="r" eaLnBrk="1" hangingPunct="1">
                <a:spcBef>
                  <a:spcPct val="0"/>
                </a:spcBef>
                <a:buFontTx/>
                <a:buNone/>
              </a:pPr>
              <a:t>5</a:t>
            </a:fld>
            <a:endParaRPr lang="de-DE" altLang="de-DE" sz="1200"/>
          </a:p>
        </p:txBody>
      </p:sp>
      <p:sp>
        <p:nvSpPr>
          <p:cNvPr id="10244" name="Rectangle 2">
            <a:extLst>
              <a:ext uri="{FF2B5EF4-FFF2-40B4-BE49-F238E27FC236}">
                <a16:creationId xmlns:a16="http://schemas.microsoft.com/office/drawing/2014/main" id="{55F96826-8E5E-4451-8F1B-5E64E0458516}"/>
              </a:ext>
            </a:extLst>
          </p:cNvPr>
          <p:cNvSpPr>
            <a:spLocks noGrp="1" noChangeArrowheads="1"/>
          </p:cNvSpPr>
          <p:nvPr>
            <p:ph type="title" idx="4294967295"/>
          </p:nvPr>
        </p:nvSpPr>
        <p:spPr>
          <a:xfrm>
            <a:off x="280988" y="0"/>
            <a:ext cx="8266112" cy="784225"/>
          </a:xfrm>
        </p:spPr>
        <p:txBody>
          <a:bodyPr/>
          <a:lstStyle/>
          <a:p>
            <a:pPr eaLnBrk="1" hangingPunct="1"/>
            <a:r>
              <a:rPr lang="de-DE" altLang="de-DE" dirty="0">
                <a:solidFill>
                  <a:schemeClr val="tx1"/>
                </a:solidFill>
                <a:latin typeface="Calibri" panose="020F0502020204030204" pitchFamily="34" charset="0"/>
                <a:cs typeface="Calibri" panose="020F0502020204030204" pitchFamily="34" charset="0"/>
              </a:rPr>
              <a:t>Informatik: 2 Semester für Ingenieure </a:t>
            </a:r>
            <a:endParaRPr lang="de-DE" altLang="de-DE" dirty="0">
              <a:latin typeface="Calibri" panose="020F0502020204030204" pitchFamily="34" charset="0"/>
              <a:cs typeface="Calibri" panose="020F0502020204030204" pitchFamily="34" charset="0"/>
            </a:endParaRPr>
          </a:p>
        </p:txBody>
      </p:sp>
      <p:sp>
        <p:nvSpPr>
          <p:cNvPr id="10245" name="Text Box 4">
            <a:extLst>
              <a:ext uri="{FF2B5EF4-FFF2-40B4-BE49-F238E27FC236}">
                <a16:creationId xmlns:a16="http://schemas.microsoft.com/office/drawing/2014/main" id="{DE7C918D-F788-4DA5-AB53-05CAFFA662C3}"/>
              </a:ext>
            </a:extLst>
          </p:cNvPr>
          <p:cNvSpPr txBox="1">
            <a:spLocks noChangeArrowheads="1"/>
          </p:cNvSpPr>
          <p:nvPr/>
        </p:nvSpPr>
        <p:spPr bwMode="auto">
          <a:xfrm>
            <a:off x="280988" y="972095"/>
            <a:ext cx="8736012" cy="513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81100" indent="-266700">
              <a:spcBef>
                <a:spcPct val="20000"/>
              </a:spcBef>
              <a:buChar char="•"/>
              <a:defRPr sz="1600">
                <a:solidFill>
                  <a:schemeClr val="tx1"/>
                </a:solidFill>
                <a:latin typeface="Arial" panose="020B0604020202020204" pitchFamily="34" charset="0"/>
              </a:defRPr>
            </a:lvl3pPr>
            <a:lvl4pPr marL="1638300" indent="-266700">
              <a:spcBef>
                <a:spcPct val="20000"/>
              </a:spcBef>
              <a:buChar char="–"/>
              <a:defRPr sz="1600">
                <a:solidFill>
                  <a:schemeClr val="tx1"/>
                </a:solidFill>
                <a:latin typeface="Arial" panose="020B0604020202020204" pitchFamily="34" charset="0"/>
              </a:defRPr>
            </a:lvl4pPr>
            <a:lvl5pPr marL="2095500" indent="-266700">
              <a:spcBef>
                <a:spcPct val="20000"/>
              </a:spcBef>
              <a:buChar char="»"/>
              <a:defRPr sz="1600">
                <a:solidFill>
                  <a:schemeClr val="tx1"/>
                </a:solidFill>
                <a:latin typeface="Arial" panose="020B0604020202020204" pitchFamily="34" charset="0"/>
              </a:defRPr>
            </a:lvl5pPr>
            <a:lvl6pPr marL="2552700" indent="-266700" eaLnBrk="0" fontAlgn="base" hangingPunct="0">
              <a:spcBef>
                <a:spcPct val="20000"/>
              </a:spcBef>
              <a:spcAft>
                <a:spcPct val="0"/>
              </a:spcAft>
              <a:buChar char="»"/>
              <a:defRPr sz="1600">
                <a:solidFill>
                  <a:schemeClr val="tx1"/>
                </a:solidFill>
                <a:latin typeface="Arial" panose="020B0604020202020204" pitchFamily="34" charset="0"/>
              </a:defRPr>
            </a:lvl6pPr>
            <a:lvl7pPr marL="3009900" indent="-266700" eaLnBrk="0" fontAlgn="base" hangingPunct="0">
              <a:spcBef>
                <a:spcPct val="20000"/>
              </a:spcBef>
              <a:spcAft>
                <a:spcPct val="0"/>
              </a:spcAft>
              <a:buChar char="»"/>
              <a:defRPr sz="1600">
                <a:solidFill>
                  <a:schemeClr val="tx1"/>
                </a:solidFill>
                <a:latin typeface="Arial" panose="020B0604020202020204" pitchFamily="34" charset="0"/>
              </a:defRPr>
            </a:lvl7pPr>
            <a:lvl8pPr marL="3467100" indent="-266700" eaLnBrk="0" fontAlgn="base" hangingPunct="0">
              <a:spcBef>
                <a:spcPct val="20000"/>
              </a:spcBef>
              <a:spcAft>
                <a:spcPct val="0"/>
              </a:spcAft>
              <a:buChar char="»"/>
              <a:defRPr sz="1600">
                <a:solidFill>
                  <a:schemeClr val="tx1"/>
                </a:solidFill>
                <a:latin typeface="Arial" panose="020B0604020202020204" pitchFamily="34" charset="0"/>
              </a:defRPr>
            </a:lvl8pPr>
            <a:lvl9pPr marL="3924300" indent="-2667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600" b="1" dirty="0">
                <a:sym typeface="Wingdings" panose="05000000000000000000" pitchFamily="2" charset="2"/>
              </a:rPr>
              <a:t> </a:t>
            </a:r>
            <a:r>
              <a:rPr lang="de-DE" altLang="de-DE" sz="1600" dirty="0">
                <a:latin typeface="Calibri" panose="020F0502020204030204" pitchFamily="34" charset="0"/>
                <a:cs typeface="Calibri" panose="020F0502020204030204" pitchFamily="34" charset="0"/>
              </a:rPr>
              <a:t>Zum Lösen von Problemen mit dem Rechner braucht man </a:t>
            </a:r>
            <a:r>
              <a:rPr lang="de-DE" altLang="de-DE" sz="1600" b="1" dirty="0">
                <a:latin typeface="Calibri" panose="020F0502020204030204" pitchFamily="34" charset="0"/>
                <a:cs typeface="Calibri" panose="020F0502020204030204" pitchFamily="34" charset="0"/>
              </a:rPr>
              <a:t>Programmierfähigkeiten</a:t>
            </a:r>
            <a:r>
              <a:rPr lang="de-DE" altLang="de-DE" sz="1600" dirty="0">
                <a:latin typeface="Calibri" panose="020F0502020204030204" pitchFamily="34" charset="0"/>
                <a:cs typeface="Calibri" panose="020F0502020204030204" pitchFamily="34" charset="0"/>
              </a:rPr>
              <a:t> (nur mit Übung möglich): Was ist Programmieren? </a:t>
            </a:r>
            <a:br>
              <a:rPr lang="de-DE" altLang="de-DE" sz="1600" dirty="0">
                <a:latin typeface="Calibri" panose="020F0502020204030204" pitchFamily="34" charset="0"/>
                <a:cs typeface="Calibri" panose="020F0502020204030204" pitchFamily="34" charset="0"/>
              </a:rPr>
            </a:br>
            <a:r>
              <a:rPr lang="de-DE" altLang="de-DE" sz="1600" dirty="0">
                <a:latin typeface="Calibri" panose="020F0502020204030204" pitchFamily="34" charset="0"/>
                <a:cs typeface="Calibri" panose="020F0502020204030204" pitchFamily="34" charset="0"/>
              </a:rPr>
              <a:t> </a:t>
            </a:r>
            <a:r>
              <a:rPr lang="de-DE" altLang="de-DE" sz="1600" b="1" dirty="0">
                <a:latin typeface="Calibri" panose="020F0502020204030204" pitchFamily="34" charset="0"/>
                <a:cs typeface="Calibri" panose="020F0502020204030204" pitchFamily="34" charset="0"/>
                <a:sym typeface="Wingdings" panose="05000000000000000000" pitchFamily="2" charset="2"/>
              </a:rPr>
              <a:t></a:t>
            </a:r>
            <a:r>
              <a:rPr lang="de-DE" altLang="de-DE" sz="1600" dirty="0">
                <a:latin typeface="Calibri" panose="020F0502020204030204" pitchFamily="34" charset="0"/>
                <a:cs typeface="Calibri" panose="020F0502020204030204" pitchFamily="34" charset="0"/>
                <a:sym typeface="Wingdings" panose="05000000000000000000" pitchFamily="2" charset="2"/>
              </a:rPr>
              <a:t> </a:t>
            </a:r>
            <a:r>
              <a:rPr lang="de-DE" altLang="de-DE" sz="1600" dirty="0">
                <a:latin typeface="Calibri" panose="020F0502020204030204" pitchFamily="34" charset="0"/>
                <a:cs typeface="Calibri" panose="020F0502020204030204" pitchFamily="34" charset="0"/>
              </a:rPr>
              <a:t>Was ist ein Flussdiagramm? </a:t>
            </a:r>
          </a:p>
          <a:p>
            <a:pPr eaLnBrk="1" hangingPunct="1">
              <a:spcBef>
                <a:spcPct val="0"/>
              </a:spcBef>
              <a:buFont typeface="Wingdings" panose="05000000000000000000" pitchFamily="2" charset="2"/>
              <a:buChar char="à"/>
            </a:pPr>
            <a:r>
              <a:rPr lang="de-DE" altLang="de-DE" sz="1600" b="1" dirty="0">
                <a:latin typeface="Calibri" panose="020F0502020204030204" pitchFamily="34" charset="0"/>
                <a:cs typeface="Calibri" panose="020F0502020204030204" pitchFamily="34" charset="0"/>
              </a:rPr>
              <a:t>Programmiersprache C:</a:t>
            </a:r>
          </a:p>
          <a:p>
            <a:pPr lvl="1" eaLnBrk="1" hangingPunct="1">
              <a:spcBef>
                <a:spcPct val="0"/>
              </a:spcBef>
              <a:buFont typeface="Wingdings" panose="05000000000000000000" pitchFamily="2" charset="2"/>
              <a:buNone/>
            </a:pPr>
            <a:r>
              <a:rPr lang="de-DE" altLang="de-DE" sz="1000" dirty="0">
                <a:latin typeface="Calibri" panose="020F0502020204030204" pitchFamily="34" charset="0"/>
                <a:cs typeface="Calibri" panose="020F0502020204030204" pitchFamily="34" charset="0"/>
                <a:sym typeface="Wingdings" panose="05000000000000000000" pitchFamily="2" charset="2"/>
              </a:rPr>
              <a:t> </a:t>
            </a:r>
            <a:r>
              <a:rPr lang="de-DE" altLang="de-DE" b="1" dirty="0">
                <a:latin typeface="Calibri" panose="020F0502020204030204" pitchFamily="34" charset="0"/>
                <a:cs typeface="Calibri" panose="020F0502020204030204" pitchFamily="34" charset="0"/>
                <a:sym typeface="Wingdings" panose="05000000000000000000" pitchFamily="2" charset="2"/>
              </a:rPr>
              <a:t></a:t>
            </a:r>
            <a:r>
              <a:rPr lang="de-DE" altLang="de-DE" sz="1000" dirty="0">
                <a:latin typeface="Calibri" panose="020F0502020204030204" pitchFamily="34" charset="0"/>
                <a:cs typeface="Calibri" panose="020F0502020204030204" pitchFamily="34" charset="0"/>
                <a:sym typeface="Wingdings" panose="05000000000000000000" pitchFamily="2" charset="2"/>
              </a:rPr>
              <a:t> </a:t>
            </a:r>
            <a:r>
              <a:rPr lang="de-DE" altLang="de-DE" sz="1200" dirty="0">
                <a:latin typeface="Calibri" panose="020F0502020204030204" pitchFamily="34" charset="0"/>
                <a:cs typeface="Calibri" panose="020F0502020204030204" pitchFamily="34" charset="0"/>
                <a:sym typeface="Wingdings" panose="05000000000000000000" pitchFamily="2" charset="2"/>
              </a:rPr>
              <a:t>Elementare Datentypen</a:t>
            </a:r>
          </a:p>
          <a:p>
            <a:pPr lvl="1" eaLnBrk="1" hangingPunct="1">
              <a:spcBef>
                <a:spcPct val="0"/>
              </a:spcBef>
              <a:buFontTx/>
              <a:buNone/>
            </a:pPr>
            <a:r>
              <a:rPr lang="de-DE" altLang="de-DE" dirty="0">
                <a:latin typeface="Calibri" panose="020F0502020204030204" pitchFamily="34" charset="0"/>
                <a:cs typeface="Calibri" panose="020F0502020204030204" pitchFamily="34" charset="0"/>
                <a:sym typeface="Wingdings" panose="05000000000000000000" pitchFamily="2" charset="2"/>
              </a:rPr>
              <a:t> </a:t>
            </a:r>
            <a:r>
              <a:rPr lang="de-DE" altLang="de-DE" b="1" dirty="0">
                <a:latin typeface="Calibri" panose="020F0502020204030204" pitchFamily="34" charset="0"/>
                <a:cs typeface="Calibri" panose="020F0502020204030204" pitchFamily="34" charset="0"/>
                <a:sym typeface="Wingdings" panose="05000000000000000000" pitchFamily="2" charset="2"/>
              </a:rPr>
              <a:t></a:t>
            </a:r>
            <a:r>
              <a:rPr lang="de-DE" altLang="de-DE" sz="1200" b="1" dirty="0">
                <a:latin typeface="Calibri" panose="020F0502020204030204" pitchFamily="34" charset="0"/>
                <a:cs typeface="Calibri" panose="020F0502020204030204" pitchFamily="34" charset="0"/>
                <a:sym typeface="Wingdings" panose="05000000000000000000" pitchFamily="2" charset="2"/>
              </a:rPr>
              <a:t> </a:t>
            </a:r>
            <a:r>
              <a:rPr lang="de-DE" altLang="de-DE" sz="1200" dirty="0">
                <a:latin typeface="Calibri" panose="020F0502020204030204" pitchFamily="34" charset="0"/>
                <a:cs typeface="Calibri" panose="020F0502020204030204" pitchFamily="34" charset="0"/>
                <a:sym typeface="Wingdings" panose="05000000000000000000" pitchFamily="2" charset="2"/>
              </a:rPr>
              <a:t>Deklaration/Initialisierung</a:t>
            </a:r>
          </a:p>
          <a:p>
            <a:pPr lvl="1" eaLnBrk="1" hangingPunct="1">
              <a:spcBef>
                <a:spcPct val="0"/>
              </a:spcBef>
              <a:buFontTx/>
              <a:buNone/>
            </a:pPr>
            <a:r>
              <a:rPr lang="de-DE" altLang="de-DE" dirty="0">
                <a:latin typeface="Calibri" panose="020F0502020204030204" pitchFamily="34" charset="0"/>
                <a:cs typeface="Calibri" panose="020F0502020204030204" pitchFamily="34" charset="0"/>
                <a:sym typeface="Wingdings" panose="05000000000000000000" pitchFamily="2" charset="2"/>
              </a:rPr>
              <a:t> </a:t>
            </a:r>
            <a:r>
              <a:rPr lang="de-DE" altLang="de-DE" b="1" dirty="0">
                <a:latin typeface="Calibri" panose="020F0502020204030204" pitchFamily="34" charset="0"/>
                <a:cs typeface="Calibri" panose="020F0502020204030204" pitchFamily="34" charset="0"/>
                <a:sym typeface="Wingdings" panose="05000000000000000000" pitchFamily="2" charset="2"/>
              </a:rPr>
              <a:t></a:t>
            </a:r>
            <a:r>
              <a:rPr lang="de-DE" altLang="de-DE" sz="1200" b="1" dirty="0">
                <a:latin typeface="Calibri" panose="020F0502020204030204" pitchFamily="34" charset="0"/>
                <a:cs typeface="Calibri" panose="020F0502020204030204" pitchFamily="34" charset="0"/>
                <a:sym typeface="Wingdings" panose="05000000000000000000" pitchFamily="2" charset="2"/>
              </a:rPr>
              <a:t> </a:t>
            </a:r>
            <a:r>
              <a:rPr lang="de-DE" altLang="de-DE" sz="1200" dirty="0">
                <a:latin typeface="Calibri" panose="020F0502020204030204" pitchFamily="34" charset="0"/>
                <a:cs typeface="Calibri" panose="020F0502020204030204" pitchFamily="34" charset="0"/>
                <a:sym typeface="Wingdings" panose="05000000000000000000" pitchFamily="2" charset="2"/>
              </a:rPr>
              <a:t>Kontrollstrukturen</a:t>
            </a:r>
            <a:r>
              <a:rPr lang="de-DE" altLang="de-DE" sz="1200" b="1" dirty="0">
                <a:latin typeface="Calibri" panose="020F0502020204030204" pitchFamily="34" charset="0"/>
                <a:cs typeface="Calibri" panose="020F0502020204030204" pitchFamily="34" charset="0"/>
                <a:sym typeface="Wingdings" panose="05000000000000000000" pitchFamily="2" charset="2"/>
              </a:rPr>
              <a:t>: </a:t>
            </a:r>
            <a:r>
              <a:rPr lang="de-DE" altLang="de-DE" sz="1200" dirty="0" err="1">
                <a:latin typeface="Calibri" panose="020F0502020204030204" pitchFamily="34" charset="0"/>
                <a:cs typeface="Calibri" panose="020F0502020204030204" pitchFamily="34" charset="0"/>
                <a:sym typeface="Wingdings" panose="05000000000000000000" pitchFamily="2" charset="2"/>
              </a:rPr>
              <a:t>if</a:t>
            </a:r>
            <a:r>
              <a:rPr lang="de-DE" altLang="de-DE" sz="1200" dirty="0">
                <a:latin typeface="Calibri" panose="020F0502020204030204" pitchFamily="34" charset="0"/>
                <a:cs typeface="Calibri" panose="020F0502020204030204" pitchFamily="34" charset="0"/>
                <a:sym typeface="Wingdings" panose="05000000000000000000" pitchFamily="2" charset="2"/>
              </a:rPr>
              <a:t>/</a:t>
            </a:r>
            <a:r>
              <a:rPr lang="de-DE" altLang="de-DE" sz="1200" dirty="0" err="1">
                <a:latin typeface="Calibri" panose="020F0502020204030204" pitchFamily="34" charset="0"/>
                <a:cs typeface="Calibri" panose="020F0502020204030204" pitchFamily="34" charset="0"/>
                <a:sym typeface="Wingdings" panose="05000000000000000000" pitchFamily="2" charset="2"/>
              </a:rPr>
              <a:t>else</a:t>
            </a:r>
            <a:r>
              <a:rPr lang="de-DE" altLang="de-DE" sz="1200" dirty="0">
                <a:latin typeface="Calibri" panose="020F0502020204030204" pitchFamily="34" charset="0"/>
                <a:cs typeface="Calibri" panose="020F0502020204030204" pitchFamily="34" charset="0"/>
                <a:sym typeface="Wingdings" panose="05000000000000000000" pitchFamily="2" charset="2"/>
              </a:rPr>
              <a:t>, </a:t>
            </a:r>
            <a:r>
              <a:rPr lang="de-DE" altLang="de-DE" sz="1200" dirty="0" err="1">
                <a:latin typeface="Calibri" panose="020F0502020204030204" pitchFamily="34" charset="0"/>
                <a:cs typeface="Calibri" panose="020F0502020204030204" pitchFamily="34" charset="0"/>
                <a:sym typeface="Wingdings" panose="05000000000000000000" pitchFamily="2" charset="2"/>
              </a:rPr>
              <a:t>while</a:t>
            </a:r>
            <a:r>
              <a:rPr lang="de-DE" altLang="de-DE" sz="1200" dirty="0">
                <a:latin typeface="Calibri" panose="020F0502020204030204" pitchFamily="34" charset="0"/>
                <a:cs typeface="Calibri" panose="020F0502020204030204" pitchFamily="34" charset="0"/>
                <a:sym typeface="Wingdings" panose="05000000000000000000" pitchFamily="2" charset="2"/>
              </a:rPr>
              <a:t>, </a:t>
            </a:r>
            <a:r>
              <a:rPr lang="de-DE" altLang="de-DE" sz="1200" dirty="0" err="1">
                <a:latin typeface="Calibri" panose="020F0502020204030204" pitchFamily="34" charset="0"/>
                <a:cs typeface="Calibri" panose="020F0502020204030204" pitchFamily="34" charset="0"/>
                <a:sym typeface="Wingdings" panose="05000000000000000000" pitchFamily="2" charset="2"/>
              </a:rPr>
              <a:t>for</a:t>
            </a:r>
            <a:endParaRPr lang="de-DE" altLang="de-DE" sz="1200" dirty="0">
              <a:latin typeface="Calibri" panose="020F0502020204030204" pitchFamily="34" charset="0"/>
              <a:cs typeface="Calibri" panose="020F0502020204030204" pitchFamily="34" charset="0"/>
              <a:sym typeface="Wingdings" panose="05000000000000000000" pitchFamily="2" charset="2"/>
            </a:endParaRPr>
          </a:p>
          <a:p>
            <a:pPr lvl="1" eaLnBrk="1" hangingPunct="1">
              <a:spcBef>
                <a:spcPct val="0"/>
              </a:spcBef>
              <a:buFontTx/>
              <a:buNone/>
            </a:pPr>
            <a:r>
              <a:rPr lang="de-DE" altLang="de-DE" dirty="0">
                <a:latin typeface="Calibri" panose="020F0502020204030204" pitchFamily="34" charset="0"/>
                <a:cs typeface="Calibri" panose="020F0502020204030204" pitchFamily="34" charset="0"/>
                <a:sym typeface="Wingdings" panose="05000000000000000000" pitchFamily="2" charset="2"/>
              </a:rPr>
              <a:t> </a:t>
            </a:r>
            <a:r>
              <a:rPr lang="de-DE" altLang="de-DE" b="1" dirty="0">
                <a:latin typeface="Calibri" panose="020F0502020204030204" pitchFamily="34" charset="0"/>
                <a:cs typeface="Calibri" panose="020F0502020204030204" pitchFamily="34" charset="0"/>
                <a:sym typeface="Wingdings" panose="05000000000000000000" pitchFamily="2" charset="2"/>
              </a:rPr>
              <a:t> </a:t>
            </a:r>
            <a:r>
              <a:rPr lang="de-DE" altLang="de-DE" sz="1200" dirty="0">
                <a:latin typeface="Calibri" panose="020F0502020204030204" pitchFamily="34" charset="0"/>
                <a:cs typeface="Calibri" panose="020F0502020204030204" pitchFamily="34" charset="0"/>
                <a:sym typeface="Wingdings" panose="05000000000000000000" pitchFamily="2" charset="2"/>
              </a:rPr>
              <a:t>Funktionen</a:t>
            </a:r>
          </a:p>
          <a:p>
            <a:pPr lvl="1" eaLnBrk="1" hangingPunct="1">
              <a:spcBef>
                <a:spcPct val="0"/>
              </a:spcBef>
              <a:buFontTx/>
              <a:buNone/>
            </a:pPr>
            <a:r>
              <a:rPr lang="de-DE" altLang="de-DE" dirty="0">
                <a:latin typeface="Calibri" panose="020F0502020204030204" pitchFamily="34" charset="0"/>
                <a:cs typeface="Calibri" panose="020F0502020204030204" pitchFamily="34" charset="0"/>
                <a:sym typeface="Wingdings" panose="05000000000000000000" pitchFamily="2" charset="2"/>
              </a:rPr>
              <a:t> </a:t>
            </a:r>
            <a:r>
              <a:rPr lang="de-DE" altLang="de-DE" b="1" dirty="0">
                <a:latin typeface="Calibri" panose="020F0502020204030204" pitchFamily="34" charset="0"/>
                <a:cs typeface="Calibri" panose="020F0502020204030204" pitchFamily="34" charset="0"/>
                <a:sym typeface="Wingdings" panose="05000000000000000000" pitchFamily="2" charset="2"/>
              </a:rPr>
              <a:t></a:t>
            </a:r>
            <a:r>
              <a:rPr lang="de-DE" altLang="de-DE" sz="1200" b="1" dirty="0">
                <a:latin typeface="Calibri" panose="020F0502020204030204" pitchFamily="34" charset="0"/>
                <a:cs typeface="Calibri" panose="020F0502020204030204" pitchFamily="34" charset="0"/>
                <a:sym typeface="Wingdings" panose="05000000000000000000" pitchFamily="2" charset="2"/>
              </a:rPr>
              <a:t> </a:t>
            </a:r>
            <a:r>
              <a:rPr lang="de-DE" altLang="de-DE" sz="1200" dirty="0">
                <a:latin typeface="Calibri" panose="020F0502020204030204" pitchFamily="34" charset="0"/>
                <a:cs typeface="Calibri" panose="020F0502020204030204" pitchFamily="34" charset="0"/>
                <a:sym typeface="Wingdings" panose="05000000000000000000" pitchFamily="2" charset="2"/>
              </a:rPr>
              <a:t>Felder (Strings)</a:t>
            </a:r>
          </a:p>
          <a:p>
            <a:pPr lvl="1" eaLnBrk="1" hangingPunct="1">
              <a:spcBef>
                <a:spcPct val="0"/>
              </a:spcBef>
              <a:buFontTx/>
              <a:buNone/>
            </a:pPr>
            <a:r>
              <a:rPr lang="de-DE" altLang="de-DE" dirty="0">
                <a:latin typeface="Calibri" panose="020F0502020204030204" pitchFamily="34" charset="0"/>
                <a:cs typeface="Calibri" panose="020F0502020204030204" pitchFamily="34" charset="0"/>
                <a:sym typeface="Wingdings" panose="05000000000000000000" pitchFamily="2" charset="2"/>
              </a:rPr>
              <a:t> </a:t>
            </a:r>
            <a:r>
              <a:rPr lang="de-DE" altLang="de-DE" sz="1200" b="1" dirty="0">
                <a:latin typeface="Calibri" panose="020F0502020204030204" pitchFamily="34" charset="0"/>
                <a:cs typeface="Calibri" panose="020F0502020204030204" pitchFamily="34" charset="0"/>
                <a:sym typeface="Wingdings" panose="05000000000000000000" pitchFamily="2" charset="2"/>
              </a:rPr>
              <a:t> </a:t>
            </a:r>
            <a:r>
              <a:rPr lang="de-DE" altLang="de-DE" sz="1200" dirty="0">
                <a:latin typeface="Calibri" panose="020F0502020204030204" pitchFamily="34" charset="0"/>
                <a:cs typeface="Calibri" panose="020F0502020204030204" pitchFamily="34" charset="0"/>
                <a:sym typeface="Wingdings" panose="05000000000000000000" pitchFamily="2" charset="2"/>
              </a:rPr>
              <a:t>Zeiger</a:t>
            </a:r>
          </a:p>
          <a:p>
            <a:pPr lvl="1" eaLnBrk="1" hangingPunct="1">
              <a:spcBef>
                <a:spcPct val="0"/>
              </a:spcBef>
              <a:buFontTx/>
              <a:buNone/>
            </a:pPr>
            <a:r>
              <a:rPr lang="de-DE" altLang="de-DE" dirty="0">
                <a:latin typeface="Calibri" panose="020F0502020204030204" pitchFamily="34" charset="0"/>
                <a:cs typeface="Calibri" panose="020F0502020204030204" pitchFamily="34" charset="0"/>
                <a:sym typeface="Wingdings" panose="05000000000000000000" pitchFamily="2" charset="2"/>
              </a:rPr>
              <a:t> </a:t>
            </a:r>
            <a:r>
              <a:rPr lang="de-DE" altLang="de-DE" sz="1200" b="1" dirty="0">
                <a:latin typeface="Calibri" panose="020F0502020204030204" pitchFamily="34" charset="0"/>
                <a:cs typeface="Calibri" panose="020F0502020204030204" pitchFamily="34" charset="0"/>
                <a:sym typeface="Wingdings" panose="05000000000000000000" pitchFamily="2" charset="2"/>
              </a:rPr>
              <a:t> </a:t>
            </a:r>
            <a:r>
              <a:rPr lang="de-DE" altLang="de-DE" sz="1200" dirty="0" err="1">
                <a:latin typeface="Calibri" panose="020F0502020204030204" pitchFamily="34" charset="0"/>
                <a:cs typeface="Calibri" panose="020F0502020204030204" pitchFamily="34" charset="0"/>
                <a:sym typeface="Wingdings" panose="05000000000000000000" pitchFamily="2" charset="2"/>
              </a:rPr>
              <a:t>struct</a:t>
            </a:r>
            <a:endParaRPr lang="de-DE" altLang="de-DE" sz="1200" dirty="0">
              <a:latin typeface="Calibri" panose="020F0502020204030204" pitchFamily="34" charset="0"/>
              <a:cs typeface="Calibri" panose="020F0502020204030204" pitchFamily="34" charset="0"/>
              <a:sym typeface="Wingdings" panose="05000000000000000000" pitchFamily="2" charset="2"/>
            </a:endParaRPr>
          </a:p>
          <a:p>
            <a:pPr lvl="1" eaLnBrk="1" hangingPunct="1">
              <a:spcBef>
                <a:spcPct val="0"/>
              </a:spcBef>
              <a:buFontTx/>
              <a:buNone/>
            </a:pPr>
            <a:r>
              <a:rPr lang="de-DE" altLang="de-DE" dirty="0">
                <a:latin typeface="Calibri" panose="020F0502020204030204" pitchFamily="34" charset="0"/>
                <a:cs typeface="Calibri" panose="020F0502020204030204" pitchFamily="34" charset="0"/>
                <a:sym typeface="Wingdings" panose="05000000000000000000" pitchFamily="2" charset="2"/>
              </a:rPr>
              <a:t> </a:t>
            </a:r>
            <a:r>
              <a:rPr lang="de-DE" altLang="de-DE" sz="1200" b="1" dirty="0">
                <a:latin typeface="Calibri" panose="020F0502020204030204" pitchFamily="34" charset="0"/>
                <a:cs typeface="Calibri" panose="020F0502020204030204" pitchFamily="34" charset="0"/>
                <a:sym typeface="Wingdings" panose="05000000000000000000" pitchFamily="2" charset="2"/>
              </a:rPr>
              <a:t> </a:t>
            </a:r>
            <a:r>
              <a:rPr lang="de-DE" altLang="de-DE" sz="1200" dirty="0">
                <a:latin typeface="Calibri" panose="020F0502020204030204" pitchFamily="34" charset="0"/>
                <a:cs typeface="Calibri" panose="020F0502020204030204" pitchFamily="34" charset="0"/>
                <a:sym typeface="Wingdings" panose="05000000000000000000" pitchFamily="2" charset="2"/>
              </a:rPr>
              <a:t>Speicheranforderung: </a:t>
            </a:r>
            <a:r>
              <a:rPr lang="de-DE" altLang="de-DE" sz="1200" dirty="0" err="1">
                <a:latin typeface="Calibri" panose="020F0502020204030204" pitchFamily="34" charset="0"/>
                <a:cs typeface="Calibri" panose="020F0502020204030204" pitchFamily="34" charset="0"/>
                <a:sym typeface="Wingdings" panose="05000000000000000000" pitchFamily="2" charset="2"/>
              </a:rPr>
              <a:t>malloc</a:t>
            </a:r>
            <a:endParaRPr lang="de-DE" altLang="de-DE" sz="1200" dirty="0">
              <a:latin typeface="Calibri" panose="020F0502020204030204" pitchFamily="34" charset="0"/>
              <a:cs typeface="Calibri" panose="020F0502020204030204" pitchFamily="34" charset="0"/>
              <a:sym typeface="Wingdings" panose="05000000000000000000" pitchFamily="2" charset="2"/>
            </a:endParaRPr>
          </a:p>
          <a:p>
            <a:pPr lvl="1" eaLnBrk="1" hangingPunct="1">
              <a:spcBef>
                <a:spcPct val="0"/>
              </a:spcBef>
              <a:buFontTx/>
              <a:buNone/>
            </a:pPr>
            <a:r>
              <a:rPr lang="de-DE" altLang="de-DE" dirty="0">
                <a:latin typeface="Calibri" panose="020F0502020204030204" pitchFamily="34" charset="0"/>
                <a:cs typeface="Calibri" panose="020F0502020204030204" pitchFamily="34" charset="0"/>
                <a:sym typeface="Wingdings" panose="05000000000000000000" pitchFamily="2" charset="2"/>
              </a:rPr>
              <a:t> </a:t>
            </a:r>
            <a:r>
              <a:rPr lang="de-DE" altLang="de-DE" sz="1200" dirty="0">
                <a:latin typeface="Calibri" panose="020F0502020204030204" pitchFamily="34" charset="0"/>
                <a:cs typeface="Calibri" panose="020F0502020204030204" pitchFamily="34" charset="0"/>
                <a:sym typeface="Wingdings" panose="05000000000000000000" pitchFamily="2" charset="2"/>
              </a:rPr>
              <a:t> Listen</a:t>
            </a:r>
          </a:p>
          <a:p>
            <a:pPr lvl="1" eaLnBrk="1" hangingPunct="1">
              <a:spcBef>
                <a:spcPct val="0"/>
              </a:spcBef>
              <a:buFontTx/>
              <a:buNone/>
            </a:pPr>
            <a:r>
              <a:rPr lang="de-DE" altLang="de-DE" dirty="0">
                <a:latin typeface="Calibri" panose="020F0502020204030204" pitchFamily="34" charset="0"/>
                <a:cs typeface="Calibri" panose="020F0502020204030204" pitchFamily="34" charset="0"/>
                <a:sym typeface="Wingdings" panose="05000000000000000000" pitchFamily="2" charset="2"/>
              </a:rPr>
              <a:t> </a:t>
            </a:r>
            <a:r>
              <a:rPr lang="de-DE" altLang="de-DE" sz="1200" b="1" dirty="0">
                <a:latin typeface="Calibri" panose="020F0502020204030204" pitchFamily="34" charset="0"/>
                <a:cs typeface="Calibri" panose="020F0502020204030204" pitchFamily="34" charset="0"/>
                <a:sym typeface="Wingdings" panose="05000000000000000000" pitchFamily="2" charset="2"/>
              </a:rPr>
              <a:t> </a:t>
            </a:r>
            <a:r>
              <a:rPr lang="de-DE" altLang="de-DE" sz="1200" dirty="0">
                <a:latin typeface="Calibri" panose="020F0502020204030204" pitchFamily="34" charset="0"/>
                <a:cs typeface="Calibri" panose="020F0502020204030204" pitchFamily="34" charset="0"/>
                <a:sym typeface="Wingdings" panose="05000000000000000000" pitchFamily="2" charset="2"/>
              </a:rPr>
              <a:t>Bitmanipulation</a:t>
            </a:r>
            <a:endParaRPr lang="de-DE" altLang="de-DE" sz="1200" dirty="0">
              <a:latin typeface="Calibri" panose="020F0502020204030204" pitchFamily="34" charset="0"/>
              <a:cs typeface="Calibri" panose="020F0502020204030204" pitchFamily="34" charset="0"/>
            </a:endParaRPr>
          </a:p>
          <a:p>
            <a:pPr eaLnBrk="1" hangingPunct="1">
              <a:spcBef>
                <a:spcPct val="0"/>
              </a:spcBef>
              <a:buFontTx/>
              <a:buNone/>
            </a:pPr>
            <a:r>
              <a:rPr lang="de-DE" altLang="de-DE" sz="1600" dirty="0">
                <a:latin typeface="Calibri" panose="020F0502020204030204" pitchFamily="34" charset="0"/>
                <a:cs typeface="Calibri" panose="020F0502020204030204" pitchFamily="34" charset="0"/>
                <a:sym typeface="Wingdings" panose="05000000000000000000" pitchFamily="2" charset="2"/>
              </a:rPr>
              <a:t> </a:t>
            </a:r>
            <a:r>
              <a:rPr lang="de-DE" altLang="de-DE" sz="1600" b="1" dirty="0">
                <a:latin typeface="Calibri" panose="020F0502020204030204" pitchFamily="34" charset="0"/>
                <a:cs typeface="Calibri" panose="020F0502020204030204" pitchFamily="34" charset="0"/>
                <a:sym typeface="Wingdings" panose="05000000000000000000" pitchFamily="2" charset="2"/>
              </a:rPr>
              <a:t> </a:t>
            </a:r>
            <a:r>
              <a:rPr lang="de-DE" altLang="de-DE" sz="1600" dirty="0">
                <a:latin typeface="Calibri" panose="020F0502020204030204" pitchFamily="34" charset="0"/>
                <a:cs typeface="Calibri" panose="020F0502020204030204" pitchFamily="34" charset="0"/>
              </a:rPr>
              <a:t>Wie löst der Rechner unsere Probleme? </a:t>
            </a:r>
            <a:r>
              <a:rPr lang="de-DE" altLang="de-DE" sz="1600" dirty="0">
                <a:latin typeface="Calibri" panose="020F0502020204030204" pitchFamily="34" charset="0"/>
                <a:cs typeface="Calibri" panose="020F0502020204030204" pitchFamily="34" charset="0"/>
                <a:sym typeface="Wingdings" panose="05000000000000000000" pitchFamily="2" charset="2"/>
              </a:rPr>
              <a:t> mit </a:t>
            </a:r>
            <a:r>
              <a:rPr lang="de-DE" altLang="de-DE" sz="1600" b="1" dirty="0">
                <a:latin typeface="Calibri" panose="020F0502020204030204" pitchFamily="34" charset="0"/>
                <a:cs typeface="Calibri" panose="020F0502020204030204" pitchFamily="34" charset="0"/>
                <a:sym typeface="Wingdings" panose="05000000000000000000" pitchFamily="2" charset="2"/>
              </a:rPr>
              <a:t>Dualdarstellung</a:t>
            </a:r>
            <a:r>
              <a:rPr lang="de-DE" altLang="de-DE" sz="1600" dirty="0">
                <a:latin typeface="Calibri" panose="020F0502020204030204" pitchFamily="34" charset="0"/>
                <a:cs typeface="Calibri" panose="020F0502020204030204" pitchFamily="34" charset="0"/>
                <a:sym typeface="Wingdings" panose="05000000000000000000" pitchFamily="2" charset="2"/>
              </a:rPr>
              <a:t> von Zeichen und Zahlen und mit Hilfe von </a:t>
            </a:r>
            <a:r>
              <a:rPr lang="de-DE" altLang="de-DE" sz="1600" b="1" dirty="0">
                <a:latin typeface="Calibri" panose="020F0502020204030204" pitchFamily="34" charset="0"/>
                <a:cs typeface="Calibri" panose="020F0502020204030204" pitchFamily="34" charset="0"/>
                <a:sym typeface="Wingdings" panose="05000000000000000000" pitchFamily="2" charset="2"/>
              </a:rPr>
              <a:t>Algorithmen</a:t>
            </a:r>
          </a:p>
          <a:p>
            <a:pPr eaLnBrk="1" hangingPunct="1">
              <a:spcBef>
                <a:spcPct val="0"/>
              </a:spcBef>
              <a:buFontTx/>
              <a:buNone/>
            </a:pPr>
            <a:r>
              <a:rPr lang="de-DE" altLang="de-DE" sz="1600" dirty="0">
                <a:latin typeface="Calibri" panose="020F0502020204030204" pitchFamily="34" charset="0"/>
                <a:cs typeface="Calibri" panose="020F0502020204030204" pitchFamily="34" charset="0"/>
                <a:sym typeface="Wingdings" panose="05000000000000000000" pitchFamily="2" charset="2"/>
              </a:rPr>
              <a:t></a:t>
            </a:r>
            <a:r>
              <a:rPr lang="de-DE" altLang="de-DE" sz="1600" b="1" dirty="0">
                <a:latin typeface="Calibri" panose="020F0502020204030204" pitchFamily="34" charset="0"/>
                <a:cs typeface="Calibri" panose="020F0502020204030204" pitchFamily="34" charset="0"/>
                <a:sym typeface="Wingdings" panose="05000000000000000000" pitchFamily="2" charset="2"/>
              </a:rPr>
              <a:t> </a:t>
            </a:r>
            <a:r>
              <a:rPr lang="de-DE" altLang="de-DE" sz="1600" dirty="0">
                <a:latin typeface="Calibri" panose="020F0502020204030204" pitchFamily="34" charset="0"/>
                <a:cs typeface="Calibri" panose="020F0502020204030204" pitchFamily="34" charset="0"/>
                <a:sym typeface="Wingdings" panose="05000000000000000000" pitchFamily="2" charset="2"/>
              </a:rPr>
              <a:t>Ein Beispiel für ein Problem: </a:t>
            </a:r>
            <a:r>
              <a:rPr lang="de-DE" altLang="de-DE" sz="1600" b="1" dirty="0">
                <a:latin typeface="Calibri" panose="020F0502020204030204" pitchFamily="34" charset="0"/>
                <a:cs typeface="Calibri" panose="020F0502020204030204" pitchFamily="34" charset="0"/>
                <a:sym typeface="Wingdings" panose="05000000000000000000" pitchFamily="2" charset="2"/>
              </a:rPr>
              <a:t>Kr</a:t>
            </a:r>
            <a:r>
              <a:rPr lang="de-DE" altLang="de-DE" sz="1600" b="1" dirty="0">
                <a:latin typeface="Calibri" panose="020F0502020204030204" pitchFamily="34" charset="0"/>
                <a:cs typeface="Calibri" panose="020F0502020204030204" pitchFamily="34" charset="0"/>
              </a:rPr>
              <a:t>yptografie</a:t>
            </a:r>
            <a:endParaRPr lang="de-DE" altLang="de-DE" sz="1600" dirty="0">
              <a:latin typeface="Calibri" panose="020F0502020204030204" pitchFamily="34" charset="0"/>
              <a:cs typeface="Calibri" panose="020F0502020204030204" pitchFamily="34" charset="0"/>
            </a:endParaRPr>
          </a:p>
          <a:p>
            <a:pPr eaLnBrk="1" hangingPunct="1">
              <a:spcBef>
                <a:spcPct val="0"/>
              </a:spcBef>
              <a:buFontTx/>
              <a:buNone/>
            </a:pPr>
            <a:r>
              <a:rPr lang="de-DE" altLang="de-DE" sz="1600" dirty="0">
                <a:latin typeface="Calibri" panose="020F0502020204030204" pitchFamily="34" charset="0"/>
                <a:cs typeface="Calibri" panose="020F0502020204030204" pitchFamily="34" charset="0"/>
                <a:sym typeface="Wingdings" panose="05000000000000000000" pitchFamily="2" charset="2"/>
              </a:rPr>
              <a:t></a:t>
            </a:r>
            <a:r>
              <a:rPr lang="de-DE" altLang="de-DE" sz="1600" b="1" dirty="0">
                <a:latin typeface="Calibri" panose="020F0502020204030204" pitchFamily="34" charset="0"/>
                <a:cs typeface="Calibri" panose="020F0502020204030204" pitchFamily="34" charset="0"/>
                <a:sym typeface="Wingdings" panose="05000000000000000000" pitchFamily="2" charset="2"/>
              </a:rPr>
              <a:t> </a:t>
            </a:r>
            <a:r>
              <a:rPr lang="de-DE" altLang="de-DE" sz="1600" dirty="0">
                <a:latin typeface="Calibri" panose="020F0502020204030204" pitchFamily="34" charset="0"/>
                <a:cs typeface="Calibri" panose="020F0502020204030204" pitchFamily="34" charset="0"/>
              </a:rPr>
              <a:t>Sind Rechner auch Menschen? </a:t>
            </a:r>
            <a:r>
              <a:rPr lang="de-DE" altLang="de-DE" sz="1600" dirty="0">
                <a:latin typeface="Calibri" panose="020F0502020204030204" pitchFamily="34" charset="0"/>
                <a:cs typeface="Calibri" panose="020F0502020204030204" pitchFamily="34" charset="0"/>
                <a:sym typeface="Wingdings" panose="05000000000000000000" pitchFamily="2" charset="2"/>
              </a:rPr>
              <a:t> </a:t>
            </a:r>
            <a:r>
              <a:rPr lang="de-DE" altLang="de-DE" sz="1600" b="1" dirty="0">
                <a:latin typeface="Calibri" panose="020F0502020204030204" pitchFamily="34" charset="0"/>
                <a:cs typeface="Calibri" panose="020F0502020204030204" pitchFamily="34" charset="0"/>
                <a:sym typeface="Wingdings" panose="05000000000000000000" pitchFamily="2" charset="2"/>
              </a:rPr>
              <a:t>Künstliche Intelligenz</a:t>
            </a:r>
          </a:p>
          <a:p>
            <a:pPr eaLnBrk="1" hangingPunct="1">
              <a:spcBef>
                <a:spcPct val="0"/>
              </a:spcBef>
              <a:buFontTx/>
              <a:buNone/>
            </a:pPr>
            <a:r>
              <a:rPr lang="de-DE" altLang="de-DE" sz="1600" dirty="0">
                <a:latin typeface="Calibri" panose="020F0502020204030204" pitchFamily="34" charset="0"/>
                <a:cs typeface="Calibri" panose="020F0502020204030204" pitchFamily="34" charset="0"/>
                <a:sym typeface="Wingdings" panose="05000000000000000000" pitchFamily="2" charset="2"/>
              </a:rPr>
              <a:t> Für alle Probleme gibt es viele Algorithmen. Welcher ist der Beste?  </a:t>
            </a:r>
            <a:r>
              <a:rPr lang="de-DE" altLang="de-DE" sz="1600" b="1" dirty="0">
                <a:latin typeface="Calibri" panose="020F0502020204030204" pitchFamily="34" charset="0"/>
                <a:cs typeface="Calibri" panose="020F0502020204030204" pitchFamily="34" charset="0"/>
                <a:sym typeface="Wingdings" panose="05000000000000000000" pitchFamily="2" charset="2"/>
              </a:rPr>
              <a:t>Aufwand</a:t>
            </a:r>
            <a:r>
              <a:rPr lang="de-DE" altLang="de-DE" sz="1600" dirty="0">
                <a:latin typeface="Calibri" panose="020F0502020204030204" pitchFamily="34" charset="0"/>
                <a:cs typeface="Calibri" panose="020F0502020204030204" pitchFamily="34" charset="0"/>
                <a:sym typeface="Wingdings" panose="05000000000000000000" pitchFamily="2" charset="2"/>
              </a:rPr>
              <a:t> von Algorithmen</a:t>
            </a:r>
          </a:p>
        </p:txBody>
      </p:sp>
      <p:sp>
        <p:nvSpPr>
          <p:cNvPr id="10246" name="Rectangle 8">
            <a:extLst>
              <a:ext uri="{FF2B5EF4-FFF2-40B4-BE49-F238E27FC236}">
                <a16:creationId xmlns:a16="http://schemas.microsoft.com/office/drawing/2014/main" id="{865AF6D6-0EEB-468A-B684-ED380D71926F}"/>
              </a:ext>
            </a:extLst>
          </p:cNvPr>
          <p:cNvSpPr>
            <a:spLocks noChangeArrowheads="1"/>
          </p:cNvSpPr>
          <p:nvPr/>
        </p:nvSpPr>
        <p:spPr bwMode="auto">
          <a:xfrm>
            <a:off x="1397000" y="676275"/>
            <a:ext cx="5229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000">
                <a:solidFill>
                  <a:schemeClr val="tx1"/>
                </a:solidFill>
                <a:latin typeface="Arial" panose="020B0604020202020204" pitchFamily="34" charset="0"/>
              </a:defRPr>
            </a:lvl1pPr>
            <a:lvl2pPr marL="742950" indent="-285750">
              <a:spcBef>
                <a:spcPct val="20000"/>
              </a:spcBef>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r>
              <a:rPr lang="de-DE" altLang="de-DE" sz="1600" b="1"/>
              <a:t>Informatik = Lösen von Problemen mit dem Rechner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liennummernplatzhalter 3">
            <a:extLst>
              <a:ext uri="{FF2B5EF4-FFF2-40B4-BE49-F238E27FC236}">
                <a16:creationId xmlns:a16="http://schemas.microsoft.com/office/drawing/2014/main" id="{AB4E496F-6E7D-413F-9AA0-D63CEBA629E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FontTx/>
              <a:buNone/>
            </a:pPr>
            <a:fld id="{449FC4B2-3368-416E-9C1E-8E750D392C2F}" type="slidenum">
              <a:rPr lang="de-DE" altLang="de-DE" sz="1400" smtClean="0"/>
              <a:pPr>
                <a:spcBef>
                  <a:spcPct val="0"/>
                </a:spcBef>
                <a:buFontTx/>
                <a:buNone/>
              </a:pPr>
              <a:t>6</a:t>
            </a:fld>
            <a:endParaRPr lang="de-DE" altLang="de-DE" sz="1400"/>
          </a:p>
        </p:txBody>
      </p:sp>
      <p:sp>
        <p:nvSpPr>
          <p:cNvPr id="10243" name="Rectangle 2">
            <a:extLst>
              <a:ext uri="{FF2B5EF4-FFF2-40B4-BE49-F238E27FC236}">
                <a16:creationId xmlns:a16="http://schemas.microsoft.com/office/drawing/2014/main" id="{57EDA6F1-93DC-4795-BFC0-BBCECFEACC1D}"/>
              </a:ext>
            </a:extLst>
          </p:cNvPr>
          <p:cNvSpPr>
            <a:spLocks noGrp="1" noChangeArrowheads="1"/>
          </p:cNvSpPr>
          <p:nvPr>
            <p:ph type="title"/>
          </p:nvPr>
        </p:nvSpPr>
        <p:spPr>
          <a:xfrm>
            <a:off x="457200" y="260350"/>
            <a:ext cx="8229600" cy="633413"/>
          </a:xfrm>
        </p:spPr>
        <p:txBody>
          <a:bodyPr/>
          <a:lstStyle/>
          <a:p>
            <a:pPr eaLnBrk="1" hangingPunct="1"/>
            <a:r>
              <a:rPr lang="de-DE" altLang="de-DE" dirty="0">
                <a:solidFill>
                  <a:schemeClr val="tx1"/>
                </a:solidFill>
                <a:latin typeface="Calibri" panose="020F0502020204030204" pitchFamily="34" charset="0"/>
                <a:cs typeface="Calibri" panose="020F0502020204030204" pitchFamily="34" charset="0"/>
              </a:rPr>
              <a:t>Design der Folien</a:t>
            </a:r>
          </a:p>
        </p:txBody>
      </p:sp>
      <p:sp>
        <p:nvSpPr>
          <p:cNvPr id="2" name="Textfeld 1">
            <a:extLst>
              <a:ext uri="{FF2B5EF4-FFF2-40B4-BE49-F238E27FC236}">
                <a16:creationId xmlns:a16="http://schemas.microsoft.com/office/drawing/2014/main" id="{5BB5631D-5B2F-4B62-9CE2-2D7B6DBFA0A6}"/>
              </a:ext>
            </a:extLst>
          </p:cNvPr>
          <p:cNvSpPr txBox="1"/>
          <p:nvPr/>
        </p:nvSpPr>
        <p:spPr>
          <a:xfrm>
            <a:off x="477520" y="2488850"/>
            <a:ext cx="168169" cy="369332"/>
          </a:xfrm>
          <a:prstGeom prst="rect">
            <a:avLst/>
          </a:prstGeom>
          <a:noFill/>
        </p:spPr>
        <p:txBody>
          <a:bodyPr wrap="square" rtlCol="0">
            <a:spAutoFit/>
          </a:bodyPr>
          <a:lstStyle/>
          <a:p>
            <a:endParaRPr lang="de-DE" dirty="0"/>
          </a:p>
        </p:txBody>
      </p:sp>
      <p:sp>
        <p:nvSpPr>
          <p:cNvPr id="18" name="Rechteck 17">
            <a:extLst>
              <a:ext uri="{FF2B5EF4-FFF2-40B4-BE49-F238E27FC236}">
                <a16:creationId xmlns:a16="http://schemas.microsoft.com/office/drawing/2014/main" id="{1F9E5F24-5513-4ED2-ADBF-C69B825B62D5}"/>
              </a:ext>
            </a:extLst>
          </p:cNvPr>
          <p:cNvSpPr>
            <a:spLocks noChangeArrowheads="1"/>
          </p:cNvSpPr>
          <p:nvPr/>
        </p:nvSpPr>
        <p:spPr bwMode="auto">
          <a:xfrm>
            <a:off x="561604" y="893763"/>
            <a:ext cx="828661" cy="279473"/>
          </a:xfrm>
          <a:prstGeom prst="rect">
            <a:avLst/>
          </a:prstGeom>
          <a:solidFill>
            <a:srgbClr val="FF9900"/>
          </a:solidFill>
          <a:ln w="9525">
            <a:solidFill>
              <a:srgbClr val="000000"/>
            </a:solidFill>
            <a:miter lim="800000"/>
            <a:headEnd/>
            <a:tailEnd/>
          </a:ln>
        </p:spPr>
        <p:txBody>
          <a:bodyPr rot="0" vert="horz" wrap="square" lIns="91440" tIns="45720" rIns="91440" bIns="45720" anchor="t" anchorCtr="0" upright="1">
            <a:noAutofit/>
          </a:bodyPr>
          <a:lstStyle/>
          <a:p>
            <a:pPr marL="285750" indent="-285750">
              <a:buFont typeface="Arial" panose="020B0604020202020204" pitchFamily="34" charset="0"/>
              <a:buChar char="•"/>
            </a:pPr>
            <a:endParaRPr lang="de-DE"/>
          </a:p>
        </p:txBody>
      </p:sp>
      <p:sp>
        <p:nvSpPr>
          <p:cNvPr id="19" name="Rechteck 18">
            <a:extLst>
              <a:ext uri="{FF2B5EF4-FFF2-40B4-BE49-F238E27FC236}">
                <a16:creationId xmlns:a16="http://schemas.microsoft.com/office/drawing/2014/main" id="{02D95A41-2DE5-436C-81F6-565F6CA7733D}"/>
              </a:ext>
            </a:extLst>
          </p:cNvPr>
          <p:cNvSpPr>
            <a:spLocks noChangeArrowheads="1"/>
          </p:cNvSpPr>
          <p:nvPr/>
        </p:nvSpPr>
        <p:spPr bwMode="auto">
          <a:xfrm>
            <a:off x="561604" y="1791570"/>
            <a:ext cx="626930" cy="279473"/>
          </a:xfrm>
          <a:prstGeom prst="rect">
            <a:avLst/>
          </a:prstGeom>
          <a:solidFill>
            <a:srgbClr val="92D050"/>
          </a:solidFill>
          <a:ln w="9525">
            <a:solidFill>
              <a:srgbClr val="000000"/>
            </a:solidFill>
            <a:miter lim="800000"/>
            <a:headEnd/>
            <a:tailEnd/>
          </a:ln>
        </p:spPr>
        <p:txBody>
          <a:bodyPr rot="0" vert="horz" wrap="square" lIns="91440" tIns="45720" rIns="91440" bIns="45720" anchor="t" anchorCtr="0" upright="1">
            <a:noAutofit/>
          </a:bodyPr>
          <a:lstStyle/>
          <a:p>
            <a:endParaRPr lang="de-DE"/>
          </a:p>
        </p:txBody>
      </p:sp>
      <p:sp>
        <p:nvSpPr>
          <p:cNvPr id="14" name="Rectangle 16">
            <a:extLst>
              <a:ext uri="{FF2B5EF4-FFF2-40B4-BE49-F238E27FC236}">
                <a16:creationId xmlns:a16="http://schemas.microsoft.com/office/drawing/2014/main" id="{F0C07A7C-0EE6-4048-8A32-92D953E706B6}"/>
              </a:ext>
            </a:extLst>
          </p:cNvPr>
          <p:cNvSpPr>
            <a:spLocks noChangeArrowheads="1"/>
          </p:cNvSpPr>
          <p:nvPr/>
        </p:nvSpPr>
        <p:spPr bwMode="auto">
          <a:xfrm>
            <a:off x="200971" y="791381"/>
            <a:ext cx="8324193"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lvl="0" indent="-342900">
              <a:buFont typeface="Arial" panose="020B0604020202020204" pitchFamily="34" charset="0"/>
              <a:buChar char="•"/>
            </a:pP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Orange hinterlegt sind alle Übungsaufgaben. Sie sind teilweise sehr schwer, bitte absolut nicht entmutigen lassen! Wir können diese in Pr</a:t>
            </a:r>
            <a:r>
              <a:rPr lang="de-DE" altLang="de-DE" sz="2000" dirty="0">
                <a:latin typeface="Calibri" panose="020F0502020204030204" pitchFamily="34" charset="0"/>
                <a:ea typeface="Times New Roman" panose="02020603050405020304" pitchFamily="18" charset="0"/>
                <a:cs typeface="Calibri" panose="020F0502020204030204" pitchFamily="34" charset="0"/>
              </a:rPr>
              <a:t>ä</a:t>
            </a: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senz besprechen oder über Fragen im Forum.</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Grün hinterlegte Informationen und grüne Smileys sind wichtig und klausurrelevant.</a:t>
            </a:r>
            <a:endParaRPr lang="de-DE" altLang="de-DE" sz="2000" dirty="0">
              <a:latin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Alles hinter „</a:t>
            </a:r>
            <a:r>
              <a:rPr kumimoji="0" lang="de-DE" altLang="de-DE" sz="20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Achtung</a:t>
            </a: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unbedingt beachten!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de-DE" altLang="de-DE" sz="2000" dirty="0">
                <a:latin typeface="Calibri" panose="020F0502020204030204" pitchFamily="34" charset="0"/>
                <a:ea typeface="Times New Roman" panose="02020603050405020304" pitchFamily="18" charset="0"/>
                <a:cs typeface="Calibri" panose="020F0502020204030204" pitchFamily="34" charset="0"/>
              </a:rPr>
              <a:t>       </a:t>
            </a: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verwende ich, wenn </a:t>
            </a:r>
            <a:r>
              <a:rPr lang="de-DE" altLang="de-DE" sz="2000" dirty="0">
                <a:latin typeface="Calibri" panose="020F0502020204030204" pitchFamily="34" charset="0"/>
                <a:ea typeface="Times New Roman" panose="02020603050405020304" pitchFamily="18" charset="0"/>
                <a:cs typeface="Calibri" panose="020F0502020204030204" pitchFamily="34" charset="0"/>
              </a:rPr>
              <a:t>ü</a:t>
            </a: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berraschende Probleme auftreten k</a:t>
            </a:r>
            <a:r>
              <a:rPr lang="de-DE" altLang="de-DE" sz="2000" dirty="0">
                <a:latin typeface="Calibri" panose="020F0502020204030204" pitchFamily="34" charset="0"/>
                <a:ea typeface="Times New Roman" panose="02020603050405020304" pitchFamily="18" charset="0"/>
                <a:cs typeface="Calibri" panose="020F0502020204030204" pitchFamily="34" charset="0"/>
              </a:rPr>
              <a:t>ö</a:t>
            </a: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nnen. Wenn Sie schon programmiererfahrend sind, k</a:t>
            </a:r>
            <a:r>
              <a:rPr lang="de-DE" altLang="de-DE" sz="2000" dirty="0">
                <a:latin typeface="Calibri" panose="020F0502020204030204" pitchFamily="34" charset="0"/>
                <a:ea typeface="Times New Roman" panose="02020603050405020304" pitchFamily="18" charset="0"/>
                <a:cs typeface="Calibri" panose="020F0502020204030204" pitchFamily="34" charset="0"/>
              </a:rPr>
              <a:t>ö</a:t>
            </a: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nnen das eventuell besonders gro</a:t>
            </a:r>
            <a:r>
              <a:rPr lang="de-DE" altLang="de-DE" sz="2000" dirty="0">
                <a:latin typeface="Calibri" panose="020F0502020204030204" pitchFamily="34" charset="0"/>
                <a:ea typeface="Times New Roman" panose="02020603050405020304" pitchFamily="18" charset="0"/>
                <a:cs typeface="Calibri" panose="020F0502020204030204" pitchFamily="34" charset="0"/>
              </a:rPr>
              <a:t>ß</a:t>
            </a: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e </a:t>
            </a:r>
            <a:r>
              <a:rPr lang="de-DE" altLang="de-DE" sz="2000" dirty="0">
                <a:latin typeface="Calibri" panose="020F0502020204030204" pitchFamily="34" charset="0"/>
                <a:ea typeface="Times New Roman" panose="02020603050405020304" pitchFamily="18" charset="0"/>
                <a:cs typeface="Calibri" panose="020F0502020204030204" pitchFamily="34" charset="0"/>
              </a:rPr>
              <a:t>Ü</a:t>
            </a: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berraschungen f</a:t>
            </a:r>
            <a:r>
              <a:rPr lang="de-DE" altLang="de-DE" sz="2000" dirty="0">
                <a:latin typeface="Calibri" panose="020F0502020204030204" pitchFamily="34" charset="0"/>
                <a:ea typeface="Times New Roman" panose="02020603050405020304" pitchFamily="18" charset="0"/>
                <a:cs typeface="Calibri" panose="020F0502020204030204" pitchFamily="34" charset="0"/>
              </a:rPr>
              <a:t>ü</a:t>
            </a: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r Sie sein, wenn Sie eine andere Sprache als C kennen.</a:t>
            </a:r>
          </a:p>
          <a:p>
            <a:pPr marL="342900" lvl="0" indent="-342900">
              <a:buFont typeface="Arial" panose="020B0604020202020204" pitchFamily="34" charset="0"/>
              <a:buChar char="•"/>
            </a:pPr>
            <a:r>
              <a:rPr lang="de-DE" altLang="de-DE" sz="2000" dirty="0">
                <a:latin typeface="Calibri" panose="020F0502020204030204" pitchFamily="34" charset="0"/>
                <a:ea typeface="Times New Roman" panose="02020603050405020304" pitchFamily="18" charset="0"/>
                <a:cs typeface="Calibri" panose="020F0502020204030204" pitchFamily="34" charset="0"/>
              </a:rPr>
              <a:t>„</a:t>
            </a: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Tipp</a:t>
            </a:r>
            <a:r>
              <a:rPr lang="de-DE" altLang="de-DE" sz="2000" dirty="0">
                <a:latin typeface="Calibri" panose="020F0502020204030204" pitchFamily="34" charset="0"/>
                <a:ea typeface="Times New Roman" panose="02020603050405020304" pitchFamily="18" charset="0"/>
                <a:cs typeface="Calibri" panose="020F0502020204030204" pitchFamily="34" charset="0"/>
              </a:rPr>
              <a:t>“</a:t>
            </a: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benutze ich, um Ihnen einen Weg zu zeigen, wie ich damit umgehen w</a:t>
            </a:r>
            <a:r>
              <a:rPr lang="de-DE" altLang="de-DE" sz="2000" dirty="0">
                <a:latin typeface="Calibri" panose="020F0502020204030204" pitchFamily="34" charset="0"/>
                <a:ea typeface="Times New Roman" panose="02020603050405020304" pitchFamily="18" charset="0"/>
                <a:cs typeface="Calibri" panose="020F0502020204030204" pitchFamily="34" charset="0"/>
              </a:rPr>
              <a:t>ü</a:t>
            </a:r>
            <a:r>
              <a:rPr kumimoji="0" lang="de-DE" altLang="de-DE"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rde. </a:t>
            </a:r>
          </a:p>
          <a:p>
            <a:pPr marL="342900" lvl="0" indent="-342900">
              <a:buFont typeface="Arial" panose="020B0604020202020204" pitchFamily="34" charset="0"/>
              <a:buChar char="•"/>
            </a:pPr>
            <a:r>
              <a:rPr lang="de-DE" altLang="de-DE" sz="2000" dirty="0">
                <a:latin typeface="Calibri" panose="020F0502020204030204" pitchFamily="34" charset="0"/>
                <a:ea typeface="Times New Roman" panose="02020603050405020304" pitchFamily="18" charset="0"/>
                <a:cs typeface="Calibri" panose="020F0502020204030204" pitchFamily="34" charset="0"/>
              </a:rPr>
              <a:t>„Bemerkung“ in Folien beziehen sich meist auf Sonderfälle, die nicht unbedingt klausurrelevant sind, aber für Sie beim Programmieren eine Bedeutung haben könnten</a:t>
            </a:r>
          </a:p>
          <a:p>
            <a:pPr marL="342900" lvl="0" indent="-342900">
              <a:buFont typeface="Arial" panose="020B0604020202020204" pitchFamily="34" charset="0"/>
              <a:buChar char="•"/>
            </a:pPr>
            <a:r>
              <a:rPr lang="de-DE" altLang="de-DE" sz="2000" dirty="0">
                <a:latin typeface="Calibri" panose="020F0502020204030204" pitchFamily="34" charset="0"/>
                <a:ea typeface="Times New Roman" panose="02020603050405020304" pitchFamily="18" charset="0"/>
                <a:cs typeface="Calibri" panose="020F0502020204030204" pitchFamily="34" charset="0"/>
              </a:rPr>
              <a:t>             hinter diesem Symbol ist ein Link fürs Anhören bzw. Gucken</a:t>
            </a:r>
            <a:br>
              <a:rPr lang="de-DE" altLang="de-DE" sz="2000" dirty="0">
                <a:latin typeface="Calibri" panose="020F0502020204030204" pitchFamily="34" charset="0"/>
                <a:ea typeface="Times New Roman" panose="02020603050405020304" pitchFamily="18" charset="0"/>
                <a:cs typeface="Calibri" panose="020F0502020204030204" pitchFamily="34" charset="0"/>
              </a:rPr>
            </a:br>
            <a:r>
              <a:rPr lang="de-DE" altLang="de-DE" sz="2000" dirty="0">
                <a:latin typeface="Calibri" panose="020F0502020204030204" pitchFamily="34" charset="0"/>
                <a:ea typeface="Times New Roman" panose="02020603050405020304" pitchFamily="18" charset="0"/>
                <a:cs typeface="Calibri" panose="020F0502020204030204" pitchFamily="34" charset="0"/>
              </a:rPr>
              <a:t>             weiterer Infos</a:t>
            </a:r>
            <a:endParaRPr lang="de-DE" altLang="de-DE" sz="3200" dirty="0">
              <a:latin typeface="Calibri" panose="020F0502020204030204" pitchFamily="34" charset="0"/>
            </a:endParaRPr>
          </a:p>
        </p:txBody>
      </p:sp>
      <p:pic>
        <p:nvPicPr>
          <p:cNvPr id="143378" name="Picture 13" descr="bombe2">
            <a:extLst>
              <a:ext uri="{FF2B5EF4-FFF2-40B4-BE49-F238E27FC236}">
                <a16:creationId xmlns:a16="http://schemas.microsoft.com/office/drawing/2014/main" id="{2D8BBE15-6A81-4F39-9873-2EBF280CCB9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319" y="2673516"/>
            <a:ext cx="317500" cy="317500"/>
          </a:xfrm>
          <a:prstGeom prst="rect">
            <a:avLst/>
          </a:prstGeom>
          <a:noFill/>
          <a:extLst>
            <a:ext uri="{909E8E84-426E-40DD-AFC4-6F175D3DCCD1}">
              <a14:hiddenFill xmlns:a14="http://schemas.microsoft.com/office/drawing/2010/main">
                <a:solidFill>
                  <a:srgbClr val="FFFFFF"/>
                </a:solidFill>
              </a14:hiddenFill>
            </a:ext>
          </a:extLst>
        </p:spPr>
      </p:pic>
      <p:pic>
        <p:nvPicPr>
          <p:cNvPr id="9" name="Grafik 8">
            <a:extLst>
              <a:ext uri="{FF2B5EF4-FFF2-40B4-BE49-F238E27FC236}">
                <a16:creationId xmlns:a16="http://schemas.microsoft.com/office/drawing/2014/main" id="{96F41698-B1B3-4EB5-B2B8-328254140559}"/>
              </a:ext>
            </a:extLst>
          </p:cNvPr>
          <p:cNvPicPr>
            <a:picLocks noChangeAspect="1"/>
          </p:cNvPicPr>
          <p:nvPr/>
        </p:nvPicPr>
        <p:blipFill>
          <a:blip r:embed="rId4"/>
          <a:stretch>
            <a:fillRect/>
          </a:stretch>
        </p:blipFill>
        <p:spPr>
          <a:xfrm>
            <a:off x="561604" y="5492216"/>
            <a:ext cx="698840" cy="601489"/>
          </a:xfrm>
          <a:prstGeom prst="rect">
            <a:avLst/>
          </a:prstGeom>
        </p:spPr>
      </p:pic>
    </p:spTree>
    <p:extLst>
      <p:ext uri="{BB962C8B-B14F-4D97-AF65-F5344CB8AC3E}">
        <p14:creationId xmlns:p14="http://schemas.microsoft.com/office/powerpoint/2010/main" val="667068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Foliennummernplatzhalter 3">
            <a:extLst>
              <a:ext uri="{FF2B5EF4-FFF2-40B4-BE49-F238E27FC236}">
                <a16:creationId xmlns:a16="http://schemas.microsoft.com/office/drawing/2014/main" id="{DA44F228-FB8C-4382-975D-DD0A2444AD0D}"/>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r" eaLnBrk="1" hangingPunct="1">
              <a:spcBef>
                <a:spcPct val="0"/>
              </a:spcBef>
              <a:buClr>
                <a:srgbClr val="000000"/>
              </a:buClr>
              <a:buFont typeface="Times New Roman" panose="02020603050405020304" pitchFamily="18" charset="0"/>
              <a:buNone/>
            </a:pPr>
            <a:fld id="{53E15BAB-2954-4D29-9204-02D56FE30B04}" type="slidenum">
              <a:rPr lang="de-DE" altLang="de-DE" sz="1400">
                <a:solidFill>
                  <a:srgbClr val="000000"/>
                </a:solidFill>
                <a:cs typeface="Arial Unicode MS" charset="0"/>
              </a:rPr>
              <a:pPr algn="r" eaLnBrk="1" hangingPunct="1">
                <a:spcBef>
                  <a:spcPct val="0"/>
                </a:spcBef>
                <a:buClr>
                  <a:srgbClr val="000000"/>
                </a:buClr>
                <a:buFont typeface="Times New Roman" panose="02020603050405020304" pitchFamily="18" charset="0"/>
                <a:buNone/>
              </a:pPr>
              <a:t>7</a:t>
            </a:fld>
            <a:endParaRPr lang="de-DE" altLang="de-DE" sz="1400">
              <a:solidFill>
                <a:srgbClr val="000000"/>
              </a:solidFill>
              <a:cs typeface="Arial Unicode MS" charset="0"/>
            </a:endParaRPr>
          </a:p>
        </p:txBody>
      </p:sp>
      <p:sp>
        <p:nvSpPr>
          <p:cNvPr id="3" name="Textfeld 2"/>
          <p:cNvSpPr txBox="1"/>
          <p:nvPr/>
        </p:nvSpPr>
        <p:spPr>
          <a:xfrm>
            <a:off x="350983" y="1320800"/>
            <a:ext cx="8491360" cy="2862322"/>
          </a:xfrm>
          <a:prstGeom prst="rect">
            <a:avLst/>
          </a:prstGeom>
          <a:noFill/>
        </p:spPr>
        <p:txBody>
          <a:bodyPr wrap="square" rtlCol="0">
            <a:spAutoFit/>
          </a:bodyPr>
          <a:lstStyle/>
          <a:p>
            <a:r>
              <a:rPr lang="de-DE" dirty="0">
                <a:latin typeface="Calibri" panose="020F0502020204030204" pitchFamily="34" charset="0"/>
              </a:rPr>
              <a:t>Aufbau der Folien:</a:t>
            </a:r>
          </a:p>
          <a:p>
            <a:pPr marL="285750" indent="-285750">
              <a:buFont typeface="Arial" panose="020B0604020202020204" pitchFamily="34" charset="0"/>
              <a:buChar char="•"/>
            </a:pPr>
            <a:r>
              <a:rPr lang="de-DE" dirty="0">
                <a:latin typeface="Calibri" panose="020F0502020204030204" pitchFamily="34" charset="0"/>
              </a:rPr>
              <a:t>Am Anfang motiviere ich gerne mit einem Beispiel, das eventuell schwer verständlich ist. Wem das nicht zusagt, dem empfehle ich, diese Folien zu überspringen.</a:t>
            </a:r>
          </a:p>
          <a:p>
            <a:pPr marL="285750" indent="-285750">
              <a:buFont typeface="Arial" panose="020B0604020202020204" pitchFamily="34" charset="0"/>
              <a:buChar char="•"/>
            </a:pPr>
            <a:r>
              <a:rPr lang="de-DE" dirty="0">
                <a:latin typeface="Calibri" panose="020F0502020204030204" pitchFamily="34" charset="0"/>
              </a:rPr>
              <a:t>Weiter arbeite ich mit vielen Beispielen, die oftmals immer wieder das Gleiche erklären nur auf unterschiedliche Arten. Hat man einen Sachverhalt einmal verstanden, braucht man eventuell diese Beispiele nicht.</a:t>
            </a:r>
          </a:p>
          <a:p>
            <a:pPr marL="285750" indent="-285750">
              <a:buFont typeface="Arial" panose="020B0604020202020204" pitchFamily="34" charset="0"/>
              <a:buChar char="•"/>
            </a:pPr>
            <a:r>
              <a:rPr lang="de-DE" dirty="0">
                <a:latin typeface="Calibri" panose="020F0502020204030204" pitchFamily="34" charset="0"/>
              </a:rPr>
              <a:t>Folien, die mit </a:t>
            </a:r>
            <a:r>
              <a:rPr lang="de-DE" b="1" dirty="0">
                <a:latin typeface="Calibri" panose="020F0502020204030204" pitchFamily="34" charset="0"/>
              </a:rPr>
              <a:t>Einschub</a:t>
            </a:r>
            <a:r>
              <a:rPr lang="de-DE" dirty="0">
                <a:latin typeface="Calibri" panose="020F0502020204030204" pitchFamily="34" charset="0"/>
              </a:rPr>
              <a:t> beginnen, beinhalten Zusatzinformationen, die nicht nötig für das Verständnis des Themas sind.</a:t>
            </a:r>
          </a:p>
          <a:p>
            <a:pPr marL="285750" indent="-285750">
              <a:buFont typeface="Arial" panose="020B0604020202020204" pitchFamily="34" charset="0"/>
              <a:buChar char="•"/>
            </a:pPr>
            <a:r>
              <a:rPr lang="de-DE" dirty="0">
                <a:latin typeface="Calibri" panose="020F0502020204030204" pitchFamily="34" charset="0"/>
              </a:rPr>
              <a:t>Grün hinterlegte Informationen sind das, was Sie aus der Vorlesung rausnehmen sollen, alles andere sind vertiefende Informationen und Motivation.</a:t>
            </a:r>
          </a:p>
        </p:txBody>
      </p:sp>
    </p:spTree>
    <p:extLst>
      <p:ext uri="{BB962C8B-B14F-4D97-AF65-F5344CB8AC3E}">
        <p14:creationId xmlns:p14="http://schemas.microsoft.com/office/powerpoint/2010/main" val="900476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liennummernplatzhalter 2">
            <a:extLst>
              <a:ext uri="{FF2B5EF4-FFF2-40B4-BE49-F238E27FC236}">
                <a16:creationId xmlns:a16="http://schemas.microsoft.com/office/drawing/2014/main" id="{82841205-786A-4057-A54D-7A4F631783C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62AF0F7D-085E-4E96-BFB8-94339097FB08}" type="slidenum">
              <a:rPr lang="de-DE" altLang="de-DE" sz="1400" smtClean="0"/>
              <a:pPr>
                <a:spcBef>
                  <a:spcPct val="0"/>
                </a:spcBef>
                <a:buFontTx/>
                <a:buNone/>
              </a:pPr>
              <a:t>8</a:t>
            </a:fld>
            <a:endParaRPr lang="de-DE" altLang="de-DE" sz="1400"/>
          </a:p>
        </p:txBody>
      </p:sp>
      <p:sp>
        <p:nvSpPr>
          <p:cNvPr id="10243" name="Rectangle 3">
            <a:extLst>
              <a:ext uri="{FF2B5EF4-FFF2-40B4-BE49-F238E27FC236}">
                <a16:creationId xmlns:a16="http://schemas.microsoft.com/office/drawing/2014/main" id="{A8673FF3-238B-48E4-BA1F-E1D96C0AF67C}"/>
              </a:ext>
            </a:extLst>
          </p:cNvPr>
          <p:cNvSpPr>
            <a:spLocks noGrp="1" noChangeArrowheads="1"/>
          </p:cNvSpPr>
          <p:nvPr>
            <p:ph type="title"/>
          </p:nvPr>
        </p:nvSpPr>
        <p:spPr/>
        <p:txBody>
          <a:bodyPr/>
          <a:lstStyle/>
          <a:p>
            <a:pPr eaLnBrk="1" hangingPunct="1"/>
            <a:r>
              <a:rPr lang="de-DE" altLang="de-DE" sz="2800" dirty="0">
                <a:latin typeface="Calibri" panose="020F0502020204030204" pitchFamily="34" charset="0"/>
                <a:cs typeface="Calibri" panose="020F0502020204030204" pitchFamily="34" charset="0"/>
              </a:rPr>
              <a:t>Zeiger auf Zeiger (Felder): Motivation für Zeiger auf Felder - Wörter sortieren</a:t>
            </a:r>
          </a:p>
        </p:txBody>
      </p:sp>
      <p:sp>
        <p:nvSpPr>
          <p:cNvPr id="10244" name="Text Box 4">
            <a:extLst>
              <a:ext uri="{FF2B5EF4-FFF2-40B4-BE49-F238E27FC236}">
                <a16:creationId xmlns:a16="http://schemas.microsoft.com/office/drawing/2014/main" id="{2EC32868-1621-4FD7-91C8-15783C2D68C5}"/>
              </a:ext>
            </a:extLst>
          </p:cNvPr>
          <p:cNvSpPr txBox="1">
            <a:spLocks noChangeArrowheads="1"/>
          </p:cNvSpPr>
          <p:nvPr/>
        </p:nvSpPr>
        <p:spPr bwMode="auto">
          <a:xfrm>
            <a:off x="457200" y="1163142"/>
            <a:ext cx="847470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2000" dirty="0">
                <a:latin typeface="Calibri" panose="020F0502020204030204" pitchFamily="34" charset="0"/>
                <a:cs typeface="Calibri" panose="020F0502020204030204" pitchFamily="34" charset="0"/>
              </a:rPr>
              <a:t>Wie könnte ich praktischer Wörter sortieren, ohne alle Buchstaben der Wörter im Speicher zu bewegen? </a:t>
            </a:r>
          </a:p>
        </p:txBody>
      </p:sp>
      <p:grpSp>
        <p:nvGrpSpPr>
          <p:cNvPr id="2" name="Group 24">
            <a:extLst>
              <a:ext uri="{FF2B5EF4-FFF2-40B4-BE49-F238E27FC236}">
                <a16:creationId xmlns:a16="http://schemas.microsoft.com/office/drawing/2014/main" id="{0A22F67E-CA42-4D71-933C-533D7F5F0DF6}"/>
              </a:ext>
            </a:extLst>
          </p:cNvPr>
          <p:cNvGrpSpPr>
            <a:grpSpLocks/>
          </p:cNvGrpSpPr>
          <p:nvPr/>
        </p:nvGrpSpPr>
        <p:grpSpPr bwMode="auto">
          <a:xfrm>
            <a:off x="566738" y="3459163"/>
            <a:ext cx="1287462" cy="1785937"/>
            <a:chOff x="2021" y="2515"/>
            <a:chExt cx="1219" cy="1125"/>
          </a:xfrm>
        </p:grpSpPr>
        <p:sp>
          <p:nvSpPr>
            <p:cNvPr id="10278" name="Rectangle 20">
              <a:extLst>
                <a:ext uri="{FF2B5EF4-FFF2-40B4-BE49-F238E27FC236}">
                  <a16:creationId xmlns:a16="http://schemas.microsoft.com/office/drawing/2014/main" id="{B39F325B-6516-4427-B116-A26E1027C77E}"/>
                </a:ext>
              </a:extLst>
            </p:cNvPr>
            <p:cNvSpPr>
              <a:spLocks noChangeArrowheads="1"/>
            </p:cNvSpPr>
            <p:nvPr/>
          </p:nvSpPr>
          <p:spPr bwMode="auto">
            <a:xfrm>
              <a:off x="2021" y="2515"/>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Hallo</a:t>
              </a:r>
            </a:p>
          </p:txBody>
        </p:sp>
        <p:sp>
          <p:nvSpPr>
            <p:cNvPr id="10279" name="Rectangle 21">
              <a:extLst>
                <a:ext uri="{FF2B5EF4-FFF2-40B4-BE49-F238E27FC236}">
                  <a16:creationId xmlns:a16="http://schemas.microsoft.com/office/drawing/2014/main" id="{107B6846-12F8-40C7-AE9B-501B951D0380}"/>
                </a:ext>
              </a:extLst>
            </p:cNvPr>
            <p:cNvSpPr>
              <a:spLocks noChangeArrowheads="1"/>
            </p:cNvSpPr>
            <p:nvPr/>
          </p:nvSpPr>
          <p:spPr bwMode="auto">
            <a:xfrm>
              <a:off x="2021" y="2790"/>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Test</a:t>
              </a:r>
            </a:p>
          </p:txBody>
        </p:sp>
        <p:sp>
          <p:nvSpPr>
            <p:cNvPr id="10280" name="Rectangle 22">
              <a:extLst>
                <a:ext uri="{FF2B5EF4-FFF2-40B4-BE49-F238E27FC236}">
                  <a16:creationId xmlns:a16="http://schemas.microsoft.com/office/drawing/2014/main" id="{10F294F1-4C40-4DAB-83A3-44B81EE6A3BA}"/>
                </a:ext>
              </a:extLst>
            </p:cNvPr>
            <p:cNvSpPr>
              <a:spLocks noChangeArrowheads="1"/>
            </p:cNvSpPr>
            <p:nvPr/>
          </p:nvSpPr>
          <p:spPr bwMode="auto">
            <a:xfrm>
              <a:off x="2021" y="3074"/>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abc</a:t>
              </a:r>
            </a:p>
          </p:txBody>
        </p:sp>
        <p:sp>
          <p:nvSpPr>
            <p:cNvPr id="10281" name="Rectangle 23">
              <a:extLst>
                <a:ext uri="{FF2B5EF4-FFF2-40B4-BE49-F238E27FC236}">
                  <a16:creationId xmlns:a16="http://schemas.microsoft.com/office/drawing/2014/main" id="{CEF17E10-9E72-4A55-A05F-E6801F4FEA6D}"/>
                </a:ext>
              </a:extLst>
            </p:cNvPr>
            <p:cNvSpPr>
              <a:spLocks noChangeArrowheads="1"/>
            </p:cNvSpPr>
            <p:nvPr/>
          </p:nvSpPr>
          <p:spPr bwMode="auto">
            <a:xfrm>
              <a:off x="2021" y="3357"/>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Irene</a:t>
              </a:r>
            </a:p>
          </p:txBody>
        </p:sp>
      </p:grpSp>
      <p:sp>
        <p:nvSpPr>
          <p:cNvPr id="545817" name="Text Box 25">
            <a:extLst>
              <a:ext uri="{FF2B5EF4-FFF2-40B4-BE49-F238E27FC236}">
                <a16:creationId xmlns:a16="http://schemas.microsoft.com/office/drawing/2014/main" id="{98D3BECA-10FD-4F8E-80A5-B0A0404BA3BC}"/>
              </a:ext>
            </a:extLst>
          </p:cNvPr>
          <p:cNvSpPr txBox="1">
            <a:spLocks noChangeArrowheads="1"/>
          </p:cNvSpPr>
          <p:nvPr/>
        </p:nvSpPr>
        <p:spPr bwMode="auto">
          <a:xfrm>
            <a:off x="415925" y="2830513"/>
            <a:ext cx="19511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Ausgangssituation:</a:t>
            </a:r>
          </a:p>
        </p:txBody>
      </p:sp>
      <p:grpSp>
        <p:nvGrpSpPr>
          <p:cNvPr id="3" name="Group 26">
            <a:extLst>
              <a:ext uri="{FF2B5EF4-FFF2-40B4-BE49-F238E27FC236}">
                <a16:creationId xmlns:a16="http://schemas.microsoft.com/office/drawing/2014/main" id="{EC995248-D806-4212-BD3D-B1850D190D65}"/>
              </a:ext>
            </a:extLst>
          </p:cNvPr>
          <p:cNvGrpSpPr>
            <a:grpSpLocks/>
          </p:cNvGrpSpPr>
          <p:nvPr/>
        </p:nvGrpSpPr>
        <p:grpSpPr bwMode="auto">
          <a:xfrm>
            <a:off x="2957513" y="3446463"/>
            <a:ext cx="1893887" cy="1785937"/>
            <a:chOff x="1047" y="1403"/>
            <a:chExt cx="2041" cy="1125"/>
          </a:xfrm>
        </p:grpSpPr>
        <p:sp>
          <p:nvSpPr>
            <p:cNvPr id="10266" name="Rectangle 27">
              <a:extLst>
                <a:ext uri="{FF2B5EF4-FFF2-40B4-BE49-F238E27FC236}">
                  <a16:creationId xmlns:a16="http://schemas.microsoft.com/office/drawing/2014/main" id="{D1822D5C-1ADF-4F4C-9E53-C79CD19006D8}"/>
                </a:ext>
              </a:extLst>
            </p:cNvPr>
            <p:cNvSpPr>
              <a:spLocks noChangeArrowheads="1"/>
            </p:cNvSpPr>
            <p:nvPr/>
          </p:nvSpPr>
          <p:spPr bwMode="auto">
            <a:xfrm>
              <a:off x="1047" y="1416"/>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67" name="Rectangle 28">
              <a:extLst>
                <a:ext uri="{FF2B5EF4-FFF2-40B4-BE49-F238E27FC236}">
                  <a16:creationId xmlns:a16="http://schemas.microsoft.com/office/drawing/2014/main" id="{0C959636-71E1-4D1A-9B8A-A8A964E740F7}"/>
                </a:ext>
              </a:extLst>
            </p:cNvPr>
            <p:cNvSpPr>
              <a:spLocks noChangeArrowheads="1"/>
            </p:cNvSpPr>
            <p:nvPr/>
          </p:nvSpPr>
          <p:spPr bwMode="auto">
            <a:xfrm>
              <a:off x="1047" y="1688"/>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68" name="Rectangle 29">
              <a:extLst>
                <a:ext uri="{FF2B5EF4-FFF2-40B4-BE49-F238E27FC236}">
                  <a16:creationId xmlns:a16="http://schemas.microsoft.com/office/drawing/2014/main" id="{509EF76F-3328-43AC-8763-BF941B49514C}"/>
                </a:ext>
              </a:extLst>
            </p:cNvPr>
            <p:cNvSpPr>
              <a:spLocks noChangeArrowheads="1"/>
            </p:cNvSpPr>
            <p:nvPr/>
          </p:nvSpPr>
          <p:spPr bwMode="auto">
            <a:xfrm>
              <a:off x="1047" y="1962"/>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69" name="Rectangle 30">
              <a:extLst>
                <a:ext uri="{FF2B5EF4-FFF2-40B4-BE49-F238E27FC236}">
                  <a16:creationId xmlns:a16="http://schemas.microsoft.com/office/drawing/2014/main" id="{39501A4B-378B-4163-806E-2485C8B9E835}"/>
                </a:ext>
              </a:extLst>
            </p:cNvPr>
            <p:cNvSpPr>
              <a:spLocks noChangeArrowheads="1"/>
            </p:cNvSpPr>
            <p:nvPr/>
          </p:nvSpPr>
          <p:spPr bwMode="auto">
            <a:xfrm>
              <a:off x="1047" y="2240"/>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70" name="Rectangle 31">
              <a:extLst>
                <a:ext uri="{FF2B5EF4-FFF2-40B4-BE49-F238E27FC236}">
                  <a16:creationId xmlns:a16="http://schemas.microsoft.com/office/drawing/2014/main" id="{59733023-00A6-4753-A79E-2C43B15BD8F1}"/>
                </a:ext>
              </a:extLst>
            </p:cNvPr>
            <p:cNvSpPr>
              <a:spLocks noChangeArrowheads="1"/>
            </p:cNvSpPr>
            <p:nvPr/>
          </p:nvSpPr>
          <p:spPr bwMode="auto">
            <a:xfrm>
              <a:off x="1869" y="1403"/>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Hallo</a:t>
              </a:r>
            </a:p>
          </p:txBody>
        </p:sp>
        <p:sp>
          <p:nvSpPr>
            <p:cNvPr id="10271" name="Rectangle 32">
              <a:extLst>
                <a:ext uri="{FF2B5EF4-FFF2-40B4-BE49-F238E27FC236}">
                  <a16:creationId xmlns:a16="http://schemas.microsoft.com/office/drawing/2014/main" id="{C311F552-76E2-44F0-BEDF-AFF69547C65B}"/>
                </a:ext>
              </a:extLst>
            </p:cNvPr>
            <p:cNvSpPr>
              <a:spLocks noChangeArrowheads="1"/>
            </p:cNvSpPr>
            <p:nvPr/>
          </p:nvSpPr>
          <p:spPr bwMode="auto">
            <a:xfrm>
              <a:off x="1869" y="1678"/>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Test</a:t>
              </a:r>
            </a:p>
          </p:txBody>
        </p:sp>
        <p:sp>
          <p:nvSpPr>
            <p:cNvPr id="10272" name="Rectangle 33">
              <a:extLst>
                <a:ext uri="{FF2B5EF4-FFF2-40B4-BE49-F238E27FC236}">
                  <a16:creationId xmlns:a16="http://schemas.microsoft.com/office/drawing/2014/main" id="{376C0DA4-82F2-4170-A07D-101D848C5B35}"/>
                </a:ext>
              </a:extLst>
            </p:cNvPr>
            <p:cNvSpPr>
              <a:spLocks noChangeArrowheads="1"/>
            </p:cNvSpPr>
            <p:nvPr/>
          </p:nvSpPr>
          <p:spPr bwMode="auto">
            <a:xfrm>
              <a:off x="1869" y="1962"/>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abc</a:t>
              </a:r>
            </a:p>
          </p:txBody>
        </p:sp>
        <p:sp>
          <p:nvSpPr>
            <p:cNvPr id="10273" name="Rectangle 34">
              <a:extLst>
                <a:ext uri="{FF2B5EF4-FFF2-40B4-BE49-F238E27FC236}">
                  <a16:creationId xmlns:a16="http://schemas.microsoft.com/office/drawing/2014/main" id="{B6CE5B6A-B827-4F66-949F-04CB14F3263A}"/>
                </a:ext>
              </a:extLst>
            </p:cNvPr>
            <p:cNvSpPr>
              <a:spLocks noChangeArrowheads="1"/>
            </p:cNvSpPr>
            <p:nvPr/>
          </p:nvSpPr>
          <p:spPr bwMode="auto">
            <a:xfrm>
              <a:off x="1869" y="2245"/>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Irene</a:t>
              </a:r>
            </a:p>
          </p:txBody>
        </p:sp>
        <p:sp>
          <p:nvSpPr>
            <p:cNvPr id="10274" name="Line 35">
              <a:extLst>
                <a:ext uri="{FF2B5EF4-FFF2-40B4-BE49-F238E27FC236}">
                  <a16:creationId xmlns:a16="http://schemas.microsoft.com/office/drawing/2014/main" id="{96FC6A23-E833-4E7B-8B5C-4B2BC8E96921}"/>
                </a:ext>
              </a:extLst>
            </p:cNvPr>
            <p:cNvSpPr>
              <a:spLocks noChangeShapeType="1"/>
            </p:cNvSpPr>
            <p:nvPr/>
          </p:nvSpPr>
          <p:spPr bwMode="auto">
            <a:xfrm>
              <a:off x="1190" y="1539"/>
              <a:ext cx="679"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0275" name="Line 36">
              <a:extLst>
                <a:ext uri="{FF2B5EF4-FFF2-40B4-BE49-F238E27FC236}">
                  <a16:creationId xmlns:a16="http://schemas.microsoft.com/office/drawing/2014/main" id="{1D5CFC70-4830-4D0F-9463-4FD55EB5349A}"/>
                </a:ext>
              </a:extLst>
            </p:cNvPr>
            <p:cNvSpPr>
              <a:spLocks noChangeShapeType="1"/>
            </p:cNvSpPr>
            <p:nvPr/>
          </p:nvSpPr>
          <p:spPr bwMode="auto">
            <a:xfrm>
              <a:off x="1213" y="1830"/>
              <a:ext cx="656"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0276" name="Line 37">
              <a:extLst>
                <a:ext uri="{FF2B5EF4-FFF2-40B4-BE49-F238E27FC236}">
                  <a16:creationId xmlns:a16="http://schemas.microsoft.com/office/drawing/2014/main" id="{94BE8E9F-3185-4C3B-A7C5-3317305637A8}"/>
                </a:ext>
              </a:extLst>
            </p:cNvPr>
            <p:cNvSpPr>
              <a:spLocks noChangeShapeType="1"/>
            </p:cNvSpPr>
            <p:nvPr/>
          </p:nvSpPr>
          <p:spPr bwMode="auto">
            <a:xfrm>
              <a:off x="1175" y="2137"/>
              <a:ext cx="69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0277" name="Line 38">
              <a:extLst>
                <a:ext uri="{FF2B5EF4-FFF2-40B4-BE49-F238E27FC236}">
                  <a16:creationId xmlns:a16="http://schemas.microsoft.com/office/drawing/2014/main" id="{6DD6F2BD-D3C2-49FB-A80F-0D473DEE3B4A}"/>
                </a:ext>
              </a:extLst>
            </p:cNvPr>
            <p:cNvSpPr>
              <a:spLocks noChangeShapeType="1"/>
            </p:cNvSpPr>
            <p:nvPr/>
          </p:nvSpPr>
          <p:spPr bwMode="auto">
            <a:xfrm>
              <a:off x="1194" y="2403"/>
              <a:ext cx="675"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grpSp>
      <p:sp>
        <p:nvSpPr>
          <p:cNvPr id="545831" name="Text Box 39">
            <a:extLst>
              <a:ext uri="{FF2B5EF4-FFF2-40B4-BE49-F238E27FC236}">
                <a16:creationId xmlns:a16="http://schemas.microsoft.com/office/drawing/2014/main" id="{7D1E32C9-A4E2-4475-AA8A-EBF417286A7A}"/>
              </a:ext>
            </a:extLst>
          </p:cNvPr>
          <p:cNvSpPr txBox="1">
            <a:spLocks noChangeArrowheads="1"/>
          </p:cNvSpPr>
          <p:nvPr/>
        </p:nvSpPr>
        <p:spPr bwMode="auto">
          <a:xfrm>
            <a:off x="2892425" y="2817813"/>
            <a:ext cx="25869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Verwendung von Zeigern:</a:t>
            </a:r>
          </a:p>
        </p:txBody>
      </p:sp>
      <p:sp>
        <p:nvSpPr>
          <p:cNvPr id="10250" name="Line 40">
            <a:extLst>
              <a:ext uri="{FF2B5EF4-FFF2-40B4-BE49-F238E27FC236}">
                <a16:creationId xmlns:a16="http://schemas.microsoft.com/office/drawing/2014/main" id="{9114A8C2-415D-478F-B315-C359F9297BDF}"/>
              </a:ext>
            </a:extLst>
          </p:cNvPr>
          <p:cNvSpPr>
            <a:spLocks noChangeShapeType="1"/>
          </p:cNvSpPr>
          <p:nvPr/>
        </p:nvSpPr>
        <p:spPr bwMode="auto">
          <a:xfrm>
            <a:off x="2578100" y="2781300"/>
            <a:ext cx="0" cy="3111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251" name="Line 41">
            <a:extLst>
              <a:ext uri="{FF2B5EF4-FFF2-40B4-BE49-F238E27FC236}">
                <a16:creationId xmlns:a16="http://schemas.microsoft.com/office/drawing/2014/main" id="{F068713E-34EA-44CA-AD58-317855DD0298}"/>
              </a:ext>
            </a:extLst>
          </p:cNvPr>
          <p:cNvSpPr>
            <a:spLocks noChangeShapeType="1"/>
          </p:cNvSpPr>
          <p:nvPr/>
        </p:nvSpPr>
        <p:spPr bwMode="auto">
          <a:xfrm>
            <a:off x="5727700" y="2730500"/>
            <a:ext cx="0" cy="3111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nvGrpSpPr>
          <p:cNvPr id="4" name="Group 42">
            <a:extLst>
              <a:ext uri="{FF2B5EF4-FFF2-40B4-BE49-F238E27FC236}">
                <a16:creationId xmlns:a16="http://schemas.microsoft.com/office/drawing/2014/main" id="{381EAA30-FE64-4CFA-A140-54071E7C647A}"/>
              </a:ext>
            </a:extLst>
          </p:cNvPr>
          <p:cNvGrpSpPr>
            <a:grpSpLocks/>
          </p:cNvGrpSpPr>
          <p:nvPr/>
        </p:nvGrpSpPr>
        <p:grpSpPr bwMode="auto">
          <a:xfrm>
            <a:off x="5903913" y="3471863"/>
            <a:ext cx="2198687" cy="1785937"/>
            <a:chOff x="1047" y="1403"/>
            <a:chExt cx="2041" cy="1125"/>
          </a:xfrm>
        </p:grpSpPr>
        <p:sp>
          <p:nvSpPr>
            <p:cNvPr id="10254" name="Rectangle 43">
              <a:extLst>
                <a:ext uri="{FF2B5EF4-FFF2-40B4-BE49-F238E27FC236}">
                  <a16:creationId xmlns:a16="http://schemas.microsoft.com/office/drawing/2014/main" id="{73FDE0AF-0FEB-4420-9EB6-5B1E3FA20B06}"/>
                </a:ext>
              </a:extLst>
            </p:cNvPr>
            <p:cNvSpPr>
              <a:spLocks noChangeArrowheads="1"/>
            </p:cNvSpPr>
            <p:nvPr/>
          </p:nvSpPr>
          <p:spPr bwMode="auto">
            <a:xfrm>
              <a:off x="1047" y="1416"/>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55" name="Rectangle 44">
              <a:extLst>
                <a:ext uri="{FF2B5EF4-FFF2-40B4-BE49-F238E27FC236}">
                  <a16:creationId xmlns:a16="http://schemas.microsoft.com/office/drawing/2014/main" id="{23D7F9AF-39A9-430A-AE13-F8FF93EFA6A8}"/>
                </a:ext>
              </a:extLst>
            </p:cNvPr>
            <p:cNvSpPr>
              <a:spLocks noChangeArrowheads="1"/>
            </p:cNvSpPr>
            <p:nvPr/>
          </p:nvSpPr>
          <p:spPr bwMode="auto">
            <a:xfrm>
              <a:off x="1047" y="1688"/>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56" name="Rectangle 45">
              <a:extLst>
                <a:ext uri="{FF2B5EF4-FFF2-40B4-BE49-F238E27FC236}">
                  <a16:creationId xmlns:a16="http://schemas.microsoft.com/office/drawing/2014/main" id="{1CC236B6-4430-4B35-8539-2DEB7DAC5B7F}"/>
                </a:ext>
              </a:extLst>
            </p:cNvPr>
            <p:cNvSpPr>
              <a:spLocks noChangeArrowheads="1"/>
            </p:cNvSpPr>
            <p:nvPr/>
          </p:nvSpPr>
          <p:spPr bwMode="auto">
            <a:xfrm>
              <a:off x="1047" y="1962"/>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57" name="Rectangle 46">
              <a:extLst>
                <a:ext uri="{FF2B5EF4-FFF2-40B4-BE49-F238E27FC236}">
                  <a16:creationId xmlns:a16="http://schemas.microsoft.com/office/drawing/2014/main" id="{DBEDA29D-E13B-4ABB-8C72-D67A597FE025}"/>
                </a:ext>
              </a:extLst>
            </p:cNvPr>
            <p:cNvSpPr>
              <a:spLocks noChangeArrowheads="1"/>
            </p:cNvSpPr>
            <p:nvPr/>
          </p:nvSpPr>
          <p:spPr bwMode="auto">
            <a:xfrm>
              <a:off x="1047" y="2240"/>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58" name="Rectangle 47">
              <a:extLst>
                <a:ext uri="{FF2B5EF4-FFF2-40B4-BE49-F238E27FC236}">
                  <a16:creationId xmlns:a16="http://schemas.microsoft.com/office/drawing/2014/main" id="{E5C9CD14-FFBC-4A24-8741-444E1A2D73B2}"/>
                </a:ext>
              </a:extLst>
            </p:cNvPr>
            <p:cNvSpPr>
              <a:spLocks noChangeArrowheads="1"/>
            </p:cNvSpPr>
            <p:nvPr/>
          </p:nvSpPr>
          <p:spPr bwMode="auto">
            <a:xfrm>
              <a:off x="1869" y="1403"/>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Hallo</a:t>
              </a:r>
            </a:p>
          </p:txBody>
        </p:sp>
        <p:sp>
          <p:nvSpPr>
            <p:cNvPr id="10259" name="Rectangle 48">
              <a:extLst>
                <a:ext uri="{FF2B5EF4-FFF2-40B4-BE49-F238E27FC236}">
                  <a16:creationId xmlns:a16="http://schemas.microsoft.com/office/drawing/2014/main" id="{3EB42536-E45D-4B14-A466-102F9E45B276}"/>
                </a:ext>
              </a:extLst>
            </p:cNvPr>
            <p:cNvSpPr>
              <a:spLocks noChangeArrowheads="1"/>
            </p:cNvSpPr>
            <p:nvPr/>
          </p:nvSpPr>
          <p:spPr bwMode="auto">
            <a:xfrm>
              <a:off x="1869" y="1678"/>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Test</a:t>
              </a:r>
            </a:p>
          </p:txBody>
        </p:sp>
        <p:sp>
          <p:nvSpPr>
            <p:cNvPr id="10260" name="Rectangle 49">
              <a:extLst>
                <a:ext uri="{FF2B5EF4-FFF2-40B4-BE49-F238E27FC236}">
                  <a16:creationId xmlns:a16="http://schemas.microsoft.com/office/drawing/2014/main" id="{2DBB5194-95DF-424F-8F2C-383288D37A41}"/>
                </a:ext>
              </a:extLst>
            </p:cNvPr>
            <p:cNvSpPr>
              <a:spLocks noChangeArrowheads="1"/>
            </p:cNvSpPr>
            <p:nvPr/>
          </p:nvSpPr>
          <p:spPr bwMode="auto">
            <a:xfrm>
              <a:off x="1869" y="1962"/>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abc</a:t>
              </a:r>
            </a:p>
          </p:txBody>
        </p:sp>
        <p:sp>
          <p:nvSpPr>
            <p:cNvPr id="10261" name="Rectangle 50">
              <a:extLst>
                <a:ext uri="{FF2B5EF4-FFF2-40B4-BE49-F238E27FC236}">
                  <a16:creationId xmlns:a16="http://schemas.microsoft.com/office/drawing/2014/main" id="{348B7A5B-2FC1-49FC-A022-6AFE880E971E}"/>
                </a:ext>
              </a:extLst>
            </p:cNvPr>
            <p:cNvSpPr>
              <a:spLocks noChangeArrowheads="1"/>
            </p:cNvSpPr>
            <p:nvPr/>
          </p:nvSpPr>
          <p:spPr bwMode="auto">
            <a:xfrm>
              <a:off x="1869" y="2245"/>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Irene</a:t>
              </a:r>
            </a:p>
          </p:txBody>
        </p:sp>
        <p:sp>
          <p:nvSpPr>
            <p:cNvPr id="10262" name="Line 51">
              <a:extLst>
                <a:ext uri="{FF2B5EF4-FFF2-40B4-BE49-F238E27FC236}">
                  <a16:creationId xmlns:a16="http://schemas.microsoft.com/office/drawing/2014/main" id="{25D406C1-25E0-4565-8AFF-DFEEBAC12CD6}"/>
                </a:ext>
              </a:extLst>
            </p:cNvPr>
            <p:cNvSpPr>
              <a:spLocks noChangeShapeType="1"/>
            </p:cNvSpPr>
            <p:nvPr/>
          </p:nvSpPr>
          <p:spPr bwMode="auto">
            <a:xfrm>
              <a:off x="1190" y="1539"/>
              <a:ext cx="679" cy="547"/>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0263" name="Line 52">
              <a:extLst>
                <a:ext uri="{FF2B5EF4-FFF2-40B4-BE49-F238E27FC236}">
                  <a16:creationId xmlns:a16="http://schemas.microsoft.com/office/drawing/2014/main" id="{3BAAAF6F-ABA8-4809-B1A6-3E563FB4579F}"/>
                </a:ext>
              </a:extLst>
            </p:cNvPr>
            <p:cNvSpPr>
              <a:spLocks noChangeShapeType="1"/>
            </p:cNvSpPr>
            <p:nvPr/>
          </p:nvSpPr>
          <p:spPr bwMode="auto">
            <a:xfrm flipV="1">
              <a:off x="1213" y="1538"/>
              <a:ext cx="656" cy="292"/>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0264" name="Line 53">
              <a:extLst>
                <a:ext uri="{FF2B5EF4-FFF2-40B4-BE49-F238E27FC236}">
                  <a16:creationId xmlns:a16="http://schemas.microsoft.com/office/drawing/2014/main" id="{32F99193-A43B-4FDF-8E43-3C393B6628A8}"/>
                </a:ext>
              </a:extLst>
            </p:cNvPr>
            <p:cNvSpPr>
              <a:spLocks noChangeShapeType="1"/>
            </p:cNvSpPr>
            <p:nvPr/>
          </p:nvSpPr>
          <p:spPr bwMode="auto">
            <a:xfrm>
              <a:off x="1175" y="2137"/>
              <a:ext cx="694" cy="236"/>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0265" name="Line 54">
              <a:extLst>
                <a:ext uri="{FF2B5EF4-FFF2-40B4-BE49-F238E27FC236}">
                  <a16:creationId xmlns:a16="http://schemas.microsoft.com/office/drawing/2014/main" id="{41B8A101-18A3-43A4-8D30-1FF6BC62E48D}"/>
                </a:ext>
              </a:extLst>
            </p:cNvPr>
            <p:cNvSpPr>
              <a:spLocks noChangeShapeType="1"/>
            </p:cNvSpPr>
            <p:nvPr/>
          </p:nvSpPr>
          <p:spPr bwMode="auto">
            <a:xfrm flipV="1">
              <a:off x="1194" y="1789"/>
              <a:ext cx="675" cy="614"/>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grpSp>
      <p:sp>
        <p:nvSpPr>
          <p:cNvPr id="545847" name="Text Box 55">
            <a:extLst>
              <a:ext uri="{FF2B5EF4-FFF2-40B4-BE49-F238E27FC236}">
                <a16:creationId xmlns:a16="http://schemas.microsoft.com/office/drawing/2014/main" id="{2534A9E0-6911-41E9-9B6E-97FEDB8CB8D5}"/>
              </a:ext>
            </a:extLst>
          </p:cNvPr>
          <p:cNvSpPr txBox="1">
            <a:spLocks noChangeArrowheads="1"/>
          </p:cNvSpPr>
          <p:nvPr/>
        </p:nvSpPr>
        <p:spPr bwMode="auto">
          <a:xfrm>
            <a:off x="6029325" y="2817813"/>
            <a:ext cx="12330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Sortierung: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58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583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58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817" grpId="0"/>
      <p:bldP spid="545831" grpId="0"/>
      <p:bldP spid="54584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liennummernplatzhalter 4">
            <a:extLst>
              <a:ext uri="{FF2B5EF4-FFF2-40B4-BE49-F238E27FC236}">
                <a16:creationId xmlns:a16="http://schemas.microsoft.com/office/drawing/2014/main" id="{FC4F8B0F-AA55-447A-8B17-2AD6B9757D74}"/>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r" eaLnBrk="1" hangingPunct="1">
              <a:spcBef>
                <a:spcPct val="0"/>
              </a:spcBef>
              <a:buFontTx/>
              <a:buNone/>
            </a:pPr>
            <a:fld id="{1F74D4F4-5F8A-4AE2-A6DA-E22E25DBE808}" type="slidenum">
              <a:rPr lang="de-DE" altLang="de-DE" sz="1400"/>
              <a:pPr algn="r" eaLnBrk="1" hangingPunct="1">
                <a:spcBef>
                  <a:spcPct val="0"/>
                </a:spcBef>
                <a:buFontTx/>
                <a:buNone/>
              </a:pPr>
              <a:t>9</a:t>
            </a:fld>
            <a:endParaRPr lang="de-DE" altLang="de-DE" sz="1400"/>
          </a:p>
        </p:txBody>
      </p:sp>
      <p:sp>
        <p:nvSpPr>
          <p:cNvPr id="12291" name="Text Box 9">
            <a:extLst>
              <a:ext uri="{FF2B5EF4-FFF2-40B4-BE49-F238E27FC236}">
                <a16:creationId xmlns:a16="http://schemas.microsoft.com/office/drawing/2014/main" id="{29201CF2-09E0-4E0C-B6FF-8128E6B094AB}"/>
              </a:ext>
            </a:extLst>
          </p:cNvPr>
          <p:cNvSpPr txBox="1">
            <a:spLocks noChangeArrowheads="1"/>
          </p:cNvSpPr>
          <p:nvPr/>
        </p:nvSpPr>
        <p:spPr bwMode="auto">
          <a:xfrm>
            <a:off x="971550" y="1262063"/>
            <a:ext cx="53086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219200" indent="-304800">
              <a:spcBef>
                <a:spcPct val="20000"/>
              </a:spcBef>
              <a:buChar char="•"/>
              <a:defRPr sz="1600">
                <a:solidFill>
                  <a:schemeClr val="tx1"/>
                </a:solidFill>
                <a:latin typeface="Arial" panose="020B0604020202020204" pitchFamily="34" charset="0"/>
              </a:defRPr>
            </a:lvl3pPr>
            <a:lvl4pPr marL="1676400" indent="-304800">
              <a:spcBef>
                <a:spcPct val="20000"/>
              </a:spcBef>
              <a:buChar char="–"/>
              <a:defRPr sz="1600">
                <a:solidFill>
                  <a:schemeClr val="tx1"/>
                </a:solidFill>
                <a:latin typeface="Arial" panose="020B0604020202020204" pitchFamily="34" charset="0"/>
              </a:defRPr>
            </a:lvl4pPr>
            <a:lvl5pPr marL="2133600" indent="-304800">
              <a:spcBef>
                <a:spcPct val="20000"/>
              </a:spcBef>
              <a:buChar char="»"/>
              <a:defRPr sz="1600">
                <a:solidFill>
                  <a:schemeClr val="tx1"/>
                </a:solidFill>
                <a:latin typeface="Arial" panose="020B0604020202020204" pitchFamily="34" charset="0"/>
              </a:defRPr>
            </a:lvl5pPr>
            <a:lvl6pPr marL="2590800" indent="-304800" eaLnBrk="0" fontAlgn="base" hangingPunct="0">
              <a:spcBef>
                <a:spcPct val="20000"/>
              </a:spcBef>
              <a:spcAft>
                <a:spcPct val="0"/>
              </a:spcAft>
              <a:buChar char="»"/>
              <a:defRPr sz="1600">
                <a:solidFill>
                  <a:schemeClr val="tx1"/>
                </a:solidFill>
                <a:latin typeface="Arial" panose="020B0604020202020204" pitchFamily="34" charset="0"/>
              </a:defRPr>
            </a:lvl6pPr>
            <a:lvl7pPr marL="3048000" indent="-304800" eaLnBrk="0" fontAlgn="base" hangingPunct="0">
              <a:spcBef>
                <a:spcPct val="20000"/>
              </a:spcBef>
              <a:spcAft>
                <a:spcPct val="0"/>
              </a:spcAft>
              <a:buChar char="»"/>
              <a:defRPr sz="1600">
                <a:solidFill>
                  <a:schemeClr val="tx1"/>
                </a:solidFill>
                <a:latin typeface="Arial" panose="020B0604020202020204" pitchFamily="34" charset="0"/>
              </a:defRPr>
            </a:lvl7pPr>
            <a:lvl8pPr marL="3505200" indent="-304800" eaLnBrk="0" fontAlgn="base" hangingPunct="0">
              <a:spcBef>
                <a:spcPct val="20000"/>
              </a:spcBef>
              <a:spcAft>
                <a:spcPct val="0"/>
              </a:spcAft>
              <a:buChar char="»"/>
              <a:defRPr sz="1600">
                <a:solidFill>
                  <a:schemeClr val="tx1"/>
                </a:solidFill>
                <a:latin typeface="Arial" panose="020B0604020202020204" pitchFamily="34" charset="0"/>
              </a:defRPr>
            </a:lvl8pPr>
            <a:lvl9pPr marL="3962400" indent="-3048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AutoNum type="arabicPeriod"/>
            </a:pPr>
            <a:r>
              <a:rPr lang="de-DE" altLang="de-DE" sz="2400"/>
              <a:t> Wiederholung: Zeiger, Felder</a:t>
            </a:r>
          </a:p>
          <a:p>
            <a:pPr eaLnBrk="1" hangingPunct="1">
              <a:spcBef>
                <a:spcPct val="0"/>
              </a:spcBef>
              <a:buFontTx/>
              <a:buAutoNum type="arabicPeriod"/>
            </a:pPr>
            <a:r>
              <a:rPr lang="de-DE" altLang="de-DE" sz="2400">
                <a:solidFill>
                  <a:schemeClr val="bg2"/>
                </a:solidFill>
              </a:rPr>
              <a:t> Zusammenhang Felder und Zeiger</a:t>
            </a:r>
          </a:p>
          <a:p>
            <a:pPr eaLnBrk="1" hangingPunct="1">
              <a:spcBef>
                <a:spcPct val="0"/>
              </a:spcBef>
              <a:buFontTx/>
              <a:buAutoNum type="arabicPeriod"/>
            </a:pPr>
            <a:r>
              <a:rPr lang="de-DE" altLang="de-DE" sz="2400">
                <a:solidFill>
                  <a:schemeClr val="bg2"/>
                </a:solidFill>
              </a:rPr>
              <a:t> Zweidimensionale Felder</a:t>
            </a:r>
          </a:p>
          <a:p>
            <a:pPr eaLnBrk="1" hangingPunct="1">
              <a:spcBef>
                <a:spcPct val="0"/>
              </a:spcBef>
              <a:buFontTx/>
              <a:buAutoNum type="arabicPeriod"/>
            </a:pPr>
            <a:r>
              <a:rPr lang="de-DE" altLang="de-DE" sz="2400">
                <a:solidFill>
                  <a:schemeClr val="bg2"/>
                </a:solidFill>
              </a:rPr>
              <a:t> Funktionen und Zeiger</a:t>
            </a:r>
          </a:p>
          <a:p>
            <a:pPr eaLnBrk="1" hangingPunct="1">
              <a:spcBef>
                <a:spcPct val="0"/>
              </a:spcBef>
              <a:buFontTx/>
              <a:buAutoNum type="arabicPeriod"/>
            </a:pPr>
            <a:r>
              <a:rPr lang="de-DE" altLang="de-DE" sz="2400">
                <a:solidFill>
                  <a:schemeClr val="bg2"/>
                </a:solidFill>
              </a:rPr>
              <a:t> Funktionen mit Feldern</a:t>
            </a:r>
          </a:p>
          <a:p>
            <a:pPr eaLnBrk="1" hangingPunct="1">
              <a:spcBef>
                <a:spcPct val="0"/>
              </a:spcBef>
              <a:buFontTx/>
              <a:buAutoNum type="arabicPeriod"/>
            </a:pPr>
            <a:r>
              <a:rPr lang="de-DE" altLang="de-DE" sz="2400">
                <a:solidFill>
                  <a:schemeClr val="bg2"/>
                </a:solidFill>
              </a:rPr>
              <a:t> Strings</a:t>
            </a:r>
          </a:p>
          <a:p>
            <a:pPr eaLnBrk="1" hangingPunct="1">
              <a:spcBef>
                <a:spcPct val="0"/>
              </a:spcBef>
              <a:buFontTx/>
              <a:buAutoNum type="arabicPeriod"/>
            </a:pPr>
            <a:r>
              <a:rPr lang="de-DE" altLang="de-DE" sz="2400">
                <a:solidFill>
                  <a:schemeClr val="bg2"/>
                </a:solidFill>
              </a:rPr>
              <a:t> Felder von Zeigern</a:t>
            </a:r>
          </a:p>
        </p:txBody>
      </p:sp>
      <p:sp>
        <p:nvSpPr>
          <p:cNvPr id="12292" name="Text Box 6">
            <a:extLst>
              <a:ext uri="{FF2B5EF4-FFF2-40B4-BE49-F238E27FC236}">
                <a16:creationId xmlns:a16="http://schemas.microsoft.com/office/drawing/2014/main" id="{7C1B3ADB-2B02-45C2-9973-1568DB5066C5}"/>
              </a:ext>
            </a:extLst>
          </p:cNvPr>
          <p:cNvSpPr txBox="1">
            <a:spLocks noChangeArrowheads="1"/>
          </p:cNvSpPr>
          <p:nvPr/>
        </p:nvSpPr>
        <p:spPr bwMode="auto">
          <a:xfrm>
            <a:off x="479425" y="82550"/>
            <a:ext cx="184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4000"/>
          </a:p>
        </p:txBody>
      </p:sp>
      <p:pic>
        <p:nvPicPr>
          <p:cNvPr id="5" name="Grafik 1">
            <a:extLst>
              <a:ext uri="{FF2B5EF4-FFF2-40B4-BE49-F238E27FC236}">
                <a16:creationId xmlns:a16="http://schemas.microsoft.com/office/drawing/2014/main" id="{424C5EBC-B179-4471-92E3-588D79D17AE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30813" y="2928938"/>
            <a:ext cx="3706812" cy="315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liennummernplatzhalter 3">
            <a:extLst>
              <a:ext uri="{FF2B5EF4-FFF2-40B4-BE49-F238E27FC236}">
                <a16:creationId xmlns:a16="http://schemas.microsoft.com/office/drawing/2014/main" id="{086A4708-0CC2-43D8-AD5E-13456045EC61}"/>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panose="020B0604020202020204" pitchFamily="34" charset="0"/>
              </a:defRPr>
            </a:lvl1pPr>
            <a:lvl2pPr marL="742950" indent="-285750">
              <a:spcBef>
                <a:spcPct val="20000"/>
              </a:spcBef>
              <a:buChar char="–"/>
              <a:defRPr sz="2000">
                <a:solidFill>
                  <a:schemeClr val="tx1"/>
                </a:solidFill>
                <a:latin typeface="Arial" panose="020B0604020202020204" pitchFamily="34" charset="0"/>
              </a:defRPr>
            </a:lvl2pPr>
            <a:lvl3pPr marL="1143000" indent="-228600">
              <a:spcBef>
                <a:spcPct val="20000"/>
              </a:spcBef>
              <a:buChar char="•"/>
              <a:defRPr>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r" eaLnBrk="1" hangingPunct="1">
              <a:spcBef>
                <a:spcPct val="0"/>
              </a:spcBef>
              <a:buFontTx/>
              <a:buNone/>
            </a:pPr>
            <a:fld id="{D9EAF865-1CAD-4A60-A82D-B2FFCEC76C4B}" type="slidenum">
              <a:rPr lang="de-DE" altLang="de-DE" sz="1400"/>
              <a:pPr algn="r" eaLnBrk="1" hangingPunct="1">
                <a:spcBef>
                  <a:spcPct val="0"/>
                </a:spcBef>
                <a:buFontTx/>
                <a:buNone/>
              </a:pPr>
              <a:t>10</a:t>
            </a:fld>
            <a:endParaRPr lang="de-DE" altLang="de-DE" sz="1400"/>
          </a:p>
        </p:txBody>
      </p:sp>
      <p:sp>
        <p:nvSpPr>
          <p:cNvPr id="43011" name="Rectangle 3">
            <a:extLst>
              <a:ext uri="{FF2B5EF4-FFF2-40B4-BE49-F238E27FC236}">
                <a16:creationId xmlns:a16="http://schemas.microsoft.com/office/drawing/2014/main" id="{388C4F20-1163-48DF-8E76-4EB616524D35}"/>
              </a:ext>
            </a:extLst>
          </p:cNvPr>
          <p:cNvSpPr>
            <a:spLocks noGrp="1" noChangeArrowheads="1"/>
          </p:cNvSpPr>
          <p:nvPr>
            <p:ph type="title" idx="4294967295"/>
          </p:nvPr>
        </p:nvSpPr>
        <p:spPr/>
        <p:txBody>
          <a:bodyPr/>
          <a:lstStyle/>
          <a:p>
            <a:pPr eaLnBrk="1" hangingPunct="1"/>
            <a:r>
              <a:rPr lang="de-DE" altLang="de-DE" sz="3600" dirty="0">
                <a:latin typeface="Calibri" panose="020F0502020204030204" pitchFamily="34" charset="0"/>
                <a:cs typeface="Calibri" panose="020F0502020204030204" pitchFamily="34" charset="0"/>
              </a:rPr>
              <a:t>Zeiger: Motivation - im Konzert</a:t>
            </a:r>
          </a:p>
        </p:txBody>
      </p:sp>
      <p:pic>
        <p:nvPicPr>
          <p:cNvPr id="43012" name="Grafik 1">
            <a:extLst>
              <a:ext uri="{FF2B5EF4-FFF2-40B4-BE49-F238E27FC236}">
                <a16:creationId xmlns:a16="http://schemas.microsoft.com/office/drawing/2014/main" id="{C37FFFD3-9EC7-46A9-8907-134EC9D2E3D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973138"/>
            <a:ext cx="6308725"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liennummernplatzhalter 3">
            <a:extLst>
              <a:ext uri="{FF2B5EF4-FFF2-40B4-BE49-F238E27FC236}">
                <a16:creationId xmlns:a16="http://schemas.microsoft.com/office/drawing/2014/main" id="{57D4E11E-68A0-4E50-8364-9683D478CE6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4325B61B-5CA9-4E6C-B983-1903A9000ADD}" type="slidenum">
              <a:rPr lang="de-DE" altLang="de-DE" sz="1400" smtClean="0"/>
              <a:pPr>
                <a:spcBef>
                  <a:spcPct val="0"/>
                </a:spcBef>
                <a:buFontTx/>
                <a:buNone/>
              </a:pPr>
              <a:t>11</a:t>
            </a:fld>
            <a:endParaRPr lang="de-DE" altLang="de-DE" sz="1400"/>
          </a:p>
        </p:txBody>
      </p:sp>
      <p:sp>
        <p:nvSpPr>
          <p:cNvPr id="14339" name="Rectangle 2">
            <a:extLst>
              <a:ext uri="{FF2B5EF4-FFF2-40B4-BE49-F238E27FC236}">
                <a16:creationId xmlns:a16="http://schemas.microsoft.com/office/drawing/2014/main" id="{F6D2C0AC-D8D9-4BBB-8D7E-76F3B3BAAADE}"/>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1. Wiederholung: Zeiger (Pointer)</a:t>
            </a:r>
          </a:p>
        </p:txBody>
      </p:sp>
      <p:graphicFrame>
        <p:nvGraphicFramePr>
          <p:cNvPr id="373816" name="Group 56">
            <a:extLst>
              <a:ext uri="{FF2B5EF4-FFF2-40B4-BE49-F238E27FC236}">
                <a16:creationId xmlns:a16="http://schemas.microsoft.com/office/drawing/2014/main" id="{8147C1A4-05D2-425A-B0B5-7E81690808FB}"/>
              </a:ext>
            </a:extLst>
          </p:cNvPr>
          <p:cNvGraphicFramePr>
            <a:graphicFrameLocks noGrp="1"/>
          </p:cNvGraphicFramePr>
          <p:nvPr/>
        </p:nvGraphicFramePr>
        <p:xfrm>
          <a:off x="488950" y="2374900"/>
          <a:ext cx="3921125" cy="2146300"/>
        </p:xfrm>
        <a:graphic>
          <a:graphicData uri="http://schemas.openxmlformats.org/drawingml/2006/table">
            <a:tbl>
              <a:tblPr/>
              <a:tblGrid>
                <a:gridCol w="1493838">
                  <a:extLst>
                    <a:ext uri="{9D8B030D-6E8A-4147-A177-3AD203B41FA5}">
                      <a16:colId xmlns:a16="http://schemas.microsoft.com/office/drawing/2014/main" val="20000"/>
                    </a:ext>
                  </a:extLst>
                </a:gridCol>
                <a:gridCol w="1195387">
                  <a:extLst>
                    <a:ext uri="{9D8B030D-6E8A-4147-A177-3AD203B41FA5}">
                      <a16:colId xmlns:a16="http://schemas.microsoft.com/office/drawing/2014/main" val="20001"/>
                    </a:ext>
                  </a:extLst>
                </a:gridCol>
                <a:gridCol w="1231900">
                  <a:extLst>
                    <a:ext uri="{9D8B030D-6E8A-4147-A177-3AD203B41FA5}">
                      <a16:colId xmlns:a16="http://schemas.microsoft.com/office/drawing/2014/main" val="20002"/>
                    </a:ext>
                  </a:extLst>
                </a:gridCol>
              </a:tblGrid>
              <a:tr h="5429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de-DE" sz="1000" b="0" i="0" u="none" strike="noStrike" cap="none" normalizeH="0" baseline="0">
                        <a:ln>
                          <a:noFill/>
                        </a:ln>
                        <a:solidFill>
                          <a:schemeClr val="tx1"/>
                        </a:solidFill>
                        <a:effectLst/>
                        <a:latin typeface="Arial" charset="0"/>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de-DE" sz="1000" b="0" i="0" u="none" strike="noStrike" cap="none" normalizeH="0" baseline="0">
                          <a:ln>
                            <a:noFill/>
                          </a:ln>
                          <a:solidFill>
                            <a:schemeClr val="tx1"/>
                          </a:solidFill>
                          <a:effectLst/>
                          <a:latin typeface="Arial" charset="0"/>
                        </a:rPr>
                        <a:t>Int-Variable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de-DE" sz="1000" b="0" i="0" u="none" strike="noStrike" cap="none" normalizeH="0" baseline="0">
                          <a:ln>
                            <a:noFill/>
                          </a:ln>
                          <a:solidFill>
                            <a:schemeClr val="tx1"/>
                          </a:solidFill>
                          <a:effectLst/>
                          <a:latin typeface="Arial" charset="0"/>
                        </a:rPr>
                        <a:t>Int-Zeiger</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0"/>
                  </a:ext>
                </a:extLst>
              </a:tr>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de-DE" sz="1000" b="0" i="0" u="none" strike="noStrike" cap="none" normalizeH="0" baseline="0">
                          <a:ln>
                            <a:noFill/>
                          </a:ln>
                          <a:solidFill>
                            <a:schemeClr val="tx1"/>
                          </a:solidFill>
                          <a:effectLst/>
                          <a:latin typeface="Arial" charset="0"/>
                        </a:rPr>
                        <a:t>Deklaration</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de-DE" sz="1000" b="1" i="0" u="none" strike="noStrike" cap="none" normalizeH="0" baseline="0" dirty="0" err="1">
                          <a:ln>
                            <a:noFill/>
                          </a:ln>
                          <a:solidFill>
                            <a:schemeClr val="tx1"/>
                          </a:solidFill>
                          <a:effectLst/>
                          <a:latin typeface="Courier New" pitchFamily="49" charset="0"/>
                        </a:rPr>
                        <a:t>int</a:t>
                      </a:r>
                      <a:r>
                        <a:rPr kumimoji="0" lang="de-DE" sz="1000" b="1" i="0" u="none" strike="noStrike" cap="none" normalizeH="0" baseline="0" dirty="0">
                          <a:ln>
                            <a:noFill/>
                          </a:ln>
                          <a:solidFill>
                            <a:schemeClr val="tx1"/>
                          </a:solidFill>
                          <a:effectLst/>
                          <a:latin typeface="Courier New" pitchFamily="49" charset="0"/>
                        </a:rPr>
                        <a:t> 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de-DE" sz="1000" b="1" i="0" u="none" strike="noStrike" cap="none" normalizeH="0" baseline="0">
                          <a:ln>
                            <a:noFill/>
                          </a:ln>
                          <a:solidFill>
                            <a:schemeClr val="tx1"/>
                          </a:solidFill>
                          <a:effectLst/>
                          <a:latin typeface="Courier New" pitchFamily="49" charset="0"/>
                        </a:rPr>
                        <a:t>int *pa;</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1"/>
                  </a:ext>
                </a:extLst>
              </a:tr>
              <a:tr h="5429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de-DE" sz="1000" b="0" i="0" u="none" strike="noStrike" cap="none" normalizeH="0" baseline="0">
                          <a:ln>
                            <a:noFill/>
                          </a:ln>
                          <a:solidFill>
                            <a:schemeClr val="tx1"/>
                          </a:solidFill>
                          <a:effectLst/>
                          <a:latin typeface="Arial" charset="0"/>
                        </a:rPr>
                        <a:t>Nummer</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de-DE" sz="1000" b="0" i="0" u="none" strike="noStrike" cap="none" normalizeH="0" baseline="0">
                          <a:ln>
                            <a:noFill/>
                          </a:ln>
                          <a:solidFill>
                            <a:schemeClr val="tx1"/>
                          </a:solidFill>
                          <a:effectLst/>
                          <a:latin typeface="Arial" charset="0"/>
                        </a:rPr>
                        <a:t>Speicherstelle</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de-DE" sz="1000" b="1" i="0" u="none" strike="noStrike" cap="none" normalizeH="0" baseline="0">
                          <a:ln>
                            <a:noFill/>
                          </a:ln>
                          <a:solidFill>
                            <a:schemeClr val="tx1"/>
                          </a:solidFill>
                          <a:effectLst/>
                          <a:latin typeface="Courier New" pitchFamily="49" charset="0"/>
                        </a:rPr>
                        <a:t>&amp;a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de-DE" sz="1000" b="1" i="0" u="none" strike="noStrike" cap="none" normalizeH="0" baseline="0">
                          <a:ln>
                            <a:noFill/>
                          </a:ln>
                          <a:solidFill>
                            <a:schemeClr val="tx1"/>
                          </a:solidFill>
                          <a:effectLst/>
                          <a:latin typeface="Courier New" pitchFamily="49" charset="0"/>
                        </a:rPr>
                        <a:t>pa</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2"/>
                  </a:ext>
                </a:extLst>
              </a:tr>
              <a:tr h="5429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de-DE" sz="1000" b="0" i="0" u="none" strike="noStrike" cap="none" normalizeH="0" baseline="0">
                          <a:ln>
                            <a:noFill/>
                          </a:ln>
                          <a:solidFill>
                            <a:schemeClr val="tx1"/>
                          </a:solidFill>
                          <a:effectLst/>
                          <a:latin typeface="Arial" charset="0"/>
                        </a:rPr>
                        <a:t>Inhalt Speicherstelle</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de-DE" sz="1000" b="1" i="0" u="none" strike="noStrike" cap="none" normalizeH="0" baseline="0">
                          <a:ln>
                            <a:noFill/>
                          </a:ln>
                          <a:solidFill>
                            <a:schemeClr val="tx1"/>
                          </a:solidFill>
                          <a:effectLst/>
                          <a:latin typeface="Courier New" pitchFamily="49" charset="0"/>
                        </a:rPr>
                        <a:t>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de-DE" sz="1000" b="1" i="0" u="none" strike="noStrike" cap="none" normalizeH="0" baseline="0" dirty="0">
                          <a:ln>
                            <a:noFill/>
                          </a:ln>
                          <a:solidFill>
                            <a:schemeClr val="tx1"/>
                          </a:solidFill>
                          <a:effectLst/>
                          <a:latin typeface="Courier New" pitchFamily="49" charset="0"/>
                        </a:rPr>
                        <a:t>*</a:t>
                      </a:r>
                      <a:r>
                        <a:rPr kumimoji="0" lang="de-DE" sz="1000" b="1" i="0" u="none" strike="noStrike" cap="none" normalizeH="0" baseline="0" dirty="0" err="1">
                          <a:ln>
                            <a:noFill/>
                          </a:ln>
                          <a:solidFill>
                            <a:schemeClr val="tx1"/>
                          </a:solidFill>
                          <a:effectLst/>
                          <a:latin typeface="Courier New" pitchFamily="49" charset="0"/>
                        </a:rPr>
                        <a:t>pa</a:t>
                      </a:r>
                      <a:endParaRPr kumimoji="0" lang="de-DE" sz="1000" b="1" i="0" u="none" strike="noStrike" cap="none" normalizeH="0" baseline="0" dirty="0">
                        <a:ln>
                          <a:noFill/>
                        </a:ln>
                        <a:solidFill>
                          <a:schemeClr val="tx1"/>
                        </a:solidFill>
                        <a:effectLst/>
                        <a:latin typeface="Courier New" pitchFamily="49"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3"/>
                  </a:ext>
                </a:extLst>
              </a:tr>
            </a:tbl>
          </a:graphicData>
        </a:graphic>
      </p:graphicFrame>
      <p:sp>
        <p:nvSpPr>
          <p:cNvPr id="373785" name="Rectangle 25">
            <a:extLst>
              <a:ext uri="{FF2B5EF4-FFF2-40B4-BE49-F238E27FC236}">
                <a16:creationId xmlns:a16="http://schemas.microsoft.com/office/drawing/2014/main" id="{9E0B8F16-B91A-4408-92DA-00BAEE3A915F}"/>
              </a:ext>
            </a:extLst>
          </p:cNvPr>
          <p:cNvSpPr>
            <a:spLocks noChangeArrowheads="1"/>
          </p:cNvSpPr>
          <p:nvPr/>
        </p:nvSpPr>
        <p:spPr bwMode="auto">
          <a:xfrm>
            <a:off x="6424613" y="2643188"/>
            <a:ext cx="1301750" cy="992187"/>
          </a:xfrm>
          <a:prstGeom prst="rect">
            <a:avLst/>
          </a:prstGeom>
          <a:solidFill>
            <a:srgbClr val="FFCCCC"/>
          </a:solid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373789" name="Text Box 29">
            <a:extLst>
              <a:ext uri="{FF2B5EF4-FFF2-40B4-BE49-F238E27FC236}">
                <a16:creationId xmlns:a16="http://schemas.microsoft.com/office/drawing/2014/main" id="{4E3E31FD-CE07-48D9-8ED4-E00C9B60D8A9}"/>
              </a:ext>
            </a:extLst>
          </p:cNvPr>
          <p:cNvSpPr txBox="1">
            <a:spLocks noChangeArrowheads="1"/>
          </p:cNvSpPr>
          <p:nvPr/>
        </p:nvSpPr>
        <p:spPr bwMode="auto">
          <a:xfrm>
            <a:off x="5868988" y="30527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t>a</a:t>
            </a:r>
          </a:p>
        </p:txBody>
      </p:sp>
      <p:sp>
        <p:nvSpPr>
          <p:cNvPr id="373790" name="Text Box 30">
            <a:extLst>
              <a:ext uri="{FF2B5EF4-FFF2-40B4-BE49-F238E27FC236}">
                <a16:creationId xmlns:a16="http://schemas.microsoft.com/office/drawing/2014/main" id="{D3937F8A-8DA2-4801-9175-B3F9F1E9D805}"/>
              </a:ext>
            </a:extLst>
          </p:cNvPr>
          <p:cNvSpPr txBox="1">
            <a:spLocks noChangeArrowheads="1"/>
          </p:cNvSpPr>
          <p:nvPr/>
        </p:nvSpPr>
        <p:spPr bwMode="auto">
          <a:xfrm>
            <a:off x="5770563" y="2570163"/>
            <a:ext cx="476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t>&amp;a</a:t>
            </a:r>
          </a:p>
        </p:txBody>
      </p:sp>
      <p:sp>
        <p:nvSpPr>
          <p:cNvPr id="373791" name="Line 31">
            <a:extLst>
              <a:ext uri="{FF2B5EF4-FFF2-40B4-BE49-F238E27FC236}">
                <a16:creationId xmlns:a16="http://schemas.microsoft.com/office/drawing/2014/main" id="{FD7A3F65-00B2-408C-8307-01D7016BD0B4}"/>
              </a:ext>
            </a:extLst>
          </p:cNvPr>
          <p:cNvSpPr>
            <a:spLocks noChangeShapeType="1"/>
          </p:cNvSpPr>
          <p:nvPr/>
        </p:nvSpPr>
        <p:spPr bwMode="auto">
          <a:xfrm>
            <a:off x="6280150" y="2771775"/>
            <a:ext cx="4000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373792" name="Line 32">
            <a:extLst>
              <a:ext uri="{FF2B5EF4-FFF2-40B4-BE49-F238E27FC236}">
                <a16:creationId xmlns:a16="http://schemas.microsoft.com/office/drawing/2014/main" id="{352CE2B4-BCB6-4AC3-BD50-73FD85ABD4D1}"/>
              </a:ext>
            </a:extLst>
          </p:cNvPr>
          <p:cNvSpPr>
            <a:spLocks noChangeShapeType="1"/>
          </p:cNvSpPr>
          <p:nvPr/>
        </p:nvSpPr>
        <p:spPr bwMode="auto">
          <a:xfrm>
            <a:off x="6280150" y="3267075"/>
            <a:ext cx="4000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373793" name="Text Box 33">
            <a:extLst>
              <a:ext uri="{FF2B5EF4-FFF2-40B4-BE49-F238E27FC236}">
                <a16:creationId xmlns:a16="http://schemas.microsoft.com/office/drawing/2014/main" id="{816D5209-49FC-46B4-A873-DCFE79C194A4}"/>
              </a:ext>
            </a:extLst>
          </p:cNvPr>
          <p:cNvSpPr txBox="1">
            <a:spLocks noChangeArrowheads="1"/>
          </p:cNvSpPr>
          <p:nvPr/>
        </p:nvSpPr>
        <p:spPr bwMode="auto">
          <a:xfrm>
            <a:off x="5768975" y="3654425"/>
            <a:ext cx="593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latin typeface="Courier New" panose="02070309020205020404" pitchFamily="49" charset="0"/>
              </a:rPr>
              <a:t>int</a:t>
            </a:r>
          </a:p>
        </p:txBody>
      </p:sp>
      <p:sp>
        <p:nvSpPr>
          <p:cNvPr id="373794" name="Text Box 34">
            <a:extLst>
              <a:ext uri="{FF2B5EF4-FFF2-40B4-BE49-F238E27FC236}">
                <a16:creationId xmlns:a16="http://schemas.microsoft.com/office/drawing/2014/main" id="{A95EE573-8206-4FC5-BD5F-451F7F56F435}"/>
              </a:ext>
            </a:extLst>
          </p:cNvPr>
          <p:cNvSpPr txBox="1">
            <a:spLocks noChangeArrowheads="1"/>
          </p:cNvSpPr>
          <p:nvPr/>
        </p:nvSpPr>
        <p:spPr bwMode="auto">
          <a:xfrm>
            <a:off x="7815263" y="3651250"/>
            <a:ext cx="730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latin typeface="Courier New" panose="02070309020205020404" pitchFamily="49" charset="0"/>
              </a:rPr>
              <a:t>int*</a:t>
            </a:r>
          </a:p>
        </p:txBody>
      </p:sp>
      <p:sp>
        <p:nvSpPr>
          <p:cNvPr id="373795" name="Text Box 35">
            <a:extLst>
              <a:ext uri="{FF2B5EF4-FFF2-40B4-BE49-F238E27FC236}">
                <a16:creationId xmlns:a16="http://schemas.microsoft.com/office/drawing/2014/main" id="{CEDD5403-54AE-4F3F-9466-F7C2009A1203}"/>
              </a:ext>
            </a:extLst>
          </p:cNvPr>
          <p:cNvSpPr txBox="1">
            <a:spLocks noChangeArrowheads="1"/>
          </p:cNvSpPr>
          <p:nvPr/>
        </p:nvSpPr>
        <p:spPr bwMode="auto">
          <a:xfrm>
            <a:off x="5430838" y="2166938"/>
            <a:ext cx="1022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Variable</a:t>
            </a:r>
          </a:p>
        </p:txBody>
      </p:sp>
      <p:sp>
        <p:nvSpPr>
          <p:cNvPr id="373796" name="Text Box 36">
            <a:extLst>
              <a:ext uri="{FF2B5EF4-FFF2-40B4-BE49-F238E27FC236}">
                <a16:creationId xmlns:a16="http://schemas.microsoft.com/office/drawing/2014/main" id="{4ADC35DC-7709-4F42-BA78-DC594FB6B19D}"/>
              </a:ext>
            </a:extLst>
          </p:cNvPr>
          <p:cNvSpPr txBox="1">
            <a:spLocks noChangeArrowheads="1"/>
          </p:cNvSpPr>
          <p:nvPr/>
        </p:nvSpPr>
        <p:spPr bwMode="auto">
          <a:xfrm>
            <a:off x="7613650" y="2182813"/>
            <a:ext cx="831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Zeiger</a:t>
            </a:r>
          </a:p>
        </p:txBody>
      </p:sp>
      <p:sp>
        <p:nvSpPr>
          <p:cNvPr id="373797" name="Text Box 37">
            <a:extLst>
              <a:ext uri="{FF2B5EF4-FFF2-40B4-BE49-F238E27FC236}">
                <a16:creationId xmlns:a16="http://schemas.microsoft.com/office/drawing/2014/main" id="{0B59469D-5C3E-4540-9E07-A4D8BF0C6D45}"/>
              </a:ext>
            </a:extLst>
          </p:cNvPr>
          <p:cNvSpPr txBox="1">
            <a:spLocks noChangeArrowheads="1"/>
          </p:cNvSpPr>
          <p:nvPr/>
        </p:nvSpPr>
        <p:spPr bwMode="auto">
          <a:xfrm>
            <a:off x="7888288" y="2566988"/>
            <a:ext cx="450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t>pa</a:t>
            </a:r>
          </a:p>
        </p:txBody>
      </p:sp>
      <p:sp>
        <p:nvSpPr>
          <p:cNvPr id="373798" name="Text Box 38">
            <a:extLst>
              <a:ext uri="{FF2B5EF4-FFF2-40B4-BE49-F238E27FC236}">
                <a16:creationId xmlns:a16="http://schemas.microsoft.com/office/drawing/2014/main" id="{F16ECD00-A818-4CB0-9B3C-2B388635A8CE}"/>
              </a:ext>
            </a:extLst>
          </p:cNvPr>
          <p:cNvSpPr txBox="1">
            <a:spLocks noChangeArrowheads="1"/>
          </p:cNvSpPr>
          <p:nvPr/>
        </p:nvSpPr>
        <p:spPr bwMode="auto">
          <a:xfrm>
            <a:off x="7848600" y="3055938"/>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t>*pa</a:t>
            </a:r>
          </a:p>
        </p:txBody>
      </p:sp>
      <p:sp>
        <p:nvSpPr>
          <p:cNvPr id="373799" name="Line 39">
            <a:extLst>
              <a:ext uri="{FF2B5EF4-FFF2-40B4-BE49-F238E27FC236}">
                <a16:creationId xmlns:a16="http://schemas.microsoft.com/office/drawing/2014/main" id="{CFC48AA7-1F2C-42D8-AA4A-03ED42173596}"/>
              </a:ext>
            </a:extLst>
          </p:cNvPr>
          <p:cNvSpPr>
            <a:spLocks noChangeShapeType="1"/>
          </p:cNvSpPr>
          <p:nvPr/>
        </p:nvSpPr>
        <p:spPr bwMode="auto">
          <a:xfrm>
            <a:off x="7537450" y="2771775"/>
            <a:ext cx="4000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373800" name="Line 40">
            <a:extLst>
              <a:ext uri="{FF2B5EF4-FFF2-40B4-BE49-F238E27FC236}">
                <a16:creationId xmlns:a16="http://schemas.microsoft.com/office/drawing/2014/main" id="{8F2C81BD-E0EA-41F3-9460-2A225CE52C19}"/>
              </a:ext>
            </a:extLst>
          </p:cNvPr>
          <p:cNvSpPr>
            <a:spLocks noChangeShapeType="1"/>
          </p:cNvSpPr>
          <p:nvPr/>
        </p:nvSpPr>
        <p:spPr bwMode="auto">
          <a:xfrm>
            <a:off x="7531100" y="3267075"/>
            <a:ext cx="40005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373801" name="Rectangle 41">
            <a:extLst>
              <a:ext uri="{FF2B5EF4-FFF2-40B4-BE49-F238E27FC236}">
                <a16:creationId xmlns:a16="http://schemas.microsoft.com/office/drawing/2014/main" id="{6D72D261-E375-4F50-B330-AA07EEB935D3}"/>
              </a:ext>
            </a:extLst>
          </p:cNvPr>
          <p:cNvSpPr>
            <a:spLocks noChangeArrowheads="1"/>
          </p:cNvSpPr>
          <p:nvPr/>
        </p:nvSpPr>
        <p:spPr bwMode="auto">
          <a:xfrm>
            <a:off x="5300663" y="2160588"/>
            <a:ext cx="3379787" cy="23256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373802" name="Text Box 42">
            <a:extLst>
              <a:ext uri="{FF2B5EF4-FFF2-40B4-BE49-F238E27FC236}">
                <a16:creationId xmlns:a16="http://schemas.microsoft.com/office/drawing/2014/main" id="{04DCBBAC-C815-4A42-BE20-CAFCE96A01EC}"/>
              </a:ext>
            </a:extLst>
          </p:cNvPr>
          <p:cNvSpPr txBox="1">
            <a:spLocks noChangeArrowheads="1"/>
          </p:cNvSpPr>
          <p:nvPr/>
        </p:nvSpPr>
        <p:spPr bwMode="auto">
          <a:xfrm>
            <a:off x="6948488" y="30559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7</a:t>
            </a:r>
          </a:p>
        </p:txBody>
      </p:sp>
      <p:sp>
        <p:nvSpPr>
          <p:cNvPr id="373803" name="Text Box 43">
            <a:extLst>
              <a:ext uri="{FF2B5EF4-FFF2-40B4-BE49-F238E27FC236}">
                <a16:creationId xmlns:a16="http://schemas.microsoft.com/office/drawing/2014/main" id="{02B4F6D8-0394-4215-9957-1676594D6D0E}"/>
              </a:ext>
            </a:extLst>
          </p:cNvPr>
          <p:cNvSpPr txBox="1">
            <a:spLocks noChangeArrowheads="1"/>
          </p:cNvSpPr>
          <p:nvPr/>
        </p:nvSpPr>
        <p:spPr bwMode="auto">
          <a:xfrm>
            <a:off x="419100" y="5092700"/>
            <a:ext cx="8285163" cy="64135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Achtung: Zeigern muss eine gültige Adresse zugewiesen werden. Sonst besteht die Gefahr eines Computerabsturzes!</a:t>
            </a:r>
            <a:endParaRPr lang="de-DE" altLang="de-DE" sz="1800" b="1" dirty="0">
              <a:latin typeface="Calibri" panose="020F0502020204030204" pitchFamily="34" charset="0"/>
              <a:cs typeface="Calibri" panose="020F0502020204030204" pitchFamily="34" charset="0"/>
            </a:endParaRPr>
          </a:p>
        </p:txBody>
      </p:sp>
      <p:sp>
        <p:nvSpPr>
          <p:cNvPr id="373812" name="Text Box 52">
            <a:extLst>
              <a:ext uri="{FF2B5EF4-FFF2-40B4-BE49-F238E27FC236}">
                <a16:creationId xmlns:a16="http://schemas.microsoft.com/office/drawing/2014/main" id="{11E4F881-CA8D-463A-8D98-3CC3D4EC8547}"/>
              </a:ext>
            </a:extLst>
          </p:cNvPr>
          <p:cNvSpPr txBox="1">
            <a:spLocks noChangeArrowheads="1"/>
          </p:cNvSpPr>
          <p:nvPr/>
        </p:nvSpPr>
        <p:spPr bwMode="auto">
          <a:xfrm>
            <a:off x="442913" y="4770438"/>
            <a:ext cx="8083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dirty="0">
                <a:latin typeface="Calibri" panose="020F0502020204030204" pitchFamily="34" charset="0"/>
                <a:cs typeface="Calibri" panose="020F0502020204030204" pitchFamily="34" charset="0"/>
              </a:rPr>
              <a:t>Man erkennt </a:t>
            </a:r>
            <a:r>
              <a:rPr lang="de-DE" altLang="de-DE" i="1" dirty="0">
                <a:latin typeface="Calibri" panose="020F0502020204030204" pitchFamily="34" charset="0"/>
                <a:cs typeface="Calibri" panose="020F0502020204030204" pitchFamily="34" charset="0"/>
              </a:rPr>
              <a:t>deklarierte</a:t>
            </a:r>
            <a:r>
              <a:rPr lang="de-DE" altLang="de-DE" dirty="0">
                <a:latin typeface="Calibri" panose="020F0502020204030204" pitchFamily="34" charset="0"/>
                <a:cs typeface="Calibri" panose="020F0502020204030204" pitchFamily="34" charset="0"/>
              </a:rPr>
              <a:t> Zeiger am Stern (*) nach dem Datentyp.</a:t>
            </a:r>
          </a:p>
        </p:txBody>
      </p:sp>
      <p:sp>
        <p:nvSpPr>
          <p:cNvPr id="373814" name="Text Box 54">
            <a:extLst>
              <a:ext uri="{FF2B5EF4-FFF2-40B4-BE49-F238E27FC236}">
                <a16:creationId xmlns:a16="http://schemas.microsoft.com/office/drawing/2014/main" id="{341DF4D2-57E6-4568-81EA-F067D8A13710}"/>
              </a:ext>
            </a:extLst>
          </p:cNvPr>
          <p:cNvSpPr txBox="1">
            <a:spLocks noChangeArrowheads="1"/>
          </p:cNvSpPr>
          <p:nvPr/>
        </p:nvSpPr>
        <p:spPr bwMode="auto">
          <a:xfrm>
            <a:off x="457200" y="5780088"/>
            <a:ext cx="8618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b="1">
                <a:latin typeface="Courier New" panose="02070309020205020404" pitchFamily="49" charset="0"/>
              </a:rPr>
              <a:t>pa=&amp;a; //Zuweisung einer Adresse an einen Zeiger durch Adressoperator</a:t>
            </a:r>
          </a:p>
        </p:txBody>
      </p:sp>
      <p:sp>
        <p:nvSpPr>
          <p:cNvPr id="373815" name="Freeform 55">
            <a:extLst>
              <a:ext uri="{FF2B5EF4-FFF2-40B4-BE49-F238E27FC236}">
                <a16:creationId xmlns:a16="http://schemas.microsoft.com/office/drawing/2014/main" id="{E9233F2F-CF0E-497F-906F-C9975177C272}"/>
              </a:ext>
            </a:extLst>
          </p:cNvPr>
          <p:cNvSpPr>
            <a:spLocks/>
          </p:cNvSpPr>
          <p:nvPr/>
        </p:nvSpPr>
        <p:spPr bwMode="auto">
          <a:xfrm>
            <a:off x="4114800" y="2611438"/>
            <a:ext cx="933450" cy="2262187"/>
          </a:xfrm>
          <a:custGeom>
            <a:avLst/>
            <a:gdLst>
              <a:gd name="T0" fmla="*/ 2147483646 w 588"/>
              <a:gd name="T1" fmla="*/ 2147483646 h 1425"/>
              <a:gd name="T2" fmla="*/ 2147483646 w 588"/>
              <a:gd name="T3" fmla="*/ 2147483646 h 1425"/>
              <a:gd name="T4" fmla="*/ 0 w 588"/>
              <a:gd name="T5" fmla="*/ 2147483646 h 1425"/>
              <a:gd name="T6" fmla="*/ 0 60000 65536"/>
              <a:gd name="T7" fmla="*/ 0 60000 65536"/>
              <a:gd name="T8" fmla="*/ 0 60000 65536"/>
              <a:gd name="T9" fmla="*/ 0 w 588"/>
              <a:gd name="T10" fmla="*/ 0 h 1425"/>
              <a:gd name="T11" fmla="*/ 588 w 588"/>
              <a:gd name="T12" fmla="*/ 1425 h 1425"/>
            </a:gdLst>
            <a:ahLst/>
            <a:cxnLst>
              <a:cxn ang="T6">
                <a:pos x="T0" y="T1"/>
              </a:cxn>
              <a:cxn ang="T7">
                <a:pos x="T2" y="T3"/>
              </a:cxn>
              <a:cxn ang="T8">
                <a:pos x="T4" y="T5"/>
              </a:cxn>
            </a:cxnLst>
            <a:rect l="T9" t="T10" r="T11" b="T12"/>
            <a:pathLst>
              <a:path w="588" h="1425">
                <a:moveTo>
                  <a:pt x="420" y="1425"/>
                </a:moveTo>
                <a:cubicBezTo>
                  <a:pt x="504" y="893"/>
                  <a:pt x="588" y="362"/>
                  <a:pt x="518" y="181"/>
                </a:cubicBezTo>
                <a:cubicBezTo>
                  <a:pt x="448" y="0"/>
                  <a:pt x="86" y="310"/>
                  <a:pt x="0" y="336"/>
                </a:cubicBezTo>
              </a:path>
            </a:pathLst>
          </a:custGeom>
          <a:noFill/>
          <a:ln w="9525"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373817" name="Text Box 57">
            <a:extLst>
              <a:ext uri="{FF2B5EF4-FFF2-40B4-BE49-F238E27FC236}">
                <a16:creationId xmlns:a16="http://schemas.microsoft.com/office/drawing/2014/main" id="{9A5C2C55-86DF-4D40-8328-EB4EC85859E3}"/>
              </a:ext>
            </a:extLst>
          </p:cNvPr>
          <p:cNvSpPr txBox="1">
            <a:spLocks noChangeArrowheads="1"/>
          </p:cNvSpPr>
          <p:nvPr/>
        </p:nvSpPr>
        <p:spPr bwMode="auto">
          <a:xfrm>
            <a:off x="384175" y="947739"/>
            <a:ext cx="8566785"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pPr>
            <a:r>
              <a:rPr lang="de-DE" altLang="de-DE" dirty="0">
                <a:latin typeface="Calibri" panose="020F0502020204030204" pitchFamily="34" charset="0"/>
                <a:cs typeface="Calibri" panose="020F0502020204030204" pitchFamily="34" charset="0"/>
              </a:rPr>
              <a:t> Adressen sind auch Werte, also kann man sie abspeichern. </a:t>
            </a:r>
          </a:p>
          <a:p>
            <a:pPr eaLnBrk="1" hangingPunct="1">
              <a:spcBef>
                <a:spcPct val="0"/>
              </a:spcBef>
            </a:pPr>
            <a:r>
              <a:rPr lang="de-DE" altLang="de-DE" dirty="0">
                <a:latin typeface="Calibri" panose="020F0502020204030204" pitchFamily="34" charset="0"/>
                <a:cs typeface="Calibri" panose="020F0502020204030204" pitchFamily="34" charset="0"/>
              </a:rPr>
              <a:t> Ein Zeiger ist eine Variable, die eine Adresse beinhaltet. </a:t>
            </a:r>
          </a:p>
          <a:p>
            <a:pPr eaLnBrk="1" hangingPunct="1">
              <a:spcBef>
                <a:spcPct val="0"/>
              </a:spcBef>
            </a:pPr>
            <a:r>
              <a:rPr lang="de-DE" altLang="de-DE" dirty="0">
                <a:latin typeface="Calibri" panose="020F0502020204030204" pitchFamily="34" charset="0"/>
                <a:cs typeface="Calibri" panose="020F0502020204030204" pitchFamily="34" charset="0"/>
              </a:rPr>
              <a:t> Ein Zeiger verweist damit auf den Speicherplatz (Adresse) einer anderen Variablen. </a:t>
            </a:r>
          </a:p>
          <a:p>
            <a:pPr eaLnBrk="1" hangingPunct="1">
              <a:spcBef>
                <a:spcPct val="0"/>
              </a:spcBef>
            </a:pPr>
            <a:r>
              <a:rPr lang="de-DE" altLang="de-DE" dirty="0">
                <a:latin typeface="Calibri" panose="020F0502020204030204" pitchFamily="34" charset="0"/>
                <a:cs typeface="Calibri" panose="020F0502020204030204" pitchFamily="34" charset="0"/>
              </a:rPr>
              <a:t> Bei der Deklarierung eines Zeigers muss feststehen, welcher Datentyp (</a:t>
            </a:r>
            <a:r>
              <a:rPr lang="de-DE" altLang="de-DE" dirty="0" err="1">
                <a:latin typeface="Calibri" panose="020F0502020204030204" pitchFamily="34" charset="0"/>
                <a:cs typeface="Calibri" panose="020F0502020204030204" pitchFamily="34" charset="0"/>
              </a:rPr>
              <a:t>int</a:t>
            </a:r>
            <a:r>
              <a:rPr lang="de-DE" altLang="de-DE" dirty="0">
                <a:latin typeface="Calibri" panose="020F0502020204030204" pitchFamily="34" charset="0"/>
                <a:cs typeface="Calibri" panose="020F0502020204030204" pitchFamily="34" charset="0"/>
              </a:rPr>
              <a:t>, </a:t>
            </a:r>
            <a:r>
              <a:rPr lang="de-DE" altLang="de-DE" dirty="0" err="1">
                <a:latin typeface="Calibri" panose="020F0502020204030204" pitchFamily="34" charset="0"/>
                <a:cs typeface="Calibri" panose="020F0502020204030204" pitchFamily="34" charset="0"/>
              </a:rPr>
              <a:t>char</a:t>
            </a:r>
            <a:r>
              <a:rPr lang="de-DE" altLang="de-DE" dirty="0">
                <a:latin typeface="Calibri" panose="020F0502020204030204" pitchFamily="34" charset="0"/>
                <a:cs typeface="Calibri" panose="020F0502020204030204" pitchFamily="34" charset="0"/>
              </a:rPr>
              <a:t>, double,…) auf der Adresse stehen darf. </a:t>
            </a:r>
          </a:p>
        </p:txBody>
      </p:sp>
      <p:sp>
        <p:nvSpPr>
          <p:cNvPr id="373818" name="Freeform 58">
            <a:extLst>
              <a:ext uri="{FF2B5EF4-FFF2-40B4-BE49-F238E27FC236}">
                <a16:creationId xmlns:a16="http://schemas.microsoft.com/office/drawing/2014/main" id="{BC1E4DA6-B972-4D7A-A4A2-092CAB5A7370}"/>
              </a:ext>
            </a:extLst>
          </p:cNvPr>
          <p:cNvSpPr>
            <a:spLocks/>
          </p:cNvSpPr>
          <p:nvPr/>
        </p:nvSpPr>
        <p:spPr bwMode="auto">
          <a:xfrm>
            <a:off x="134938" y="5403850"/>
            <a:ext cx="249237" cy="549275"/>
          </a:xfrm>
          <a:custGeom>
            <a:avLst/>
            <a:gdLst>
              <a:gd name="T0" fmla="*/ 2147483646 w 157"/>
              <a:gd name="T1" fmla="*/ 0 h 346"/>
              <a:gd name="T2" fmla="*/ 2147483646 w 157"/>
              <a:gd name="T3" fmla="*/ 2147483646 h 346"/>
              <a:gd name="T4" fmla="*/ 2147483646 w 157"/>
              <a:gd name="T5" fmla="*/ 2147483646 h 346"/>
              <a:gd name="T6" fmla="*/ 0 60000 65536"/>
              <a:gd name="T7" fmla="*/ 0 60000 65536"/>
              <a:gd name="T8" fmla="*/ 0 60000 65536"/>
              <a:gd name="T9" fmla="*/ 0 w 157"/>
              <a:gd name="T10" fmla="*/ 0 h 346"/>
              <a:gd name="T11" fmla="*/ 157 w 157"/>
              <a:gd name="T12" fmla="*/ 346 h 346"/>
            </a:gdLst>
            <a:ahLst/>
            <a:cxnLst>
              <a:cxn ang="T6">
                <a:pos x="T0" y="T1"/>
              </a:cxn>
              <a:cxn ang="T7">
                <a:pos x="T2" y="T3"/>
              </a:cxn>
              <a:cxn ang="T8">
                <a:pos x="T4" y="T5"/>
              </a:cxn>
            </a:cxnLst>
            <a:rect l="T9" t="T10" r="T11" b="T12"/>
            <a:pathLst>
              <a:path w="157" h="346">
                <a:moveTo>
                  <a:pt x="157" y="0"/>
                </a:moveTo>
                <a:cubicBezTo>
                  <a:pt x="79" y="86"/>
                  <a:pt x="2" y="173"/>
                  <a:pt x="1" y="231"/>
                </a:cubicBezTo>
                <a:cubicBezTo>
                  <a:pt x="0" y="289"/>
                  <a:pt x="125" y="327"/>
                  <a:pt x="151" y="346"/>
                </a:cubicBezTo>
              </a:path>
            </a:pathLst>
          </a:custGeom>
          <a:noFill/>
          <a:ln w="9525"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pic>
        <p:nvPicPr>
          <p:cNvPr id="14387" name="Grafik 2">
            <a:extLst>
              <a:ext uri="{FF2B5EF4-FFF2-40B4-BE49-F238E27FC236}">
                <a16:creationId xmlns:a16="http://schemas.microsoft.com/office/drawing/2014/main" id="{E5A0DEDC-8EFD-4A95-9A87-C024557D26D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97571" y="5345112"/>
            <a:ext cx="635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Gerader Verbinder 3">
            <a:extLst>
              <a:ext uri="{FF2B5EF4-FFF2-40B4-BE49-F238E27FC236}">
                <a16:creationId xmlns:a16="http://schemas.microsoft.com/office/drawing/2014/main" id="{5DBF6183-13BD-49D7-AAE8-2650BD234940}"/>
              </a:ext>
            </a:extLst>
          </p:cNvPr>
          <p:cNvCxnSpPr/>
          <p:nvPr/>
        </p:nvCxnSpPr>
        <p:spPr>
          <a:xfrm>
            <a:off x="6424613" y="2933700"/>
            <a:ext cx="13017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feld 4">
            <a:extLst>
              <a:ext uri="{FF2B5EF4-FFF2-40B4-BE49-F238E27FC236}">
                <a16:creationId xmlns:a16="http://schemas.microsoft.com/office/drawing/2014/main" id="{9CCAA726-FD7D-4C48-89CE-D2DAA2A00C48}"/>
              </a:ext>
            </a:extLst>
          </p:cNvPr>
          <p:cNvSpPr txBox="1"/>
          <p:nvPr/>
        </p:nvSpPr>
        <p:spPr>
          <a:xfrm>
            <a:off x="6691380" y="2653436"/>
            <a:ext cx="780983" cy="307777"/>
          </a:xfrm>
          <a:prstGeom prst="rect">
            <a:avLst/>
          </a:prstGeom>
          <a:noFill/>
        </p:spPr>
        <p:txBody>
          <a:bodyPr wrap="none" rtlCol="0">
            <a:spAutoFit/>
          </a:bodyPr>
          <a:lstStyle/>
          <a:p>
            <a:r>
              <a:rPr lang="de-DE" sz="1400" dirty="0"/>
              <a:t>123456</a:t>
            </a:r>
          </a:p>
        </p:txBody>
      </p:sp>
    </p:spTree>
    <p:extLst>
      <p:ext uri="{BB962C8B-B14F-4D97-AF65-F5344CB8AC3E}">
        <p14:creationId xmlns:p14="http://schemas.microsoft.com/office/powerpoint/2010/main" val="41905800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381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738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380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378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380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7379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378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3795"/>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379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7379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7379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73797"/>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73796"/>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373799"/>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7379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373800"/>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73798"/>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73812"/>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373815"/>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73803"/>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0"/>
                                          </p:stCondLst>
                                        </p:cTn>
                                        <p:tgtEl>
                                          <p:spTgt spid="373818"/>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738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85" grpId="0" animBg="1"/>
      <p:bldP spid="373789" grpId="0"/>
      <p:bldP spid="373790" grpId="0"/>
      <p:bldP spid="373793" grpId="0"/>
      <p:bldP spid="373794" grpId="0"/>
      <p:bldP spid="373795" grpId="0"/>
      <p:bldP spid="373796" grpId="0"/>
      <p:bldP spid="373797" grpId="0"/>
      <p:bldP spid="373798" grpId="0"/>
      <p:bldP spid="373801" grpId="0" animBg="1"/>
      <p:bldP spid="373802" grpId="0"/>
      <p:bldP spid="373803" grpId="0" animBg="1"/>
      <p:bldP spid="373812" grpId="0"/>
      <p:bldP spid="373814" grpId="0"/>
      <p:bldP spid="3738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liennummernplatzhalter 3">
            <a:extLst>
              <a:ext uri="{FF2B5EF4-FFF2-40B4-BE49-F238E27FC236}">
                <a16:creationId xmlns:a16="http://schemas.microsoft.com/office/drawing/2014/main" id="{0FC6F1E6-167B-41E9-9872-7BCFC5D04E4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42AC4CA0-2354-43C3-B76F-4CE5B834945D}" type="slidenum">
              <a:rPr lang="de-DE" altLang="de-DE" sz="1400" smtClean="0"/>
              <a:pPr>
                <a:spcBef>
                  <a:spcPct val="0"/>
                </a:spcBef>
                <a:buFontTx/>
                <a:buNone/>
              </a:pPr>
              <a:t>12</a:t>
            </a:fld>
            <a:endParaRPr lang="de-DE" altLang="de-DE" sz="1400"/>
          </a:p>
        </p:txBody>
      </p:sp>
      <p:sp>
        <p:nvSpPr>
          <p:cNvPr id="16387" name="Rectangle 3">
            <a:extLst>
              <a:ext uri="{FF2B5EF4-FFF2-40B4-BE49-F238E27FC236}">
                <a16:creationId xmlns:a16="http://schemas.microsoft.com/office/drawing/2014/main" id="{FB0F860F-2BD3-4F74-9467-2C9AA79A731E}"/>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1. Wiederholung Zeiger: * und &amp; Operator</a:t>
            </a:r>
          </a:p>
        </p:txBody>
      </p:sp>
      <p:sp>
        <p:nvSpPr>
          <p:cNvPr id="377860" name="Text Box 4">
            <a:extLst>
              <a:ext uri="{FF2B5EF4-FFF2-40B4-BE49-F238E27FC236}">
                <a16:creationId xmlns:a16="http://schemas.microsoft.com/office/drawing/2014/main" id="{5B4DEA5D-FDB8-46C4-A6B9-76A9AB923A5A}"/>
              </a:ext>
            </a:extLst>
          </p:cNvPr>
          <p:cNvSpPr txBox="1">
            <a:spLocks noChangeArrowheads="1"/>
          </p:cNvSpPr>
          <p:nvPr/>
        </p:nvSpPr>
        <p:spPr bwMode="auto">
          <a:xfrm>
            <a:off x="485775" y="3713163"/>
            <a:ext cx="357346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400" b="1" dirty="0">
                <a:latin typeface="Courier New" panose="02070309020205020404" pitchFamily="49" charset="0"/>
              </a:rPr>
              <a:t>int main()</a:t>
            </a:r>
          </a:p>
          <a:p>
            <a:pPr eaLnBrk="1" hangingPunct="1">
              <a:spcBef>
                <a:spcPct val="0"/>
              </a:spcBef>
              <a:buFontTx/>
              <a:buNone/>
            </a:pPr>
            <a:r>
              <a:rPr lang="en-US" altLang="de-DE" sz="1400" b="1" dirty="0">
                <a:latin typeface="Courier New" panose="02070309020205020404" pitchFamily="49" charset="0"/>
              </a:rPr>
              <a:t>{</a:t>
            </a:r>
          </a:p>
          <a:p>
            <a:pPr eaLnBrk="1" hangingPunct="1">
              <a:spcBef>
                <a:spcPct val="0"/>
              </a:spcBef>
              <a:buFontTx/>
              <a:buNone/>
            </a:pPr>
            <a:r>
              <a:rPr lang="en-US" altLang="de-DE" sz="1400" b="1" dirty="0">
                <a:latin typeface="Courier New" panose="02070309020205020404" pitchFamily="49" charset="0"/>
              </a:rPr>
              <a:t>   int *</a:t>
            </a:r>
            <a:r>
              <a:rPr lang="en-US" altLang="de-DE" sz="1400" b="1" dirty="0" err="1">
                <a:latin typeface="Courier New" panose="02070309020205020404" pitchFamily="49" charset="0"/>
              </a:rPr>
              <a:t>zeiger</a:t>
            </a:r>
            <a:r>
              <a:rPr lang="en-US" altLang="de-DE" sz="1400" b="1" dirty="0">
                <a:latin typeface="Courier New" panose="02070309020205020404" pitchFamily="49" charset="0"/>
              </a:rPr>
              <a:t>;</a:t>
            </a:r>
          </a:p>
          <a:p>
            <a:pPr eaLnBrk="1" hangingPunct="1">
              <a:spcBef>
                <a:spcPct val="0"/>
              </a:spcBef>
              <a:buFontTx/>
              <a:buNone/>
            </a:pPr>
            <a:r>
              <a:rPr lang="en-US" altLang="de-DE" sz="1400" b="1" dirty="0">
                <a:latin typeface="Courier New" panose="02070309020205020404" pitchFamily="49" charset="0"/>
              </a:rPr>
              <a:t>   int a;</a:t>
            </a:r>
          </a:p>
          <a:p>
            <a:pPr eaLnBrk="1" hangingPunct="1">
              <a:spcBef>
                <a:spcPct val="0"/>
              </a:spcBef>
              <a:buFontTx/>
              <a:buNone/>
            </a:pPr>
            <a:r>
              <a:rPr lang="en-US" altLang="de-DE" sz="1400" b="1" dirty="0">
                <a:latin typeface="Courier New" panose="02070309020205020404" pitchFamily="49" charset="0"/>
              </a:rPr>
              <a:t>   </a:t>
            </a:r>
            <a:r>
              <a:rPr lang="en-US" altLang="de-DE" sz="1400" b="1" dirty="0" err="1">
                <a:latin typeface="Courier New" panose="02070309020205020404" pitchFamily="49" charset="0"/>
              </a:rPr>
              <a:t>zeiger</a:t>
            </a:r>
            <a:r>
              <a:rPr lang="en-US" altLang="de-DE" sz="1400" b="1" dirty="0">
                <a:latin typeface="Courier New" panose="02070309020205020404" pitchFamily="49" charset="0"/>
              </a:rPr>
              <a:t>=&amp;a;</a:t>
            </a:r>
          </a:p>
          <a:p>
            <a:pPr eaLnBrk="1" hangingPunct="1">
              <a:spcBef>
                <a:spcPct val="0"/>
              </a:spcBef>
              <a:buFontTx/>
              <a:buNone/>
            </a:pPr>
            <a:r>
              <a:rPr lang="en-US" altLang="de-DE" sz="1400" b="1" dirty="0">
                <a:latin typeface="Courier New" panose="02070309020205020404" pitchFamily="49" charset="0"/>
              </a:rPr>
              <a:t>   a=6;</a:t>
            </a:r>
          </a:p>
          <a:p>
            <a:pPr eaLnBrk="1" hangingPunct="1">
              <a:spcBef>
                <a:spcPct val="0"/>
              </a:spcBef>
              <a:buFontTx/>
              <a:buNone/>
            </a:pPr>
            <a:r>
              <a:rPr lang="en-US" altLang="de-DE" sz="1400" b="1" dirty="0">
                <a:latin typeface="Courier New" panose="02070309020205020404" pitchFamily="49" charset="0"/>
              </a:rPr>
              <a:t>   *</a:t>
            </a:r>
            <a:r>
              <a:rPr lang="en-US" altLang="de-DE" sz="1400" b="1" dirty="0" err="1">
                <a:latin typeface="Courier New" panose="02070309020205020404" pitchFamily="49" charset="0"/>
              </a:rPr>
              <a:t>zeiger</a:t>
            </a:r>
            <a:r>
              <a:rPr lang="en-US" altLang="de-DE" sz="1400" b="1" dirty="0">
                <a:latin typeface="Courier New" panose="02070309020205020404" pitchFamily="49" charset="0"/>
              </a:rPr>
              <a:t>=7;</a:t>
            </a:r>
          </a:p>
          <a:p>
            <a:pPr eaLnBrk="1" hangingPunct="1">
              <a:spcBef>
                <a:spcPct val="0"/>
              </a:spcBef>
              <a:buFontTx/>
              <a:buNone/>
            </a:pPr>
            <a:r>
              <a:rPr lang="en-US" altLang="de-DE" sz="1400" b="1" dirty="0">
                <a:latin typeface="Courier New" panose="02070309020205020404" pitchFamily="49" charset="0"/>
              </a:rPr>
              <a:t>   </a:t>
            </a:r>
            <a:r>
              <a:rPr lang="en-US" altLang="de-DE" sz="1400" b="1" dirty="0" err="1">
                <a:latin typeface="Courier New" panose="02070309020205020404" pitchFamily="49" charset="0"/>
              </a:rPr>
              <a:t>printf</a:t>
            </a:r>
            <a:r>
              <a:rPr lang="en-US" altLang="de-DE" sz="1400" b="1" dirty="0">
                <a:latin typeface="Courier New" panose="02070309020205020404" pitchFamily="49" charset="0"/>
              </a:rPr>
              <a:t>("a = %</a:t>
            </a:r>
            <a:r>
              <a:rPr lang="en-US" altLang="de-DE" sz="1400" b="1" dirty="0" err="1">
                <a:latin typeface="Courier New" panose="02070309020205020404" pitchFamily="49" charset="0"/>
              </a:rPr>
              <a:t>i</a:t>
            </a:r>
            <a:r>
              <a:rPr lang="en-US" altLang="de-DE" sz="1400" b="1" dirty="0">
                <a:latin typeface="Courier New" panose="02070309020205020404" pitchFamily="49" charset="0"/>
              </a:rPr>
              <a:t>",a);</a:t>
            </a:r>
          </a:p>
          <a:p>
            <a:pPr eaLnBrk="1" hangingPunct="1">
              <a:spcBef>
                <a:spcPct val="0"/>
              </a:spcBef>
              <a:buFontTx/>
              <a:buNone/>
            </a:pPr>
            <a:r>
              <a:rPr lang="en-US" altLang="de-DE" sz="1400" b="1" dirty="0">
                <a:latin typeface="Courier New" panose="02070309020205020404" pitchFamily="49" charset="0"/>
              </a:rPr>
              <a:t>   return 0;</a:t>
            </a:r>
          </a:p>
          <a:p>
            <a:pPr eaLnBrk="1" hangingPunct="1">
              <a:spcBef>
                <a:spcPct val="0"/>
              </a:spcBef>
              <a:buFontTx/>
              <a:buNone/>
            </a:pPr>
            <a:r>
              <a:rPr lang="de-DE" altLang="de-DE" sz="1400" b="1" dirty="0">
                <a:latin typeface="Courier New" panose="02070309020205020404" pitchFamily="49" charset="0"/>
              </a:rPr>
              <a:t>}</a:t>
            </a:r>
            <a:r>
              <a:rPr lang="de-DE" altLang="de-DE" sz="1800" b="1" dirty="0">
                <a:latin typeface="Courier New" panose="02070309020205020404" pitchFamily="49" charset="0"/>
              </a:rPr>
              <a:t>		</a:t>
            </a:r>
          </a:p>
        </p:txBody>
      </p:sp>
      <p:sp>
        <p:nvSpPr>
          <p:cNvPr id="377871" name="Text Box 15">
            <a:extLst>
              <a:ext uri="{FF2B5EF4-FFF2-40B4-BE49-F238E27FC236}">
                <a16:creationId xmlns:a16="http://schemas.microsoft.com/office/drawing/2014/main" id="{2A32809D-AC7E-4273-A8BA-BF088DBF4F44}"/>
              </a:ext>
            </a:extLst>
          </p:cNvPr>
          <p:cNvSpPr txBox="1">
            <a:spLocks noChangeArrowheads="1"/>
          </p:cNvSpPr>
          <p:nvPr/>
        </p:nvSpPr>
        <p:spPr bwMode="auto">
          <a:xfrm>
            <a:off x="520700" y="993775"/>
            <a:ext cx="82438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dirty="0">
                <a:latin typeface="Calibri" panose="020F0502020204030204" pitchFamily="34" charset="0"/>
                <a:cs typeface="Calibri" panose="020F0502020204030204" pitchFamily="34" charset="0"/>
              </a:rPr>
              <a:t>Mit </a:t>
            </a:r>
            <a:r>
              <a:rPr lang="de-DE" altLang="de-DE">
                <a:latin typeface="Calibri" panose="020F0502020204030204" pitchFamily="34" charset="0"/>
                <a:cs typeface="Calibri" panose="020F0502020204030204" pitchFamily="34" charset="0"/>
              </a:rPr>
              <a:t>dem *-Operator </a:t>
            </a:r>
            <a:r>
              <a:rPr lang="de-DE" altLang="de-DE" dirty="0">
                <a:latin typeface="Calibri" panose="020F0502020204030204" pitchFamily="34" charset="0"/>
                <a:cs typeface="Calibri" panose="020F0502020204030204" pitchFamily="34" charset="0"/>
              </a:rPr>
              <a:t>kann man den Inhalt der Adresse, auf die ein Zeiger zeigt, abfragen. Diesen Operator nennt man </a:t>
            </a:r>
            <a:r>
              <a:rPr lang="de-DE" altLang="de-DE" i="1" dirty="0" err="1">
                <a:latin typeface="Calibri" panose="020F0502020204030204" pitchFamily="34" charset="0"/>
                <a:cs typeface="Calibri" panose="020F0502020204030204" pitchFamily="34" charset="0"/>
              </a:rPr>
              <a:t>Dereferenzierungsoperator</a:t>
            </a:r>
            <a:r>
              <a:rPr lang="de-DE" altLang="de-DE" dirty="0">
                <a:latin typeface="Calibri" panose="020F0502020204030204" pitchFamily="34" charset="0"/>
                <a:cs typeface="Calibri" panose="020F0502020204030204" pitchFamily="34" charset="0"/>
              </a:rPr>
              <a:t>.</a:t>
            </a:r>
          </a:p>
        </p:txBody>
      </p:sp>
      <p:sp>
        <p:nvSpPr>
          <p:cNvPr id="377872" name="Text Box 16">
            <a:extLst>
              <a:ext uri="{FF2B5EF4-FFF2-40B4-BE49-F238E27FC236}">
                <a16:creationId xmlns:a16="http://schemas.microsoft.com/office/drawing/2014/main" id="{7E99A37A-2A54-47A8-BE71-FEE0530DBA15}"/>
              </a:ext>
            </a:extLst>
          </p:cNvPr>
          <p:cNvSpPr txBox="1">
            <a:spLocks noChangeArrowheads="1"/>
          </p:cNvSpPr>
          <p:nvPr/>
        </p:nvSpPr>
        <p:spPr bwMode="auto">
          <a:xfrm>
            <a:off x="517525" y="1851025"/>
            <a:ext cx="82438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dirty="0">
                <a:latin typeface="Calibri" panose="020F0502020204030204" pitchFamily="34" charset="0"/>
                <a:cs typeface="Calibri" panose="020F0502020204030204" pitchFamily="34" charset="0"/>
              </a:rPr>
              <a:t>Mit dem &amp;-Operator kann man die Adresse einer Variablen abfragen.</a:t>
            </a:r>
          </a:p>
        </p:txBody>
      </p:sp>
      <p:sp>
        <p:nvSpPr>
          <p:cNvPr id="377874" name="Text Box 18">
            <a:extLst>
              <a:ext uri="{FF2B5EF4-FFF2-40B4-BE49-F238E27FC236}">
                <a16:creationId xmlns:a16="http://schemas.microsoft.com/office/drawing/2014/main" id="{4FBBDD8C-AC09-4613-AC5F-8E69806E1229}"/>
              </a:ext>
            </a:extLst>
          </p:cNvPr>
          <p:cNvSpPr txBox="1">
            <a:spLocks noChangeArrowheads="1"/>
          </p:cNvSpPr>
          <p:nvPr/>
        </p:nvSpPr>
        <p:spPr bwMode="auto">
          <a:xfrm>
            <a:off x="547688" y="2439988"/>
            <a:ext cx="36877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dirty="0">
                <a:latin typeface="Calibri" panose="020F0502020204030204" pitchFamily="34" charset="0"/>
                <a:cs typeface="Calibri" panose="020F0502020204030204" pitchFamily="34" charset="0"/>
              </a:rPr>
              <a:t>* und &amp; heben sich auf:</a:t>
            </a:r>
            <a:r>
              <a:rPr lang="de-DE" altLang="de-DE" dirty="0"/>
              <a:t> </a:t>
            </a:r>
            <a:r>
              <a:rPr lang="de-DE" altLang="de-DE" b="1" dirty="0">
                <a:latin typeface="Courier New" panose="02070309020205020404" pitchFamily="49" charset="0"/>
              </a:rPr>
              <a:t>*&amp;wert=wert</a:t>
            </a:r>
          </a:p>
        </p:txBody>
      </p:sp>
      <p:sp>
        <p:nvSpPr>
          <p:cNvPr id="377875" name="Rectangle 19">
            <a:extLst>
              <a:ext uri="{FF2B5EF4-FFF2-40B4-BE49-F238E27FC236}">
                <a16:creationId xmlns:a16="http://schemas.microsoft.com/office/drawing/2014/main" id="{E9B75D9D-9719-4838-83F5-4F77C29EE9E6}"/>
              </a:ext>
            </a:extLst>
          </p:cNvPr>
          <p:cNvSpPr>
            <a:spLocks noChangeArrowheads="1"/>
          </p:cNvSpPr>
          <p:nvPr/>
        </p:nvSpPr>
        <p:spPr bwMode="auto">
          <a:xfrm>
            <a:off x="7061200" y="2606675"/>
            <a:ext cx="503238" cy="3409950"/>
          </a:xfrm>
          <a:prstGeom prst="rect">
            <a:avLst/>
          </a:prstGeom>
          <a:solidFill>
            <a:srgbClr val="C0C0C0"/>
          </a:solid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endParaRPr lang="de-DE" altLang="de-DE" sz="1800"/>
          </a:p>
        </p:txBody>
      </p:sp>
      <p:sp>
        <p:nvSpPr>
          <p:cNvPr id="377876" name="Line 20">
            <a:extLst>
              <a:ext uri="{FF2B5EF4-FFF2-40B4-BE49-F238E27FC236}">
                <a16:creationId xmlns:a16="http://schemas.microsoft.com/office/drawing/2014/main" id="{11B5E124-2F13-4613-8694-77B332DBB05C}"/>
              </a:ext>
            </a:extLst>
          </p:cNvPr>
          <p:cNvSpPr>
            <a:spLocks noChangeShapeType="1"/>
          </p:cNvSpPr>
          <p:nvPr/>
        </p:nvSpPr>
        <p:spPr bwMode="auto">
          <a:xfrm>
            <a:off x="7059613" y="2981325"/>
            <a:ext cx="511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77878" name="Line 22">
            <a:extLst>
              <a:ext uri="{FF2B5EF4-FFF2-40B4-BE49-F238E27FC236}">
                <a16:creationId xmlns:a16="http://schemas.microsoft.com/office/drawing/2014/main" id="{B665DB04-FCA0-4116-8E04-9E67ACE7B44B}"/>
              </a:ext>
            </a:extLst>
          </p:cNvPr>
          <p:cNvSpPr>
            <a:spLocks noChangeShapeType="1"/>
          </p:cNvSpPr>
          <p:nvPr/>
        </p:nvSpPr>
        <p:spPr bwMode="auto">
          <a:xfrm>
            <a:off x="7065963" y="3435350"/>
            <a:ext cx="492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77879" name="Line 23">
            <a:extLst>
              <a:ext uri="{FF2B5EF4-FFF2-40B4-BE49-F238E27FC236}">
                <a16:creationId xmlns:a16="http://schemas.microsoft.com/office/drawing/2014/main" id="{EA0C5F7A-C8C0-49E2-A85F-0849BE4B812D}"/>
              </a:ext>
            </a:extLst>
          </p:cNvPr>
          <p:cNvSpPr>
            <a:spLocks noChangeShapeType="1"/>
          </p:cNvSpPr>
          <p:nvPr/>
        </p:nvSpPr>
        <p:spPr bwMode="auto">
          <a:xfrm>
            <a:off x="7064375" y="4286250"/>
            <a:ext cx="5032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77880" name="Line 24">
            <a:extLst>
              <a:ext uri="{FF2B5EF4-FFF2-40B4-BE49-F238E27FC236}">
                <a16:creationId xmlns:a16="http://schemas.microsoft.com/office/drawing/2014/main" id="{537FAD22-A9F8-43A2-B460-10521313CA68}"/>
              </a:ext>
            </a:extLst>
          </p:cNvPr>
          <p:cNvSpPr>
            <a:spLocks noChangeShapeType="1"/>
          </p:cNvSpPr>
          <p:nvPr/>
        </p:nvSpPr>
        <p:spPr bwMode="auto">
          <a:xfrm flipV="1">
            <a:off x="7070725" y="4710113"/>
            <a:ext cx="484188"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77881" name="Line 25">
            <a:extLst>
              <a:ext uri="{FF2B5EF4-FFF2-40B4-BE49-F238E27FC236}">
                <a16:creationId xmlns:a16="http://schemas.microsoft.com/office/drawing/2014/main" id="{FBFEF81C-AE9C-4E67-8DA7-6F75EFC78AEC}"/>
              </a:ext>
            </a:extLst>
          </p:cNvPr>
          <p:cNvSpPr>
            <a:spLocks noChangeShapeType="1"/>
          </p:cNvSpPr>
          <p:nvPr/>
        </p:nvSpPr>
        <p:spPr bwMode="auto">
          <a:xfrm>
            <a:off x="7077075" y="5173663"/>
            <a:ext cx="4841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77882" name="Line 26">
            <a:extLst>
              <a:ext uri="{FF2B5EF4-FFF2-40B4-BE49-F238E27FC236}">
                <a16:creationId xmlns:a16="http://schemas.microsoft.com/office/drawing/2014/main" id="{88EA4FF0-113C-43B7-8DFE-3F34CF551551}"/>
              </a:ext>
            </a:extLst>
          </p:cNvPr>
          <p:cNvSpPr>
            <a:spLocks noChangeShapeType="1"/>
          </p:cNvSpPr>
          <p:nvPr/>
        </p:nvSpPr>
        <p:spPr bwMode="auto">
          <a:xfrm>
            <a:off x="7062788" y="5564188"/>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77883" name="Line 27">
            <a:extLst>
              <a:ext uri="{FF2B5EF4-FFF2-40B4-BE49-F238E27FC236}">
                <a16:creationId xmlns:a16="http://schemas.microsoft.com/office/drawing/2014/main" id="{AEA6B37D-E57A-4D8B-9949-E86CAF6D1041}"/>
              </a:ext>
            </a:extLst>
          </p:cNvPr>
          <p:cNvSpPr>
            <a:spLocks noChangeShapeType="1"/>
          </p:cNvSpPr>
          <p:nvPr/>
        </p:nvSpPr>
        <p:spPr bwMode="auto">
          <a:xfrm flipV="1">
            <a:off x="2185988" y="2862263"/>
            <a:ext cx="4625975" cy="14255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377884" name="Line 28">
            <a:extLst>
              <a:ext uri="{FF2B5EF4-FFF2-40B4-BE49-F238E27FC236}">
                <a16:creationId xmlns:a16="http://schemas.microsoft.com/office/drawing/2014/main" id="{6FCD3C78-5BC5-46FF-AC19-C476BBDCA457}"/>
              </a:ext>
            </a:extLst>
          </p:cNvPr>
          <p:cNvSpPr>
            <a:spLocks noChangeShapeType="1"/>
          </p:cNvSpPr>
          <p:nvPr/>
        </p:nvSpPr>
        <p:spPr bwMode="auto">
          <a:xfrm flipV="1">
            <a:off x="1581150" y="3225800"/>
            <a:ext cx="5281613" cy="1308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377885" name="Text Box 29">
            <a:extLst>
              <a:ext uri="{FF2B5EF4-FFF2-40B4-BE49-F238E27FC236}">
                <a16:creationId xmlns:a16="http://schemas.microsoft.com/office/drawing/2014/main" id="{871B4AE0-5AEC-4ED3-818B-1ACA63EC5AC6}"/>
              </a:ext>
            </a:extLst>
          </p:cNvPr>
          <p:cNvSpPr txBox="1">
            <a:spLocks noChangeArrowheads="1"/>
          </p:cNvSpPr>
          <p:nvPr/>
        </p:nvSpPr>
        <p:spPr bwMode="auto">
          <a:xfrm>
            <a:off x="7526339" y="2656886"/>
            <a:ext cx="9604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200" b="1" dirty="0"/>
              <a:t>Adresse: 1</a:t>
            </a:r>
          </a:p>
        </p:txBody>
      </p:sp>
      <p:sp>
        <p:nvSpPr>
          <p:cNvPr id="377886" name="Text Box 30">
            <a:extLst>
              <a:ext uri="{FF2B5EF4-FFF2-40B4-BE49-F238E27FC236}">
                <a16:creationId xmlns:a16="http://schemas.microsoft.com/office/drawing/2014/main" id="{7AE6B7BA-9781-4034-A41C-42A56D714C31}"/>
              </a:ext>
            </a:extLst>
          </p:cNvPr>
          <p:cNvSpPr txBox="1">
            <a:spLocks noChangeArrowheads="1"/>
          </p:cNvSpPr>
          <p:nvPr/>
        </p:nvSpPr>
        <p:spPr bwMode="auto">
          <a:xfrm>
            <a:off x="7526338" y="3056252"/>
            <a:ext cx="9604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200" b="1" dirty="0"/>
              <a:t>Adresse: 2</a:t>
            </a:r>
          </a:p>
        </p:txBody>
      </p:sp>
      <p:sp>
        <p:nvSpPr>
          <p:cNvPr id="377890" name="Text Box 34">
            <a:extLst>
              <a:ext uri="{FF2B5EF4-FFF2-40B4-BE49-F238E27FC236}">
                <a16:creationId xmlns:a16="http://schemas.microsoft.com/office/drawing/2014/main" id="{0784DA22-AD75-456C-B766-43FBAFB372B1}"/>
              </a:ext>
            </a:extLst>
          </p:cNvPr>
          <p:cNvSpPr txBox="1">
            <a:spLocks noChangeArrowheads="1"/>
          </p:cNvSpPr>
          <p:nvPr/>
        </p:nvSpPr>
        <p:spPr bwMode="auto">
          <a:xfrm>
            <a:off x="7159625" y="26114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t>2</a:t>
            </a:r>
          </a:p>
        </p:txBody>
      </p:sp>
      <p:sp>
        <p:nvSpPr>
          <p:cNvPr id="377891" name="Text Box 35">
            <a:extLst>
              <a:ext uri="{FF2B5EF4-FFF2-40B4-BE49-F238E27FC236}">
                <a16:creationId xmlns:a16="http://schemas.microsoft.com/office/drawing/2014/main" id="{60B71959-7387-4759-8A62-FDFB711F8012}"/>
              </a:ext>
            </a:extLst>
          </p:cNvPr>
          <p:cNvSpPr txBox="1">
            <a:spLocks noChangeArrowheads="1"/>
          </p:cNvSpPr>
          <p:nvPr/>
        </p:nvSpPr>
        <p:spPr bwMode="auto">
          <a:xfrm>
            <a:off x="3368675" y="5111750"/>
            <a:ext cx="13255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a:t>//Ausgabe: 7</a:t>
            </a:r>
          </a:p>
        </p:txBody>
      </p:sp>
      <p:sp>
        <p:nvSpPr>
          <p:cNvPr id="377892" name="Line 36">
            <a:extLst>
              <a:ext uri="{FF2B5EF4-FFF2-40B4-BE49-F238E27FC236}">
                <a16:creationId xmlns:a16="http://schemas.microsoft.com/office/drawing/2014/main" id="{8E793646-FF59-4C71-960D-AB918701AFB7}"/>
              </a:ext>
            </a:extLst>
          </p:cNvPr>
          <p:cNvSpPr>
            <a:spLocks noChangeShapeType="1"/>
          </p:cNvSpPr>
          <p:nvPr/>
        </p:nvSpPr>
        <p:spPr bwMode="auto">
          <a:xfrm flipV="1">
            <a:off x="1966913" y="2857500"/>
            <a:ext cx="5211762" cy="1854200"/>
          </a:xfrm>
          <a:prstGeom prst="line">
            <a:avLst/>
          </a:prstGeom>
          <a:noFill/>
          <a:ln w="28575"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377893" name="Line 37">
            <a:extLst>
              <a:ext uri="{FF2B5EF4-FFF2-40B4-BE49-F238E27FC236}">
                <a16:creationId xmlns:a16="http://schemas.microsoft.com/office/drawing/2014/main" id="{EC338B2C-0733-465A-B437-570F17EFB032}"/>
              </a:ext>
            </a:extLst>
          </p:cNvPr>
          <p:cNvSpPr>
            <a:spLocks noChangeShapeType="1"/>
          </p:cNvSpPr>
          <p:nvPr/>
        </p:nvSpPr>
        <p:spPr bwMode="auto">
          <a:xfrm flipV="1">
            <a:off x="1336675" y="3263900"/>
            <a:ext cx="5905500" cy="17192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377894" name="Text Box 38">
            <a:extLst>
              <a:ext uri="{FF2B5EF4-FFF2-40B4-BE49-F238E27FC236}">
                <a16:creationId xmlns:a16="http://schemas.microsoft.com/office/drawing/2014/main" id="{84E563DD-A5BB-435C-8B6E-92329CF9C9D7}"/>
              </a:ext>
            </a:extLst>
          </p:cNvPr>
          <p:cNvSpPr txBox="1">
            <a:spLocks noChangeArrowheads="1"/>
          </p:cNvSpPr>
          <p:nvPr/>
        </p:nvSpPr>
        <p:spPr bwMode="auto">
          <a:xfrm>
            <a:off x="7185025" y="30083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6</a:t>
            </a:r>
          </a:p>
        </p:txBody>
      </p:sp>
      <p:sp>
        <p:nvSpPr>
          <p:cNvPr id="6169" name="Text Box 25">
            <a:extLst>
              <a:ext uri="{FF2B5EF4-FFF2-40B4-BE49-F238E27FC236}">
                <a16:creationId xmlns:a16="http://schemas.microsoft.com/office/drawing/2014/main" id="{0A890AC6-06C8-424D-9AFE-B60CA5A18012}"/>
              </a:ext>
            </a:extLst>
          </p:cNvPr>
          <p:cNvSpPr txBox="1">
            <a:spLocks noChangeArrowheads="1"/>
          </p:cNvSpPr>
          <p:nvPr/>
        </p:nvSpPr>
        <p:spPr bwMode="auto">
          <a:xfrm>
            <a:off x="6397625" y="2640013"/>
            <a:ext cx="6667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zeiger</a:t>
            </a:r>
          </a:p>
        </p:txBody>
      </p:sp>
      <p:sp>
        <p:nvSpPr>
          <p:cNvPr id="6170" name="Text Box 26">
            <a:extLst>
              <a:ext uri="{FF2B5EF4-FFF2-40B4-BE49-F238E27FC236}">
                <a16:creationId xmlns:a16="http://schemas.microsoft.com/office/drawing/2014/main" id="{2C057FDA-9D90-4470-9EF5-5D1C819DF11A}"/>
              </a:ext>
            </a:extLst>
          </p:cNvPr>
          <p:cNvSpPr txBox="1">
            <a:spLocks noChangeArrowheads="1"/>
          </p:cNvSpPr>
          <p:nvPr/>
        </p:nvSpPr>
        <p:spPr bwMode="auto">
          <a:xfrm>
            <a:off x="6765925" y="3033713"/>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a</a:t>
            </a:r>
          </a:p>
        </p:txBody>
      </p:sp>
      <p:sp>
        <p:nvSpPr>
          <p:cNvPr id="2" name="Textfeld 1">
            <a:extLst>
              <a:ext uri="{FF2B5EF4-FFF2-40B4-BE49-F238E27FC236}">
                <a16:creationId xmlns:a16="http://schemas.microsoft.com/office/drawing/2014/main" id="{6B9514C1-72FD-4079-A106-C576E44A0E15}"/>
              </a:ext>
            </a:extLst>
          </p:cNvPr>
          <p:cNvSpPr txBox="1"/>
          <p:nvPr/>
        </p:nvSpPr>
        <p:spPr>
          <a:xfrm>
            <a:off x="7620000" y="1600815"/>
            <a:ext cx="1290638" cy="861774"/>
          </a:xfrm>
          <a:prstGeom prst="rect">
            <a:avLst/>
          </a:prstGeom>
          <a:noFill/>
        </p:spPr>
        <p:txBody>
          <a:bodyPr wrap="square" rtlCol="0">
            <a:spAutoFit/>
          </a:bodyPr>
          <a:lstStyle/>
          <a:p>
            <a:r>
              <a:rPr lang="de-DE" sz="1000" b="1" dirty="0"/>
              <a:t>Achtung</a:t>
            </a:r>
            <a:r>
              <a:rPr lang="de-DE" sz="1000" dirty="0"/>
              <a:t>: Das sind Beispiele für Adressen, die der Rechner vergeben könnte.</a:t>
            </a:r>
          </a:p>
        </p:txBody>
      </p:sp>
      <p:sp>
        <p:nvSpPr>
          <p:cNvPr id="27" name="Line 27">
            <a:extLst>
              <a:ext uri="{FF2B5EF4-FFF2-40B4-BE49-F238E27FC236}">
                <a16:creationId xmlns:a16="http://schemas.microsoft.com/office/drawing/2014/main" id="{CF6E4376-3F0C-473A-9432-198AADBA66CB}"/>
              </a:ext>
            </a:extLst>
          </p:cNvPr>
          <p:cNvSpPr>
            <a:spLocks noChangeShapeType="1"/>
          </p:cNvSpPr>
          <p:nvPr/>
        </p:nvSpPr>
        <p:spPr bwMode="auto">
          <a:xfrm flipH="1">
            <a:off x="8228012" y="2276475"/>
            <a:ext cx="120857" cy="41471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3" name="Rechteck 2">
            <a:extLst>
              <a:ext uri="{FF2B5EF4-FFF2-40B4-BE49-F238E27FC236}">
                <a16:creationId xmlns:a16="http://schemas.microsoft.com/office/drawing/2014/main" id="{C03B051E-A0AE-43E4-A955-4B496F8C4554}"/>
              </a:ext>
            </a:extLst>
          </p:cNvPr>
          <p:cNvSpPr/>
          <p:nvPr/>
        </p:nvSpPr>
        <p:spPr>
          <a:xfrm>
            <a:off x="3303592" y="5795962"/>
            <a:ext cx="2561920" cy="307777"/>
          </a:xfrm>
          <a:prstGeom prst="rect">
            <a:avLst/>
          </a:prstGeom>
        </p:spPr>
        <p:txBody>
          <a:bodyPr wrap="none">
            <a:spAutoFit/>
          </a:bodyPr>
          <a:lstStyle/>
          <a:p>
            <a:r>
              <a:rPr lang="de-DE" sz="1400" dirty="0">
                <a:latin typeface="Roboto"/>
                <a:hlinkClick r:id="rId3"/>
              </a:rPr>
              <a:t>https://youtu.be/-2W_CU-0-rQ</a:t>
            </a:r>
            <a:endParaRPr lang="de-DE" sz="1400" dirty="0"/>
          </a:p>
        </p:txBody>
      </p:sp>
      <p:pic>
        <p:nvPicPr>
          <p:cNvPr id="30" name="Grafik 29">
            <a:extLst>
              <a:ext uri="{FF2B5EF4-FFF2-40B4-BE49-F238E27FC236}">
                <a16:creationId xmlns:a16="http://schemas.microsoft.com/office/drawing/2014/main" id="{43151C79-AD8B-43DD-8BB4-E70AEB524BBF}"/>
              </a:ext>
            </a:extLst>
          </p:cNvPr>
          <p:cNvPicPr>
            <a:picLocks noChangeAspect="1"/>
          </p:cNvPicPr>
          <p:nvPr/>
        </p:nvPicPr>
        <p:blipFill>
          <a:blip r:embed="rId4"/>
          <a:stretch>
            <a:fillRect/>
          </a:stretch>
        </p:blipFill>
        <p:spPr>
          <a:xfrm>
            <a:off x="2796575" y="5701594"/>
            <a:ext cx="507017" cy="4363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787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787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787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786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787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7787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787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787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7788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7788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7788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7788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16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77885"/>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377884"/>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17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77886"/>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377892"/>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77890"/>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377893"/>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77894"/>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1" nodeType="clickEffect">
                                  <p:stCondLst>
                                    <p:cond delay="0"/>
                                  </p:stCondLst>
                                  <p:childTnLst>
                                    <p:set>
                                      <p:cBhvr>
                                        <p:cTn id="78" dur="1" fill="hold">
                                          <p:stCondLst>
                                            <p:cond delay="0"/>
                                          </p:stCondLst>
                                        </p:cTn>
                                        <p:tgtEl>
                                          <p:spTgt spid="377890"/>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7789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0" grpId="0"/>
      <p:bldP spid="377871" grpId="0"/>
      <p:bldP spid="377872" grpId="0"/>
      <p:bldP spid="377874" grpId="0"/>
      <p:bldP spid="377875" grpId="0" animBg="1"/>
      <p:bldP spid="377885" grpId="0"/>
      <p:bldP spid="377886" grpId="0"/>
      <p:bldP spid="377890" grpId="0"/>
      <p:bldP spid="377890" grpId="1"/>
      <p:bldP spid="377891" grpId="0"/>
      <p:bldP spid="377894" grpId="0"/>
      <p:bldP spid="6169" grpId="0"/>
      <p:bldP spid="617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liennummernplatzhalter 3">
            <a:extLst>
              <a:ext uri="{FF2B5EF4-FFF2-40B4-BE49-F238E27FC236}">
                <a16:creationId xmlns:a16="http://schemas.microsoft.com/office/drawing/2014/main" id="{BC726C24-643B-4C86-A55D-F0FDD336333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98970594-E320-4821-B3F0-AEA98CECE8AC}" type="slidenum">
              <a:rPr lang="de-DE" altLang="de-DE" sz="1400" smtClean="0"/>
              <a:pPr>
                <a:spcBef>
                  <a:spcPct val="0"/>
                </a:spcBef>
                <a:buFontTx/>
                <a:buNone/>
              </a:pPr>
              <a:t>13</a:t>
            </a:fld>
            <a:endParaRPr lang="de-DE" altLang="de-DE" sz="1400"/>
          </a:p>
        </p:txBody>
      </p:sp>
      <p:sp>
        <p:nvSpPr>
          <p:cNvPr id="18435" name="Rectangle 2">
            <a:extLst>
              <a:ext uri="{FF2B5EF4-FFF2-40B4-BE49-F238E27FC236}">
                <a16:creationId xmlns:a16="http://schemas.microsoft.com/office/drawing/2014/main" id="{30188AD9-E7F9-416F-8090-8A2A5DA47924}"/>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1. Wiederholung Felder</a:t>
            </a:r>
          </a:p>
        </p:txBody>
      </p:sp>
      <p:grpSp>
        <p:nvGrpSpPr>
          <p:cNvPr id="18436" name="Group 3">
            <a:extLst>
              <a:ext uri="{FF2B5EF4-FFF2-40B4-BE49-F238E27FC236}">
                <a16:creationId xmlns:a16="http://schemas.microsoft.com/office/drawing/2014/main" id="{D5CBA040-A3D2-4D53-A646-786B57D97924}"/>
              </a:ext>
            </a:extLst>
          </p:cNvPr>
          <p:cNvGrpSpPr>
            <a:grpSpLocks/>
          </p:cNvGrpSpPr>
          <p:nvPr/>
        </p:nvGrpSpPr>
        <p:grpSpPr bwMode="auto">
          <a:xfrm>
            <a:off x="2336799" y="2603500"/>
            <a:ext cx="1374775" cy="1022350"/>
            <a:chOff x="2013" y="2196"/>
            <a:chExt cx="820" cy="644"/>
          </a:xfrm>
          <a:solidFill>
            <a:srgbClr val="FFCCCC"/>
          </a:solidFill>
        </p:grpSpPr>
        <p:sp>
          <p:nvSpPr>
            <p:cNvPr id="18474" name="Rectangle 4">
              <a:extLst>
                <a:ext uri="{FF2B5EF4-FFF2-40B4-BE49-F238E27FC236}">
                  <a16:creationId xmlns:a16="http://schemas.microsoft.com/office/drawing/2014/main" id="{799973A7-850E-42CE-8157-EA692B042D90}"/>
                </a:ext>
              </a:extLst>
            </p:cNvPr>
            <p:cNvSpPr>
              <a:spLocks noChangeArrowheads="1"/>
            </p:cNvSpPr>
            <p:nvPr/>
          </p:nvSpPr>
          <p:spPr bwMode="auto">
            <a:xfrm>
              <a:off x="2013" y="2215"/>
              <a:ext cx="820" cy="62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18475" name="Group 5">
              <a:extLst>
                <a:ext uri="{FF2B5EF4-FFF2-40B4-BE49-F238E27FC236}">
                  <a16:creationId xmlns:a16="http://schemas.microsoft.com/office/drawing/2014/main" id="{0BAA1F5F-C082-4CC1-A29C-93FCB16C19A8}"/>
                </a:ext>
              </a:extLst>
            </p:cNvPr>
            <p:cNvGrpSpPr>
              <a:grpSpLocks/>
            </p:cNvGrpSpPr>
            <p:nvPr/>
          </p:nvGrpSpPr>
          <p:grpSpPr bwMode="auto">
            <a:xfrm>
              <a:off x="2013" y="2196"/>
              <a:ext cx="820" cy="194"/>
              <a:chOff x="2695" y="2851"/>
              <a:chExt cx="820" cy="194"/>
            </a:xfrm>
            <a:grpFill/>
          </p:grpSpPr>
          <p:sp>
            <p:nvSpPr>
              <p:cNvPr id="18477" name="Rectangle 6">
                <a:extLst>
                  <a:ext uri="{FF2B5EF4-FFF2-40B4-BE49-F238E27FC236}">
                    <a16:creationId xmlns:a16="http://schemas.microsoft.com/office/drawing/2014/main" id="{0455B8F4-D719-462A-848B-AFDF3F530F79}"/>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8478" name="Text Box 7">
                <a:extLst>
                  <a:ext uri="{FF2B5EF4-FFF2-40B4-BE49-F238E27FC236}">
                    <a16:creationId xmlns:a16="http://schemas.microsoft.com/office/drawing/2014/main" id="{EEEC19D2-147A-4166-9C57-C7E126C096A9}"/>
                  </a:ext>
                </a:extLst>
              </p:cNvPr>
              <p:cNvSpPr txBox="1">
                <a:spLocks noChangeArrowheads="1"/>
              </p:cNvSpPr>
              <p:nvPr/>
            </p:nvSpPr>
            <p:spPr bwMode="auto">
              <a:xfrm>
                <a:off x="2881" y="2851"/>
                <a:ext cx="492" cy="1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123457</a:t>
                </a:r>
              </a:p>
            </p:txBody>
          </p:sp>
        </p:grpSp>
        <p:sp>
          <p:nvSpPr>
            <p:cNvPr id="18476" name="Text Box 8">
              <a:extLst>
                <a:ext uri="{FF2B5EF4-FFF2-40B4-BE49-F238E27FC236}">
                  <a16:creationId xmlns:a16="http://schemas.microsoft.com/office/drawing/2014/main" id="{52BC6A02-2C6E-47C0-9AC8-C650E6CDA8BA}"/>
                </a:ext>
              </a:extLst>
            </p:cNvPr>
            <p:cNvSpPr txBox="1">
              <a:spLocks noChangeArrowheads="1"/>
            </p:cNvSpPr>
            <p:nvPr/>
          </p:nvSpPr>
          <p:spPr bwMode="auto">
            <a:xfrm>
              <a:off x="2296" y="2475"/>
              <a:ext cx="220" cy="2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R</a:t>
              </a:r>
            </a:p>
          </p:txBody>
        </p:sp>
      </p:grpSp>
      <p:grpSp>
        <p:nvGrpSpPr>
          <p:cNvPr id="18437" name="Group 9">
            <a:extLst>
              <a:ext uri="{FF2B5EF4-FFF2-40B4-BE49-F238E27FC236}">
                <a16:creationId xmlns:a16="http://schemas.microsoft.com/office/drawing/2014/main" id="{DD8A0C00-4EA3-4A09-BF0A-687EBD626B51}"/>
              </a:ext>
            </a:extLst>
          </p:cNvPr>
          <p:cNvGrpSpPr>
            <a:grpSpLocks/>
          </p:cNvGrpSpPr>
          <p:nvPr/>
        </p:nvGrpSpPr>
        <p:grpSpPr bwMode="auto">
          <a:xfrm>
            <a:off x="1035050" y="2603500"/>
            <a:ext cx="1301750" cy="1022350"/>
            <a:chOff x="982" y="1279"/>
            <a:chExt cx="820" cy="644"/>
          </a:xfrm>
          <a:solidFill>
            <a:srgbClr val="FFCCCC"/>
          </a:solidFill>
        </p:grpSpPr>
        <p:sp>
          <p:nvSpPr>
            <p:cNvPr id="18469" name="Rectangle 10">
              <a:extLst>
                <a:ext uri="{FF2B5EF4-FFF2-40B4-BE49-F238E27FC236}">
                  <a16:creationId xmlns:a16="http://schemas.microsoft.com/office/drawing/2014/main" id="{1E94BE11-4136-485B-9610-E8B7B23D4B6D}"/>
                </a:ext>
              </a:extLst>
            </p:cNvPr>
            <p:cNvSpPr>
              <a:spLocks noChangeArrowheads="1"/>
            </p:cNvSpPr>
            <p:nvPr/>
          </p:nvSpPr>
          <p:spPr bwMode="auto">
            <a:xfrm>
              <a:off x="982" y="1298"/>
              <a:ext cx="820" cy="62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18470" name="Group 11">
              <a:extLst>
                <a:ext uri="{FF2B5EF4-FFF2-40B4-BE49-F238E27FC236}">
                  <a16:creationId xmlns:a16="http://schemas.microsoft.com/office/drawing/2014/main" id="{E554344D-7C10-410F-A971-200B7B121EF2}"/>
                </a:ext>
              </a:extLst>
            </p:cNvPr>
            <p:cNvGrpSpPr>
              <a:grpSpLocks/>
            </p:cNvGrpSpPr>
            <p:nvPr/>
          </p:nvGrpSpPr>
          <p:grpSpPr bwMode="auto">
            <a:xfrm>
              <a:off x="982" y="1279"/>
              <a:ext cx="820" cy="192"/>
              <a:chOff x="2695" y="2851"/>
              <a:chExt cx="820" cy="192"/>
            </a:xfrm>
            <a:grpFill/>
          </p:grpSpPr>
          <p:sp>
            <p:nvSpPr>
              <p:cNvPr id="18472" name="Rectangle 12">
                <a:extLst>
                  <a:ext uri="{FF2B5EF4-FFF2-40B4-BE49-F238E27FC236}">
                    <a16:creationId xmlns:a16="http://schemas.microsoft.com/office/drawing/2014/main" id="{E66AD525-9686-43E5-A7D9-96322C9103C1}"/>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8473" name="Text Box 13">
                <a:extLst>
                  <a:ext uri="{FF2B5EF4-FFF2-40B4-BE49-F238E27FC236}">
                    <a16:creationId xmlns:a16="http://schemas.microsoft.com/office/drawing/2014/main" id="{C28E9D19-0539-4D60-A9D9-E0820ECF371D}"/>
                  </a:ext>
                </a:extLst>
              </p:cNvPr>
              <p:cNvSpPr txBox="1">
                <a:spLocks noChangeArrowheads="1"/>
              </p:cNvSpPr>
              <p:nvPr/>
            </p:nvSpPr>
            <p:spPr bwMode="auto">
              <a:xfrm>
                <a:off x="2881" y="2851"/>
                <a:ext cx="488" cy="19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dirty="0"/>
                  <a:t>123456</a:t>
                </a:r>
              </a:p>
            </p:txBody>
          </p:sp>
        </p:grpSp>
        <p:sp>
          <p:nvSpPr>
            <p:cNvPr id="18471" name="Text Box 14">
              <a:extLst>
                <a:ext uri="{FF2B5EF4-FFF2-40B4-BE49-F238E27FC236}">
                  <a16:creationId xmlns:a16="http://schemas.microsoft.com/office/drawing/2014/main" id="{3FF3DCCF-BABE-4ACD-AFA1-A1866A263A23}"/>
                </a:ext>
              </a:extLst>
            </p:cNvPr>
            <p:cNvSpPr txBox="1">
              <a:spLocks noChangeArrowheads="1"/>
            </p:cNvSpPr>
            <p:nvPr/>
          </p:nvSpPr>
          <p:spPr bwMode="auto">
            <a:xfrm>
              <a:off x="1265" y="1558"/>
              <a:ext cx="156" cy="2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I</a:t>
              </a:r>
            </a:p>
          </p:txBody>
        </p:sp>
      </p:grpSp>
      <p:grpSp>
        <p:nvGrpSpPr>
          <p:cNvPr id="18438" name="Group 15">
            <a:extLst>
              <a:ext uri="{FF2B5EF4-FFF2-40B4-BE49-F238E27FC236}">
                <a16:creationId xmlns:a16="http://schemas.microsoft.com/office/drawing/2014/main" id="{93CEF070-A9C8-40CD-8C17-07E1D7A5629F}"/>
              </a:ext>
            </a:extLst>
          </p:cNvPr>
          <p:cNvGrpSpPr>
            <a:grpSpLocks/>
          </p:cNvGrpSpPr>
          <p:nvPr/>
        </p:nvGrpSpPr>
        <p:grpSpPr bwMode="auto">
          <a:xfrm>
            <a:off x="3690938" y="2603500"/>
            <a:ext cx="1301750" cy="1022350"/>
            <a:chOff x="2013" y="2196"/>
            <a:chExt cx="820" cy="644"/>
          </a:xfrm>
          <a:solidFill>
            <a:srgbClr val="FFCCCC"/>
          </a:solidFill>
        </p:grpSpPr>
        <p:sp>
          <p:nvSpPr>
            <p:cNvPr id="18464" name="Rectangle 16">
              <a:extLst>
                <a:ext uri="{FF2B5EF4-FFF2-40B4-BE49-F238E27FC236}">
                  <a16:creationId xmlns:a16="http://schemas.microsoft.com/office/drawing/2014/main" id="{A2BF35FA-0550-4E68-BA43-395B3D3CC25A}"/>
                </a:ext>
              </a:extLst>
            </p:cNvPr>
            <p:cNvSpPr>
              <a:spLocks noChangeArrowheads="1"/>
            </p:cNvSpPr>
            <p:nvPr/>
          </p:nvSpPr>
          <p:spPr bwMode="auto">
            <a:xfrm>
              <a:off x="2013" y="2215"/>
              <a:ext cx="820" cy="62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18465" name="Group 17">
              <a:extLst>
                <a:ext uri="{FF2B5EF4-FFF2-40B4-BE49-F238E27FC236}">
                  <a16:creationId xmlns:a16="http://schemas.microsoft.com/office/drawing/2014/main" id="{0634D1A6-B9AE-45E4-AFA7-F080C70C7F27}"/>
                </a:ext>
              </a:extLst>
            </p:cNvPr>
            <p:cNvGrpSpPr>
              <a:grpSpLocks/>
            </p:cNvGrpSpPr>
            <p:nvPr/>
          </p:nvGrpSpPr>
          <p:grpSpPr bwMode="auto">
            <a:xfrm>
              <a:off x="2013" y="2196"/>
              <a:ext cx="820" cy="194"/>
              <a:chOff x="2695" y="2851"/>
              <a:chExt cx="820" cy="194"/>
            </a:xfrm>
            <a:grpFill/>
          </p:grpSpPr>
          <p:sp>
            <p:nvSpPr>
              <p:cNvPr id="18467" name="Rectangle 18">
                <a:extLst>
                  <a:ext uri="{FF2B5EF4-FFF2-40B4-BE49-F238E27FC236}">
                    <a16:creationId xmlns:a16="http://schemas.microsoft.com/office/drawing/2014/main" id="{7AB5D8DD-A761-4100-A343-3DBE73685757}"/>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8468" name="Text Box 19">
                <a:extLst>
                  <a:ext uri="{FF2B5EF4-FFF2-40B4-BE49-F238E27FC236}">
                    <a16:creationId xmlns:a16="http://schemas.microsoft.com/office/drawing/2014/main" id="{48E8851B-A222-4CB5-A799-CC177233E79F}"/>
                  </a:ext>
                </a:extLst>
              </p:cNvPr>
              <p:cNvSpPr txBox="1">
                <a:spLocks noChangeArrowheads="1"/>
              </p:cNvSpPr>
              <p:nvPr/>
            </p:nvSpPr>
            <p:spPr bwMode="auto">
              <a:xfrm>
                <a:off x="2881" y="2851"/>
                <a:ext cx="492" cy="1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123458</a:t>
                </a:r>
              </a:p>
            </p:txBody>
          </p:sp>
        </p:grpSp>
        <p:sp>
          <p:nvSpPr>
            <p:cNvPr id="18466" name="Text Box 20">
              <a:extLst>
                <a:ext uri="{FF2B5EF4-FFF2-40B4-BE49-F238E27FC236}">
                  <a16:creationId xmlns:a16="http://schemas.microsoft.com/office/drawing/2014/main" id="{94ECAE0E-A05A-4DDC-86EF-F4720FF47914}"/>
                </a:ext>
              </a:extLst>
            </p:cNvPr>
            <p:cNvSpPr txBox="1">
              <a:spLocks noChangeArrowheads="1"/>
            </p:cNvSpPr>
            <p:nvPr/>
          </p:nvSpPr>
          <p:spPr bwMode="auto">
            <a:xfrm>
              <a:off x="2296" y="2475"/>
              <a:ext cx="252" cy="2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 E</a:t>
              </a:r>
            </a:p>
          </p:txBody>
        </p:sp>
      </p:grpSp>
      <p:grpSp>
        <p:nvGrpSpPr>
          <p:cNvPr id="18439" name="Group 21">
            <a:extLst>
              <a:ext uri="{FF2B5EF4-FFF2-40B4-BE49-F238E27FC236}">
                <a16:creationId xmlns:a16="http://schemas.microsoft.com/office/drawing/2014/main" id="{A9EF1BC5-3353-4A40-B109-25D9AA32245E}"/>
              </a:ext>
            </a:extLst>
          </p:cNvPr>
          <p:cNvGrpSpPr>
            <a:grpSpLocks/>
          </p:cNvGrpSpPr>
          <p:nvPr/>
        </p:nvGrpSpPr>
        <p:grpSpPr bwMode="auto">
          <a:xfrm>
            <a:off x="4929188" y="2603500"/>
            <a:ext cx="1301750" cy="1022350"/>
            <a:chOff x="2013" y="2196"/>
            <a:chExt cx="820" cy="644"/>
          </a:xfrm>
          <a:solidFill>
            <a:srgbClr val="FFCCCC"/>
          </a:solidFill>
        </p:grpSpPr>
        <p:sp>
          <p:nvSpPr>
            <p:cNvPr id="18459" name="Rectangle 22">
              <a:extLst>
                <a:ext uri="{FF2B5EF4-FFF2-40B4-BE49-F238E27FC236}">
                  <a16:creationId xmlns:a16="http://schemas.microsoft.com/office/drawing/2014/main" id="{7565D263-37BB-49BD-87AF-52A9F0770152}"/>
                </a:ext>
              </a:extLst>
            </p:cNvPr>
            <p:cNvSpPr>
              <a:spLocks noChangeArrowheads="1"/>
            </p:cNvSpPr>
            <p:nvPr/>
          </p:nvSpPr>
          <p:spPr bwMode="auto">
            <a:xfrm>
              <a:off x="2013" y="2215"/>
              <a:ext cx="820" cy="62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18460" name="Group 23">
              <a:extLst>
                <a:ext uri="{FF2B5EF4-FFF2-40B4-BE49-F238E27FC236}">
                  <a16:creationId xmlns:a16="http://schemas.microsoft.com/office/drawing/2014/main" id="{B5A7F555-37D4-4118-A715-0CAA20AB6CA3}"/>
                </a:ext>
              </a:extLst>
            </p:cNvPr>
            <p:cNvGrpSpPr>
              <a:grpSpLocks/>
            </p:cNvGrpSpPr>
            <p:nvPr/>
          </p:nvGrpSpPr>
          <p:grpSpPr bwMode="auto">
            <a:xfrm>
              <a:off x="2013" y="2196"/>
              <a:ext cx="820" cy="194"/>
              <a:chOff x="2695" y="2851"/>
              <a:chExt cx="820" cy="194"/>
            </a:xfrm>
            <a:grpFill/>
          </p:grpSpPr>
          <p:sp>
            <p:nvSpPr>
              <p:cNvPr id="18462" name="Rectangle 24">
                <a:extLst>
                  <a:ext uri="{FF2B5EF4-FFF2-40B4-BE49-F238E27FC236}">
                    <a16:creationId xmlns:a16="http://schemas.microsoft.com/office/drawing/2014/main" id="{7EDABE0A-7E5D-4602-8564-64E3EEAAFE95}"/>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8463" name="Text Box 25">
                <a:extLst>
                  <a:ext uri="{FF2B5EF4-FFF2-40B4-BE49-F238E27FC236}">
                    <a16:creationId xmlns:a16="http://schemas.microsoft.com/office/drawing/2014/main" id="{07D6B452-C111-484A-8561-F24A98C3BC4C}"/>
                  </a:ext>
                </a:extLst>
              </p:cNvPr>
              <p:cNvSpPr txBox="1">
                <a:spLocks noChangeArrowheads="1"/>
              </p:cNvSpPr>
              <p:nvPr/>
            </p:nvSpPr>
            <p:spPr bwMode="auto">
              <a:xfrm>
                <a:off x="2881" y="2851"/>
                <a:ext cx="492" cy="1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123459</a:t>
                </a:r>
              </a:p>
            </p:txBody>
          </p:sp>
        </p:grpSp>
        <p:sp>
          <p:nvSpPr>
            <p:cNvPr id="18461" name="Text Box 26">
              <a:extLst>
                <a:ext uri="{FF2B5EF4-FFF2-40B4-BE49-F238E27FC236}">
                  <a16:creationId xmlns:a16="http://schemas.microsoft.com/office/drawing/2014/main" id="{B6BF18E3-B5C5-4AEC-BB16-014C8E3C1B7B}"/>
                </a:ext>
              </a:extLst>
            </p:cNvPr>
            <p:cNvSpPr txBox="1">
              <a:spLocks noChangeArrowheads="1"/>
            </p:cNvSpPr>
            <p:nvPr/>
          </p:nvSpPr>
          <p:spPr bwMode="auto">
            <a:xfrm>
              <a:off x="2296" y="2475"/>
              <a:ext cx="220" cy="2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N</a:t>
              </a:r>
            </a:p>
          </p:txBody>
        </p:sp>
      </p:grpSp>
      <p:sp>
        <p:nvSpPr>
          <p:cNvPr id="18440" name="Text Box 33">
            <a:extLst>
              <a:ext uri="{FF2B5EF4-FFF2-40B4-BE49-F238E27FC236}">
                <a16:creationId xmlns:a16="http://schemas.microsoft.com/office/drawing/2014/main" id="{3DFD7FBF-5613-4FDE-BFFD-9453A1FF4BB2}"/>
              </a:ext>
            </a:extLst>
          </p:cNvPr>
          <p:cNvSpPr txBox="1">
            <a:spLocks noChangeArrowheads="1"/>
          </p:cNvSpPr>
          <p:nvPr/>
        </p:nvSpPr>
        <p:spPr bwMode="auto">
          <a:xfrm>
            <a:off x="1082675" y="2216150"/>
            <a:ext cx="13255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a:t>&amp;</a:t>
            </a:r>
            <a:r>
              <a:rPr lang="de-DE" altLang="de-DE" sz="1800" b="1" dirty="0" err="1"/>
              <a:t>name</a:t>
            </a:r>
            <a:r>
              <a:rPr lang="de-DE" altLang="de-DE" sz="1800" b="1" dirty="0"/>
              <a:t>[0]</a:t>
            </a:r>
          </a:p>
        </p:txBody>
      </p:sp>
      <p:sp>
        <p:nvSpPr>
          <p:cNvPr id="18441" name="Text Box 34">
            <a:extLst>
              <a:ext uri="{FF2B5EF4-FFF2-40B4-BE49-F238E27FC236}">
                <a16:creationId xmlns:a16="http://schemas.microsoft.com/office/drawing/2014/main" id="{54F6643A-2EC9-469F-882E-286FC801429C}"/>
              </a:ext>
            </a:extLst>
          </p:cNvPr>
          <p:cNvSpPr txBox="1">
            <a:spLocks noChangeArrowheads="1"/>
          </p:cNvSpPr>
          <p:nvPr/>
        </p:nvSpPr>
        <p:spPr bwMode="auto">
          <a:xfrm>
            <a:off x="2395538" y="2236788"/>
            <a:ext cx="13160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a:t>&amp;</a:t>
            </a:r>
            <a:r>
              <a:rPr lang="de-DE" altLang="de-DE" sz="1800" b="1" dirty="0" err="1"/>
              <a:t>name</a:t>
            </a:r>
            <a:r>
              <a:rPr lang="de-DE" altLang="de-DE" sz="1800" b="1" dirty="0"/>
              <a:t>[1]</a:t>
            </a:r>
          </a:p>
        </p:txBody>
      </p:sp>
      <p:sp>
        <p:nvSpPr>
          <p:cNvPr id="18442" name="Text Box 35">
            <a:extLst>
              <a:ext uri="{FF2B5EF4-FFF2-40B4-BE49-F238E27FC236}">
                <a16:creationId xmlns:a16="http://schemas.microsoft.com/office/drawing/2014/main" id="{6A854F99-61DD-404D-8FA4-3C2EF379C8B9}"/>
              </a:ext>
            </a:extLst>
          </p:cNvPr>
          <p:cNvSpPr txBox="1">
            <a:spLocks noChangeArrowheads="1"/>
          </p:cNvSpPr>
          <p:nvPr/>
        </p:nvSpPr>
        <p:spPr bwMode="auto">
          <a:xfrm>
            <a:off x="3652838" y="2227263"/>
            <a:ext cx="13573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a:t>&amp;</a:t>
            </a:r>
            <a:r>
              <a:rPr lang="de-DE" altLang="de-DE" sz="1800" b="1" dirty="0" err="1"/>
              <a:t>name</a:t>
            </a:r>
            <a:r>
              <a:rPr lang="de-DE" altLang="de-DE" sz="1800" b="1" dirty="0"/>
              <a:t>[2]</a:t>
            </a:r>
          </a:p>
        </p:txBody>
      </p:sp>
      <p:sp>
        <p:nvSpPr>
          <p:cNvPr id="18443" name="Text Box 36">
            <a:extLst>
              <a:ext uri="{FF2B5EF4-FFF2-40B4-BE49-F238E27FC236}">
                <a16:creationId xmlns:a16="http://schemas.microsoft.com/office/drawing/2014/main" id="{A96EC1D4-7D97-4F14-B6A5-957F04024705}"/>
              </a:ext>
            </a:extLst>
          </p:cNvPr>
          <p:cNvSpPr txBox="1">
            <a:spLocks noChangeArrowheads="1"/>
          </p:cNvSpPr>
          <p:nvPr/>
        </p:nvSpPr>
        <p:spPr bwMode="auto">
          <a:xfrm>
            <a:off x="4973638" y="2219325"/>
            <a:ext cx="1301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a:t>&amp;</a:t>
            </a:r>
            <a:r>
              <a:rPr lang="de-DE" altLang="de-DE" sz="1800" b="1" dirty="0" err="1"/>
              <a:t>name</a:t>
            </a:r>
            <a:r>
              <a:rPr lang="de-DE" altLang="de-DE" sz="1800" b="1" dirty="0"/>
              <a:t>[3]</a:t>
            </a:r>
          </a:p>
        </p:txBody>
      </p:sp>
      <p:sp>
        <p:nvSpPr>
          <p:cNvPr id="18444" name="Text Box 37">
            <a:extLst>
              <a:ext uri="{FF2B5EF4-FFF2-40B4-BE49-F238E27FC236}">
                <a16:creationId xmlns:a16="http://schemas.microsoft.com/office/drawing/2014/main" id="{9322E545-32B4-4AAC-AEF2-EA90DBEF7C6C}"/>
              </a:ext>
            </a:extLst>
          </p:cNvPr>
          <p:cNvSpPr txBox="1">
            <a:spLocks noChangeArrowheads="1"/>
          </p:cNvSpPr>
          <p:nvPr/>
        </p:nvSpPr>
        <p:spPr bwMode="auto">
          <a:xfrm>
            <a:off x="6276975" y="2236788"/>
            <a:ext cx="13192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a:t>&amp;</a:t>
            </a:r>
            <a:r>
              <a:rPr lang="de-DE" altLang="de-DE" sz="1800" b="1" dirty="0" err="1"/>
              <a:t>name</a:t>
            </a:r>
            <a:r>
              <a:rPr lang="de-DE" altLang="de-DE" sz="1800" dirty="0"/>
              <a:t> </a:t>
            </a:r>
            <a:r>
              <a:rPr lang="de-DE" altLang="de-DE" sz="1800" b="1" dirty="0"/>
              <a:t>[4]</a:t>
            </a:r>
          </a:p>
        </p:txBody>
      </p:sp>
      <p:sp>
        <p:nvSpPr>
          <p:cNvPr id="18445" name="Text Box 38">
            <a:extLst>
              <a:ext uri="{FF2B5EF4-FFF2-40B4-BE49-F238E27FC236}">
                <a16:creationId xmlns:a16="http://schemas.microsoft.com/office/drawing/2014/main" id="{C90D33F2-E003-4E47-AD05-12CD3EEE7C1E}"/>
              </a:ext>
            </a:extLst>
          </p:cNvPr>
          <p:cNvSpPr txBox="1">
            <a:spLocks noChangeArrowheads="1"/>
          </p:cNvSpPr>
          <p:nvPr/>
        </p:nvSpPr>
        <p:spPr bwMode="auto">
          <a:xfrm>
            <a:off x="1128937" y="3667125"/>
            <a:ext cx="1069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[0]</a:t>
            </a:r>
          </a:p>
        </p:txBody>
      </p:sp>
      <p:sp>
        <p:nvSpPr>
          <p:cNvPr id="18446" name="Text Box 39">
            <a:extLst>
              <a:ext uri="{FF2B5EF4-FFF2-40B4-BE49-F238E27FC236}">
                <a16:creationId xmlns:a16="http://schemas.microsoft.com/office/drawing/2014/main" id="{3D386852-41A3-43F6-AABF-66D553478B71}"/>
              </a:ext>
            </a:extLst>
          </p:cNvPr>
          <p:cNvSpPr txBox="1">
            <a:spLocks noChangeArrowheads="1"/>
          </p:cNvSpPr>
          <p:nvPr/>
        </p:nvSpPr>
        <p:spPr bwMode="auto">
          <a:xfrm>
            <a:off x="2403700" y="3662363"/>
            <a:ext cx="1069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[1]</a:t>
            </a:r>
          </a:p>
        </p:txBody>
      </p:sp>
      <p:sp>
        <p:nvSpPr>
          <p:cNvPr id="18447" name="Text Box 40">
            <a:extLst>
              <a:ext uri="{FF2B5EF4-FFF2-40B4-BE49-F238E27FC236}">
                <a16:creationId xmlns:a16="http://schemas.microsoft.com/office/drawing/2014/main" id="{27D0AB7B-14F2-40BB-9D10-145F76FBF7FD}"/>
              </a:ext>
            </a:extLst>
          </p:cNvPr>
          <p:cNvSpPr txBox="1">
            <a:spLocks noChangeArrowheads="1"/>
          </p:cNvSpPr>
          <p:nvPr/>
        </p:nvSpPr>
        <p:spPr bwMode="auto">
          <a:xfrm>
            <a:off x="3741962" y="3662363"/>
            <a:ext cx="1069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[2]</a:t>
            </a:r>
          </a:p>
        </p:txBody>
      </p:sp>
      <p:sp>
        <p:nvSpPr>
          <p:cNvPr id="18448" name="Text Box 41">
            <a:extLst>
              <a:ext uri="{FF2B5EF4-FFF2-40B4-BE49-F238E27FC236}">
                <a16:creationId xmlns:a16="http://schemas.microsoft.com/office/drawing/2014/main" id="{23645272-C0BE-4ADF-88CD-769060027323}"/>
              </a:ext>
            </a:extLst>
          </p:cNvPr>
          <p:cNvSpPr txBox="1">
            <a:spLocks noChangeArrowheads="1"/>
          </p:cNvSpPr>
          <p:nvPr/>
        </p:nvSpPr>
        <p:spPr bwMode="auto">
          <a:xfrm>
            <a:off x="5049838" y="3681413"/>
            <a:ext cx="1162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[3]</a:t>
            </a:r>
          </a:p>
        </p:txBody>
      </p:sp>
      <p:sp>
        <p:nvSpPr>
          <p:cNvPr id="18449" name="Text Box 42">
            <a:extLst>
              <a:ext uri="{FF2B5EF4-FFF2-40B4-BE49-F238E27FC236}">
                <a16:creationId xmlns:a16="http://schemas.microsoft.com/office/drawing/2014/main" id="{C4EF3EA2-82A2-414E-8E61-4F9A5DCF5EA2}"/>
              </a:ext>
            </a:extLst>
          </p:cNvPr>
          <p:cNvSpPr txBox="1">
            <a:spLocks noChangeArrowheads="1"/>
          </p:cNvSpPr>
          <p:nvPr/>
        </p:nvSpPr>
        <p:spPr bwMode="auto">
          <a:xfrm>
            <a:off x="6391500" y="3671888"/>
            <a:ext cx="1069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[4]</a:t>
            </a:r>
          </a:p>
        </p:txBody>
      </p:sp>
      <p:sp>
        <p:nvSpPr>
          <p:cNvPr id="385067" name="Text Box 43">
            <a:extLst>
              <a:ext uri="{FF2B5EF4-FFF2-40B4-BE49-F238E27FC236}">
                <a16:creationId xmlns:a16="http://schemas.microsoft.com/office/drawing/2014/main" id="{21A41CCA-C716-4547-A078-3F34032837D4}"/>
              </a:ext>
            </a:extLst>
          </p:cNvPr>
          <p:cNvSpPr txBox="1">
            <a:spLocks noChangeArrowheads="1"/>
          </p:cNvSpPr>
          <p:nvPr/>
        </p:nvSpPr>
        <p:spPr bwMode="auto">
          <a:xfrm>
            <a:off x="766763" y="1012825"/>
            <a:ext cx="596887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pPr>
            <a:r>
              <a:rPr lang="de-DE" altLang="de-DE" sz="1800" dirty="0"/>
              <a:t> </a:t>
            </a:r>
            <a:r>
              <a:rPr lang="de-DE" altLang="de-DE" sz="1800" dirty="0">
                <a:latin typeface="Calibri" panose="020F0502020204030204" pitchFamily="34" charset="0"/>
                <a:cs typeface="Calibri" panose="020F0502020204030204" pitchFamily="34" charset="0"/>
              </a:rPr>
              <a:t>Wunsch: mehrere </a:t>
            </a:r>
            <a:r>
              <a:rPr lang="de-DE" altLang="de-DE" sz="1800" dirty="0">
                <a:solidFill>
                  <a:srgbClr val="FF33CC"/>
                </a:solidFill>
                <a:latin typeface="Calibri" panose="020F0502020204030204" pitchFamily="34" charset="0"/>
                <a:cs typeface="Calibri" panose="020F0502020204030204" pitchFamily="34" charset="0"/>
              </a:rPr>
              <a:t>gleiche</a:t>
            </a:r>
            <a:r>
              <a:rPr lang="de-DE" altLang="de-DE" sz="1800" dirty="0">
                <a:latin typeface="Calibri" panose="020F0502020204030204" pitchFamily="34" charset="0"/>
                <a:cs typeface="Calibri" panose="020F0502020204030204" pitchFamily="34" charset="0"/>
              </a:rPr>
              <a:t> Dinge </a:t>
            </a:r>
            <a:r>
              <a:rPr lang="de-DE" altLang="de-DE" sz="1800" dirty="0">
                <a:solidFill>
                  <a:srgbClr val="FF0066"/>
                </a:solidFill>
                <a:latin typeface="Calibri" panose="020F0502020204030204" pitchFamily="34" charset="0"/>
                <a:cs typeface="Calibri" panose="020F0502020204030204" pitchFamily="34" charset="0"/>
              </a:rPr>
              <a:t>hintereinander</a:t>
            </a:r>
            <a:r>
              <a:rPr lang="de-DE" altLang="de-DE" sz="1800" dirty="0">
                <a:latin typeface="Calibri" panose="020F0502020204030204" pitchFamily="34" charset="0"/>
                <a:cs typeface="Calibri" panose="020F0502020204030204" pitchFamily="34" charset="0"/>
              </a:rPr>
              <a:t> abspeichern</a:t>
            </a:r>
          </a:p>
          <a:p>
            <a:pPr eaLnBrk="1" hangingPunct="1">
              <a:spcBef>
                <a:spcPct val="0"/>
              </a:spcBef>
            </a:pPr>
            <a:r>
              <a:rPr lang="de-DE" altLang="de-DE" sz="1800" dirty="0">
                <a:latin typeface="Calibri" panose="020F0502020204030204" pitchFamily="34" charset="0"/>
                <a:cs typeface="Calibri" panose="020F0502020204030204" pitchFamily="34" charset="0"/>
              </a:rPr>
              <a:t> Zum Beispiel 5 Buchstaben</a:t>
            </a:r>
            <a:r>
              <a:rPr lang="de-DE" altLang="de-DE" sz="1800" dirty="0"/>
              <a:t>: IRENE</a:t>
            </a:r>
          </a:p>
          <a:p>
            <a:pPr eaLnBrk="1" hangingPunct="1">
              <a:spcBef>
                <a:spcPct val="0"/>
              </a:spcBef>
            </a:pPr>
            <a:r>
              <a:rPr lang="de-DE" altLang="de-DE" sz="1800" dirty="0"/>
              <a:t> </a:t>
            </a:r>
            <a:r>
              <a:rPr lang="de-DE" altLang="de-DE" sz="1800" b="1" dirty="0" err="1">
                <a:latin typeface="Courier New" panose="02070309020205020404" pitchFamily="49" charset="0"/>
              </a:rPr>
              <a:t>char</a:t>
            </a:r>
            <a:r>
              <a:rPr lang="de-DE" altLang="de-DE" sz="1800" b="1" dirty="0">
                <a:latin typeface="Courier New" panose="02070309020205020404" pitchFamily="49" charset="0"/>
              </a:rPr>
              <a:t> </a:t>
            </a:r>
            <a:r>
              <a:rPr lang="de-DE" altLang="de-DE" sz="1800" b="1" dirty="0" err="1">
                <a:latin typeface="Courier New" panose="02070309020205020404" pitchFamily="49" charset="0"/>
              </a:rPr>
              <a:t>name</a:t>
            </a:r>
            <a:r>
              <a:rPr lang="de-DE" altLang="de-DE" sz="1800" b="1" dirty="0">
                <a:latin typeface="Courier New" panose="02070309020205020404" pitchFamily="49" charset="0"/>
              </a:rPr>
              <a:t>[5];</a:t>
            </a:r>
          </a:p>
        </p:txBody>
      </p:sp>
      <p:sp>
        <p:nvSpPr>
          <p:cNvPr id="18451" name="Freeform 44">
            <a:extLst>
              <a:ext uri="{FF2B5EF4-FFF2-40B4-BE49-F238E27FC236}">
                <a16:creationId xmlns:a16="http://schemas.microsoft.com/office/drawing/2014/main" id="{3B0D061C-F21B-47D6-A0E5-0EA665E494DB}"/>
              </a:ext>
            </a:extLst>
          </p:cNvPr>
          <p:cNvSpPr>
            <a:spLocks/>
          </p:cNvSpPr>
          <p:nvPr/>
        </p:nvSpPr>
        <p:spPr bwMode="auto">
          <a:xfrm>
            <a:off x="617538" y="2328863"/>
            <a:ext cx="654050" cy="469900"/>
          </a:xfrm>
          <a:custGeom>
            <a:avLst/>
            <a:gdLst>
              <a:gd name="T0" fmla="*/ 2147483646 w 412"/>
              <a:gd name="T1" fmla="*/ 2147483646 h 296"/>
              <a:gd name="T2" fmla="*/ 2147483646 w 412"/>
              <a:gd name="T3" fmla="*/ 2147483646 h 296"/>
              <a:gd name="T4" fmla="*/ 2147483646 w 412"/>
              <a:gd name="T5" fmla="*/ 2147483646 h 296"/>
              <a:gd name="T6" fmla="*/ 0 60000 65536"/>
              <a:gd name="T7" fmla="*/ 0 60000 65536"/>
              <a:gd name="T8" fmla="*/ 0 60000 65536"/>
              <a:gd name="T9" fmla="*/ 0 w 412"/>
              <a:gd name="T10" fmla="*/ 0 h 296"/>
              <a:gd name="T11" fmla="*/ 412 w 412"/>
              <a:gd name="T12" fmla="*/ 296 h 296"/>
            </a:gdLst>
            <a:ahLst/>
            <a:cxnLst>
              <a:cxn ang="T6">
                <a:pos x="T0" y="T1"/>
              </a:cxn>
              <a:cxn ang="T7">
                <a:pos x="T2" y="T3"/>
              </a:cxn>
              <a:cxn ang="T8">
                <a:pos x="T4" y="T5"/>
              </a:cxn>
            </a:cxnLst>
            <a:rect l="T9" t="T10" r="T11" b="T12"/>
            <a:pathLst>
              <a:path w="412" h="296">
                <a:moveTo>
                  <a:pt x="412" y="42"/>
                </a:moveTo>
                <a:cubicBezTo>
                  <a:pt x="209" y="21"/>
                  <a:pt x="6" y="0"/>
                  <a:pt x="3" y="42"/>
                </a:cubicBezTo>
                <a:cubicBezTo>
                  <a:pt x="0" y="84"/>
                  <a:pt x="329" y="254"/>
                  <a:pt x="394" y="296"/>
                </a:cubicBezTo>
              </a:path>
            </a:pathLst>
          </a:custGeom>
          <a:noFill/>
          <a:ln w="9525"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18452" name="Freeform 45">
            <a:extLst>
              <a:ext uri="{FF2B5EF4-FFF2-40B4-BE49-F238E27FC236}">
                <a16:creationId xmlns:a16="http://schemas.microsoft.com/office/drawing/2014/main" id="{0A5AA2C9-9002-4326-9853-4C5CB58B27EC}"/>
              </a:ext>
            </a:extLst>
          </p:cNvPr>
          <p:cNvSpPr>
            <a:spLocks/>
          </p:cNvSpPr>
          <p:nvPr/>
        </p:nvSpPr>
        <p:spPr bwMode="auto">
          <a:xfrm>
            <a:off x="736600" y="3255963"/>
            <a:ext cx="727075" cy="603250"/>
          </a:xfrm>
          <a:custGeom>
            <a:avLst/>
            <a:gdLst>
              <a:gd name="T0" fmla="*/ 2147483646 w 458"/>
              <a:gd name="T1" fmla="*/ 2147483646 h 380"/>
              <a:gd name="T2" fmla="*/ 2147483646 w 458"/>
              <a:gd name="T3" fmla="*/ 2147483646 h 380"/>
              <a:gd name="T4" fmla="*/ 2147483646 w 458"/>
              <a:gd name="T5" fmla="*/ 0 h 380"/>
              <a:gd name="T6" fmla="*/ 0 60000 65536"/>
              <a:gd name="T7" fmla="*/ 0 60000 65536"/>
              <a:gd name="T8" fmla="*/ 0 60000 65536"/>
              <a:gd name="T9" fmla="*/ 0 w 458"/>
              <a:gd name="T10" fmla="*/ 0 h 380"/>
              <a:gd name="T11" fmla="*/ 458 w 458"/>
              <a:gd name="T12" fmla="*/ 380 h 380"/>
            </a:gdLst>
            <a:ahLst/>
            <a:cxnLst>
              <a:cxn ang="T6">
                <a:pos x="T0" y="T1"/>
              </a:cxn>
              <a:cxn ang="T7">
                <a:pos x="T2" y="T3"/>
              </a:cxn>
              <a:cxn ang="T8">
                <a:pos x="T4" y="T5"/>
              </a:cxn>
            </a:cxnLst>
            <a:rect l="T9" t="T10" r="T11" b="T12"/>
            <a:pathLst>
              <a:path w="458" h="380">
                <a:moveTo>
                  <a:pt x="337" y="380"/>
                </a:moveTo>
                <a:cubicBezTo>
                  <a:pt x="168" y="290"/>
                  <a:pt x="0" y="201"/>
                  <a:pt x="20" y="138"/>
                </a:cubicBezTo>
                <a:cubicBezTo>
                  <a:pt x="40" y="75"/>
                  <a:pt x="249" y="37"/>
                  <a:pt x="458" y="0"/>
                </a:cubicBezTo>
              </a:path>
            </a:pathLst>
          </a:custGeom>
          <a:noFill/>
          <a:ln w="9525"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18453" name="Text Box 48">
            <a:extLst>
              <a:ext uri="{FF2B5EF4-FFF2-40B4-BE49-F238E27FC236}">
                <a16:creationId xmlns:a16="http://schemas.microsoft.com/office/drawing/2014/main" id="{78069CEE-28E3-47E8-9010-5C7AE62E5D10}"/>
              </a:ext>
            </a:extLst>
          </p:cNvPr>
          <p:cNvSpPr txBox="1">
            <a:spLocks noChangeArrowheads="1"/>
          </p:cNvSpPr>
          <p:nvPr/>
        </p:nvSpPr>
        <p:spPr bwMode="auto">
          <a:xfrm>
            <a:off x="949325" y="4527550"/>
            <a:ext cx="37338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for</a:t>
            </a:r>
            <a:r>
              <a:rPr lang="de-DE" altLang="de-DE" sz="1800" b="1" dirty="0">
                <a:latin typeface="Courier New" panose="02070309020205020404" pitchFamily="49" charset="0"/>
                <a:cs typeface="Courier New" panose="02070309020205020404" pitchFamily="49" charset="0"/>
              </a:rPr>
              <a:t>(i=0;i&lt;5;i++){</a:t>
            </a:r>
          </a:p>
          <a:p>
            <a:pPr eaLnBrk="1" hangingPunct="1">
              <a:spcBef>
                <a:spcPct val="0"/>
              </a:spcBef>
              <a:buFontTx/>
              <a:buNone/>
            </a:pP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printf</a:t>
            </a:r>
            <a:r>
              <a:rPr lang="de-DE" altLang="de-DE" sz="1800" b="1" dirty="0">
                <a:latin typeface="Courier New" panose="02070309020205020404" pitchFamily="49" charset="0"/>
                <a:cs typeface="Courier New" panose="02070309020205020404" pitchFamily="49" charset="0"/>
              </a:rPr>
              <a:t>("%c",</a:t>
            </a:r>
            <a:r>
              <a:rPr lang="de-DE" altLang="de-DE" sz="1800" b="1" dirty="0" err="1">
                <a:latin typeface="Courier New" panose="02070309020205020404" pitchFamily="49" charset="0"/>
                <a:cs typeface="Courier New" panose="02070309020205020404" pitchFamily="49" charset="0"/>
              </a:rPr>
              <a:t>name</a:t>
            </a:r>
            <a:r>
              <a:rPr lang="de-DE" altLang="de-DE" sz="1800" b="1" dirty="0">
                <a:latin typeface="Courier New" panose="02070309020205020404" pitchFamily="49" charset="0"/>
                <a:cs typeface="Courier New" panose="02070309020205020404" pitchFamily="49" charset="0"/>
              </a:rPr>
              <a:t>[i]);</a:t>
            </a:r>
          </a:p>
          <a:p>
            <a:pPr eaLnBrk="1" hangingPunct="1">
              <a:spcBef>
                <a:spcPct val="0"/>
              </a:spcBef>
              <a:buFontTx/>
              <a:buNone/>
            </a:pPr>
            <a:r>
              <a:rPr lang="de-DE" altLang="de-DE" sz="1800" b="1" dirty="0">
                <a:latin typeface="Courier New" panose="02070309020205020404" pitchFamily="49" charset="0"/>
                <a:cs typeface="Courier New" panose="02070309020205020404" pitchFamily="49" charset="0"/>
              </a:rPr>
              <a:t>}</a:t>
            </a:r>
          </a:p>
        </p:txBody>
      </p:sp>
      <p:sp>
        <p:nvSpPr>
          <p:cNvPr id="18454" name="Rectangle 22">
            <a:extLst>
              <a:ext uri="{FF2B5EF4-FFF2-40B4-BE49-F238E27FC236}">
                <a16:creationId xmlns:a16="http://schemas.microsoft.com/office/drawing/2014/main" id="{E9ED7544-43B9-4CE6-873F-3BF9460F6A04}"/>
              </a:ext>
            </a:extLst>
          </p:cNvPr>
          <p:cNvSpPr>
            <a:spLocks noChangeArrowheads="1"/>
          </p:cNvSpPr>
          <p:nvPr/>
        </p:nvSpPr>
        <p:spPr bwMode="auto">
          <a:xfrm>
            <a:off x="6230938" y="2636838"/>
            <a:ext cx="1301750" cy="989012"/>
          </a:xfrm>
          <a:prstGeom prst="rect">
            <a:avLst/>
          </a:prstGeom>
          <a:solidFill>
            <a:srgbClr val="FFCCCC"/>
          </a:solid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18455" name="Group 23">
            <a:extLst>
              <a:ext uri="{FF2B5EF4-FFF2-40B4-BE49-F238E27FC236}">
                <a16:creationId xmlns:a16="http://schemas.microsoft.com/office/drawing/2014/main" id="{22205322-A687-441C-A3DD-CA4695F6D019}"/>
              </a:ext>
            </a:extLst>
          </p:cNvPr>
          <p:cNvGrpSpPr>
            <a:grpSpLocks/>
          </p:cNvGrpSpPr>
          <p:nvPr/>
        </p:nvGrpSpPr>
        <p:grpSpPr bwMode="auto">
          <a:xfrm>
            <a:off x="6230938" y="2606675"/>
            <a:ext cx="1301750" cy="306388"/>
            <a:chOff x="2695" y="2851"/>
            <a:chExt cx="820" cy="194"/>
          </a:xfrm>
          <a:solidFill>
            <a:srgbClr val="FFCCCC"/>
          </a:solidFill>
        </p:grpSpPr>
        <p:sp>
          <p:nvSpPr>
            <p:cNvPr id="18457" name="Rectangle 24">
              <a:extLst>
                <a:ext uri="{FF2B5EF4-FFF2-40B4-BE49-F238E27FC236}">
                  <a16:creationId xmlns:a16="http://schemas.microsoft.com/office/drawing/2014/main" id="{89AB06CA-9A1B-48C2-BC6D-4809416950B3}"/>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8458" name="Text Box 25">
              <a:extLst>
                <a:ext uri="{FF2B5EF4-FFF2-40B4-BE49-F238E27FC236}">
                  <a16:creationId xmlns:a16="http://schemas.microsoft.com/office/drawing/2014/main" id="{D66B98A4-5C34-4F12-AF86-2032B45E6915}"/>
                </a:ext>
              </a:extLst>
            </p:cNvPr>
            <p:cNvSpPr txBox="1">
              <a:spLocks noChangeArrowheads="1"/>
            </p:cNvSpPr>
            <p:nvPr/>
          </p:nvSpPr>
          <p:spPr bwMode="auto">
            <a:xfrm>
              <a:off x="2881" y="2851"/>
              <a:ext cx="492" cy="1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dirty="0"/>
                <a:t>123460</a:t>
              </a:r>
            </a:p>
          </p:txBody>
        </p:sp>
      </p:grpSp>
      <p:sp>
        <p:nvSpPr>
          <p:cNvPr id="18456" name="Text Box 26">
            <a:extLst>
              <a:ext uri="{FF2B5EF4-FFF2-40B4-BE49-F238E27FC236}">
                <a16:creationId xmlns:a16="http://schemas.microsoft.com/office/drawing/2014/main" id="{9BF17F21-307F-41EA-AD7D-6B110D81B67E}"/>
              </a:ext>
            </a:extLst>
          </p:cNvPr>
          <p:cNvSpPr txBox="1">
            <a:spLocks noChangeArrowheads="1"/>
          </p:cNvSpPr>
          <p:nvPr/>
        </p:nvSpPr>
        <p:spPr bwMode="auto">
          <a:xfrm>
            <a:off x="6680200" y="3048000"/>
            <a:ext cx="338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E</a:t>
            </a:r>
          </a:p>
        </p:txBody>
      </p:sp>
      <p:pic>
        <p:nvPicPr>
          <p:cNvPr id="47" name="Grafik 46">
            <a:extLst>
              <a:ext uri="{FF2B5EF4-FFF2-40B4-BE49-F238E27FC236}">
                <a16:creationId xmlns:a16="http://schemas.microsoft.com/office/drawing/2014/main" id="{E79B78A6-A351-459F-B1C5-03D168C7AA8F}"/>
              </a:ext>
            </a:extLst>
          </p:cNvPr>
          <p:cNvPicPr>
            <a:picLocks noChangeAspect="1"/>
          </p:cNvPicPr>
          <p:nvPr/>
        </p:nvPicPr>
        <p:blipFill>
          <a:blip r:embed="rId3"/>
          <a:stretch>
            <a:fillRect/>
          </a:stretch>
        </p:blipFill>
        <p:spPr>
          <a:xfrm>
            <a:off x="526711" y="5443538"/>
            <a:ext cx="698840" cy="601489"/>
          </a:xfrm>
          <a:prstGeom prst="rect">
            <a:avLst/>
          </a:prstGeom>
        </p:spPr>
      </p:pic>
      <p:sp>
        <p:nvSpPr>
          <p:cNvPr id="2" name="Rechteck 1">
            <a:extLst>
              <a:ext uri="{FF2B5EF4-FFF2-40B4-BE49-F238E27FC236}">
                <a16:creationId xmlns:a16="http://schemas.microsoft.com/office/drawing/2014/main" id="{347F976A-3CE0-4DD2-81C5-673C5335DE3F}"/>
              </a:ext>
            </a:extLst>
          </p:cNvPr>
          <p:cNvSpPr/>
          <p:nvPr/>
        </p:nvSpPr>
        <p:spPr>
          <a:xfrm>
            <a:off x="1146265" y="5500926"/>
            <a:ext cx="3339376" cy="369332"/>
          </a:xfrm>
          <a:prstGeom prst="rect">
            <a:avLst/>
          </a:prstGeom>
        </p:spPr>
        <p:txBody>
          <a:bodyPr wrap="none">
            <a:spAutoFit/>
          </a:bodyPr>
          <a:lstStyle/>
          <a:p>
            <a:r>
              <a:rPr lang="de-DE" dirty="0">
                <a:latin typeface="Roboto"/>
                <a:hlinkClick r:id="rId4"/>
              </a:rPr>
              <a:t>https://youtu.be/fBm7wyZ4mzs</a:t>
            </a:r>
            <a:endParaRPr lang="de-DE"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50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50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50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liennummernplatzhalter 4">
            <a:extLst>
              <a:ext uri="{FF2B5EF4-FFF2-40B4-BE49-F238E27FC236}">
                <a16:creationId xmlns:a16="http://schemas.microsoft.com/office/drawing/2014/main" id="{A69B0126-14F7-4F8B-8597-9CB968D83782}"/>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r" eaLnBrk="1" hangingPunct="1">
              <a:spcBef>
                <a:spcPct val="0"/>
              </a:spcBef>
              <a:buFontTx/>
              <a:buNone/>
            </a:pPr>
            <a:fld id="{9FFFC1F2-C6D8-4ED0-92B0-4E97E4FC867C}" type="slidenum">
              <a:rPr lang="de-DE" altLang="de-DE" sz="1400"/>
              <a:pPr algn="r" eaLnBrk="1" hangingPunct="1">
                <a:spcBef>
                  <a:spcPct val="0"/>
                </a:spcBef>
                <a:buFontTx/>
                <a:buNone/>
              </a:pPr>
              <a:t>14</a:t>
            </a:fld>
            <a:endParaRPr lang="de-DE" altLang="de-DE" sz="1400"/>
          </a:p>
        </p:txBody>
      </p:sp>
      <p:sp>
        <p:nvSpPr>
          <p:cNvPr id="22531" name="Text Box 9">
            <a:extLst>
              <a:ext uri="{FF2B5EF4-FFF2-40B4-BE49-F238E27FC236}">
                <a16:creationId xmlns:a16="http://schemas.microsoft.com/office/drawing/2014/main" id="{745FBE83-73D8-41DD-AD51-794AE01D6E72}"/>
              </a:ext>
            </a:extLst>
          </p:cNvPr>
          <p:cNvSpPr txBox="1">
            <a:spLocks noChangeArrowheads="1"/>
          </p:cNvSpPr>
          <p:nvPr/>
        </p:nvSpPr>
        <p:spPr bwMode="auto">
          <a:xfrm>
            <a:off x="971550" y="1262063"/>
            <a:ext cx="53086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219200" indent="-304800">
              <a:spcBef>
                <a:spcPct val="20000"/>
              </a:spcBef>
              <a:buChar char="•"/>
              <a:defRPr sz="1600">
                <a:solidFill>
                  <a:schemeClr val="tx1"/>
                </a:solidFill>
                <a:latin typeface="Arial" panose="020B0604020202020204" pitchFamily="34" charset="0"/>
              </a:defRPr>
            </a:lvl3pPr>
            <a:lvl4pPr marL="1676400" indent="-304800">
              <a:spcBef>
                <a:spcPct val="20000"/>
              </a:spcBef>
              <a:buChar char="–"/>
              <a:defRPr sz="1600">
                <a:solidFill>
                  <a:schemeClr val="tx1"/>
                </a:solidFill>
                <a:latin typeface="Arial" panose="020B0604020202020204" pitchFamily="34" charset="0"/>
              </a:defRPr>
            </a:lvl4pPr>
            <a:lvl5pPr marL="2133600" indent="-304800">
              <a:spcBef>
                <a:spcPct val="20000"/>
              </a:spcBef>
              <a:buChar char="»"/>
              <a:defRPr sz="1600">
                <a:solidFill>
                  <a:schemeClr val="tx1"/>
                </a:solidFill>
                <a:latin typeface="Arial" panose="020B0604020202020204" pitchFamily="34" charset="0"/>
              </a:defRPr>
            </a:lvl5pPr>
            <a:lvl6pPr marL="2590800" indent="-304800" eaLnBrk="0" fontAlgn="base" hangingPunct="0">
              <a:spcBef>
                <a:spcPct val="20000"/>
              </a:spcBef>
              <a:spcAft>
                <a:spcPct val="0"/>
              </a:spcAft>
              <a:buChar char="»"/>
              <a:defRPr sz="1600">
                <a:solidFill>
                  <a:schemeClr val="tx1"/>
                </a:solidFill>
                <a:latin typeface="Arial" panose="020B0604020202020204" pitchFamily="34" charset="0"/>
              </a:defRPr>
            </a:lvl6pPr>
            <a:lvl7pPr marL="3048000" indent="-304800" eaLnBrk="0" fontAlgn="base" hangingPunct="0">
              <a:spcBef>
                <a:spcPct val="20000"/>
              </a:spcBef>
              <a:spcAft>
                <a:spcPct val="0"/>
              </a:spcAft>
              <a:buChar char="»"/>
              <a:defRPr sz="1600">
                <a:solidFill>
                  <a:schemeClr val="tx1"/>
                </a:solidFill>
                <a:latin typeface="Arial" panose="020B0604020202020204" pitchFamily="34" charset="0"/>
              </a:defRPr>
            </a:lvl7pPr>
            <a:lvl8pPr marL="3505200" indent="-304800" eaLnBrk="0" fontAlgn="base" hangingPunct="0">
              <a:spcBef>
                <a:spcPct val="20000"/>
              </a:spcBef>
              <a:spcAft>
                <a:spcPct val="0"/>
              </a:spcAft>
              <a:buChar char="»"/>
              <a:defRPr sz="1600">
                <a:solidFill>
                  <a:schemeClr val="tx1"/>
                </a:solidFill>
                <a:latin typeface="Arial" panose="020B0604020202020204" pitchFamily="34" charset="0"/>
              </a:defRPr>
            </a:lvl8pPr>
            <a:lvl9pPr marL="3962400" indent="-3048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AutoNum type="arabicPeriod"/>
            </a:pPr>
            <a:r>
              <a:rPr lang="de-DE" altLang="de-DE" sz="2400"/>
              <a:t> </a:t>
            </a:r>
            <a:r>
              <a:rPr lang="de-DE" altLang="de-DE" b="1">
                <a:sym typeface="Wingdings" panose="05000000000000000000" pitchFamily="2" charset="2"/>
              </a:rPr>
              <a:t></a:t>
            </a:r>
            <a:r>
              <a:rPr lang="de-DE" altLang="de-DE" sz="2400"/>
              <a:t> </a:t>
            </a:r>
            <a:r>
              <a:rPr lang="de-DE" altLang="de-DE" sz="2400">
                <a:solidFill>
                  <a:schemeClr val="bg2"/>
                </a:solidFill>
              </a:rPr>
              <a:t>Wiederholung: Zeiger, Felder</a:t>
            </a:r>
          </a:p>
          <a:p>
            <a:pPr eaLnBrk="1" hangingPunct="1">
              <a:spcBef>
                <a:spcPct val="0"/>
              </a:spcBef>
              <a:buFontTx/>
              <a:buAutoNum type="arabicPeriod"/>
            </a:pPr>
            <a:r>
              <a:rPr lang="de-DE" altLang="de-DE" sz="2400"/>
              <a:t> Zusammenhang Felder und Zeiger</a:t>
            </a:r>
          </a:p>
          <a:p>
            <a:pPr eaLnBrk="1" hangingPunct="1">
              <a:spcBef>
                <a:spcPct val="0"/>
              </a:spcBef>
              <a:buFontTx/>
              <a:buAutoNum type="arabicPeriod"/>
            </a:pPr>
            <a:r>
              <a:rPr lang="de-DE" altLang="de-DE" sz="2400">
                <a:solidFill>
                  <a:schemeClr val="bg2"/>
                </a:solidFill>
              </a:rPr>
              <a:t> Zweidimensionale Felder</a:t>
            </a:r>
          </a:p>
          <a:p>
            <a:pPr eaLnBrk="1" hangingPunct="1">
              <a:spcBef>
                <a:spcPct val="0"/>
              </a:spcBef>
              <a:buFontTx/>
              <a:buAutoNum type="arabicPeriod"/>
            </a:pPr>
            <a:r>
              <a:rPr lang="de-DE" altLang="de-DE" sz="2400">
                <a:solidFill>
                  <a:schemeClr val="bg2"/>
                </a:solidFill>
              </a:rPr>
              <a:t> Funktionen und Zeiger</a:t>
            </a:r>
          </a:p>
          <a:p>
            <a:pPr eaLnBrk="1" hangingPunct="1">
              <a:spcBef>
                <a:spcPct val="0"/>
              </a:spcBef>
              <a:buFontTx/>
              <a:buAutoNum type="arabicPeriod"/>
            </a:pPr>
            <a:r>
              <a:rPr lang="de-DE" altLang="de-DE" sz="2400">
                <a:solidFill>
                  <a:schemeClr val="bg2"/>
                </a:solidFill>
              </a:rPr>
              <a:t> Funktionen mit Feldern</a:t>
            </a:r>
          </a:p>
          <a:p>
            <a:pPr eaLnBrk="1" hangingPunct="1">
              <a:spcBef>
                <a:spcPct val="0"/>
              </a:spcBef>
              <a:buFontTx/>
              <a:buAutoNum type="arabicPeriod"/>
            </a:pPr>
            <a:r>
              <a:rPr lang="de-DE" altLang="de-DE" sz="2400">
                <a:solidFill>
                  <a:schemeClr val="bg2"/>
                </a:solidFill>
              </a:rPr>
              <a:t> Strings</a:t>
            </a:r>
          </a:p>
          <a:p>
            <a:pPr eaLnBrk="1" hangingPunct="1">
              <a:spcBef>
                <a:spcPct val="0"/>
              </a:spcBef>
              <a:buFontTx/>
              <a:buAutoNum type="arabicPeriod"/>
            </a:pPr>
            <a:r>
              <a:rPr lang="de-DE" altLang="de-DE" sz="2400">
                <a:solidFill>
                  <a:schemeClr val="bg2"/>
                </a:solidFill>
              </a:rPr>
              <a:t> Felder von Zeigern</a:t>
            </a:r>
          </a:p>
        </p:txBody>
      </p:sp>
      <p:pic>
        <p:nvPicPr>
          <p:cNvPr id="4" name="Grafik 1">
            <a:extLst>
              <a:ext uri="{FF2B5EF4-FFF2-40B4-BE49-F238E27FC236}">
                <a16:creationId xmlns:a16="http://schemas.microsoft.com/office/drawing/2014/main" id="{AF646488-3DDB-4C4D-9823-C1E690A8ED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30813" y="2928938"/>
            <a:ext cx="3706812" cy="315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92" name="Rectangle 56">
            <a:extLst>
              <a:ext uri="{FF2B5EF4-FFF2-40B4-BE49-F238E27FC236}">
                <a16:creationId xmlns:a16="http://schemas.microsoft.com/office/drawing/2014/main" id="{33FCC8B9-00D4-4FBF-B6AE-E19474D7D330}"/>
              </a:ext>
            </a:extLst>
          </p:cNvPr>
          <p:cNvSpPr>
            <a:spLocks noChangeArrowheads="1"/>
          </p:cNvSpPr>
          <p:nvPr/>
        </p:nvSpPr>
        <p:spPr bwMode="auto">
          <a:xfrm>
            <a:off x="4791075" y="1967994"/>
            <a:ext cx="2039937" cy="968375"/>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24579" name="Foliennummernplatzhalter 3">
            <a:extLst>
              <a:ext uri="{FF2B5EF4-FFF2-40B4-BE49-F238E27FC236}">
                <a16:creationId xmlns:a16="http://schemas.microsoft.com/office/drawing/2014/main" id="{0F27F968-BFD5-4E80-A404-EF05B9A9EA8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B6CBC193-6FAD-4DD0-B561-377123884EFA}" type="slidenum">
              <a:rPr lang="de-DE" altLang="de-DE" sz="1400" smtClean="0"/>
              <a:pPr>
                <a:spcBef>
                  <a:spcPct val="0"/>
                </a:spcBef>
                <a:buFontTx/>
                <a:buNone/>
              </a:pPr>
              <a:t>15</a:t>
            </a:fld>
            <a:endParaRPr lang="de-DE" altLang="de-DE" sz="1400"/>
          </a:p>
        </p:txBody>
      </p:sp>
      <p:sp>
        <p:nvSpPr>
          <p:cNvPr id="24580" name="Rectangle 2">
            <a:extLst>
              <a:ext uri="{FF2B5EF4-FFF2-40B4-BE49-F238E27FC236}">
                <a16:creationId xmlns:a16="http://schemas.microsoft.com/office/drawing/2014/main" id="{5BA27020-1A8F-4DE6-A23D-BE386B6B9808}"/>
              </a:ext>
            </a:extLst>
          </p:cNvPr>
          <p:cNvSpPr>
            <a:spLocks noGrp="1" noChangeArrowheads="1"/>
          </p:cNvSpPr>
          <p:nvPr>
            <p:ph type="title"/>
          </p:nvPr>
        </p:nvSpPr>
        <p:spPr>
          <a:xfrm>
            <a:off x="457200" y="219075"/>
            <a:ext cx="8229600" cy="633413"/>
          </a:xfrm>
        </p:spPr>
        <p:txBody>
          <a:bodyPr/>
          <a:lstStyle/>
          <a:p>
            <a:pPr eaLnBrk="1" hangingPunct="1"/>
            <a:r>
              <a:rPr lang="de-DE" altLang="de-DE" dirty="0">
                <a:latin typeface="Calibri" panose="020F0502020204030204" pitchFamily="34" charset="0"/>
                <a:cs typeface="Calibri" panose="020F0502020204030204" pitchFamily="34" charset="0"/>
              </a:rPr>
              <a:t>2. Zusammenhang Felder und Zeiger</a:t>
            </a:r>
          </a:p>
        </p:txBody>
      </p:sp>
      <p:grpSp>
        <p:nvGrpSpPr>
          <p:cNvPr id="2" name="Group 3">
            <a:extLst>
              <a:ext uri="{FF2B5EF4-FFF2-40B4-BE49-F238E27FC236}">
                <a16:creationId xmlns:a16="http://schemas.microsoft.com/office/drawing/2014/main" id="{765493C0-1B13-4950-8C57-9CB11012ACF9}"/>
              </a:ext>
            </a:extLst>
          </p:cNvPr>
          <p:cNvGrpSpPr>
            <a:grpSpLocks/>
          </p:cNvGrpSpPr>
          <p:nvPr/>
        </p:nvGrpSpPr>
        <p:grpSpPr bwMode="auto">
          <a:xfrm>
            <a:off x="2303462" y="3458656"/>
            <a:ext cx="1301750" cy="1022350"/>
            <a:chOff x="2013" y="2196"/>
            <a:chExt cx="820" cy="644"/>
          </a:xfrm>
          <a:solidFill>
            <a:srgbClr val="FFCCCC"/>
          </a:solidFill>
        </p:grpSpPr>
        <p:sp>
          <p:nvSpPr>
            <p:cNvPr id="24629" name="Rectangle 4">
              <a:extLst>
                <a:ext uri="{FF2B5EF4-FFF2-40B4-BE49-F238E27FC236}">
                  <a16:creationId xmlns:a16="http://schemas.microsoft.com/office/drawing/2014/main" id="{AE0C02E5-CC1E-4424-905B-9780AC71D945}"/>
                </a:ext>
              </a:extLst>
            </p:cNvPr>
            <p:cNvSpPr>
              <a:spLocks noChangeArrowheads="1"/>
            </p:cNvSpPr>
            <p:nvPr/>
          </p:nvSpPr>
          <p:spPr bwMode="auto">
            <a:xfrm>
              <a:off x="2013" y="2215"/>
              <a:ext cx="820" cy="62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24630" name="Group 5">
              <a:extLst>
                <a:ext uri="{FF2B5EF4-FFF2-40B4-BE49-F238E27FC236}">
                  <a16:creationId xmlns:a16="http://schemas.microsoft.com/office/drawing/2014/main" id="{9455C2E8-49F6-4DAA-96B7-98E8E4AC49DA}"/>
                </a:ext>
              </a:extLst>
            </p:cNvPr>
            <p:cNvGrpSpPr>
              <a:grpSpLocks/>
            </p:cNvGrpSpPr>
            <p:nvPr/>
          </p:nvGrpSpPr>
          <p:grpSpPr bwMode="auto">
            <a:xfrm>
              <a:off x="2013" y="2196"/>
              <a:ext cx="820" cy="194"/>
              <a:chOff x="2695" y="2851"/>
              <a:chExt cx="820" cy="194"/>
            </a:xfrm>
            <a:grpFill/>
          </p:grpSpPr>
          <p:sp>
            <p:nvSpPr>
              <p:cNvPr id="24632" name="Rectangle 6">
                <a:extLst>
                  <a:ext uri="{FF2B5EF4-FFF2-40B4-BE49-F238E27FC236}">
                    <a16:creationId xmlns:a16="http://schemas.microsoft.com/office/drawing/2014/main" id="{B00A9F83-E6F5-4001-A5B5-5EA21BF89FB6}"/>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24633" name="Text Box 7">
                <a:extLst>
                  <a:ext uri="{FF2B5EF4-FFF2-40B4-BE49-F238E27FC236}">
                    <a16:creationId xmlns:a16="http://schemas.microsoft.com/office/drawing/2014/main" id="{F3792C94-9BE4-4228-B1BD-A83AEEA2CFEC}"/>
                  </a:ext>
                </a:extLst>
              </p:cNvPr>
              <p:cNvSpPr txBox="1">
                <a:spLocks noChangeArrowheads="1"/>
              </p:cNvSpPr>
              <p:nvPr/>
            </p:nvSpPr>
            <p:spPr bwMode="auto">
              <a:xfrm>
                <a:off x="2881" y="2851"/>
                <a:ext cx="492" cy="1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123457</a:t>
                </a:r>
              </a:p>
            </p:txBody>
          </p:sp>
        </p:grpSp>
        <p:sp>
          <p:nvSpPr>
            <p:cNvPr id="24631" name="Text Box 8">
              <a:extLst>
                <a:ext uri="{FF2B5EF4-FFF2-40B4-BE49-F238E27FC236}">
                  <a16:creationId xmlns:a16="http://schemas.microsoft.com/office/drawing/2014/main" id="{DE26F39F-EBBF-4464-B3F8-07E0D5C15671}"/>
                </a:ext>
              </a:extLst>
            </p:cNvPr>
            <p:cNvSpPr txBox="1">
              <a:spLocks noChangeArrowheads="1"/>
            </p:cNvSpPr>
            <p:nvPr/>
          </p:nvSpPr>
          <p:spPr bwMode="auto">
            <a:xfrm>
              <a:off x="2296" y="2475"/>
              <a:ext cx="220" cy="2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R</a:t>
              </a:r>
            </a:p>
          </p:txBody>
        </p:sp>
      </p:grpSp>
      <p:grpSp>
        <p:nvGrpSpPr>
          <p:cNvPr id="4" name="Group 9">
            <a:extLst>
              <a:ext uri="{FF2B5EF4-FFF2-40B4-BE49-F238E27FC236}">
                <a16:creationId xmlns:a16="http://schemas.microsoft.com/office/drawing/2014/main" id="{3E902DB6-AB23-44E8-804B-5C615F8006D7}"/>
              </a:ext>
            </a:extLst>
          </p:cNvPr>
          <p:cNvGrpSpPr>
            <a:grpSpLocks/>
          </p:cNvGrpSpPr>
          <p:nvPr/>
        </p:nvGrpSpPr>
        <p:grpSpPr bwMode="auto">
          <a:xfrm>
            <a:off x="1001712" y="3458656"/>
            <a:ext cx="1301750" cy="1022350"/>
            <a:chOff x="982" y="1279"/>
            <a:chExt cx="820" cy="644"/>
          </a:xfrm>
          <a:solidFill>
            <a:srgbClr val="FFCCCC"/>
          </a:solidFill>
        </p:grpSpPr>
        <p:sp>
          <p:nvSpPr>
            <p:cNvPr id="24624" name="Rectangle 10">
              <a:extLst>
                <a:ext uri="{FF2B5EF4-FFF2-40B4-BE49-F238E27FC236}">
                  <a16:creationId xmlns:a16="http://schemas.microsoft.com/office/drawing/2014/main" id="{1641589C-AA50-4A84-9A19-FAB0B98922C1}"/>
                </a:ext>
              </a:extLst>
            </p:cNvPr>
            <p:cNvSpPr>
              <a:spLocks noChangeArrowheads="1"/>
            </p:cNvSpPr>
            <p:nvPr/>
          </p:nvSpPr>
          <p:spPr bwMode="auto">
            <a:xfrm>
              <a:off x="982" y="1298"/>
              <a:ext cx="820" cy="62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24625" name="Group 11">
              <a:extLst>
                <a:ext uri="{FF2B5EF4-FFF2-40B4-BE49-F238E27FC236}">
                  <a16:creationId xmlns:a16="http://schemas.microsoft.com/office/drawing/2014/main" id="{AC0312D3-32AC-445E-B773-E564BD67AE26}"/>
                </a:ext>
              </a:extLst>
            </p:cNvPr>
            <p:cNvGrpSpPr>
              <a:grpSpLocks/>
            </p:cNvGrpSpPr>
            <p:nvPr/>
          </p:nvGrpSpPr>
          <p:grpSpPr bwMode="auto">
            <a:xfrm>
              <a:off x="982" y="1279"/>
              <a:ext cx="820" cy="192"/>
              <a:chOff x="2695" y="2851"/>
              <a:chExt cx="820" cy="192"/>
            </a:xfrm>
            <a:grpFill/>
          </p:grpSpPr>
          <p:sp>
            <p:nvSpPr>
              <p:cNvPr id="24627" name="Rectangle 12">
                <a:extLst>
                  <a:ext uri="{FF2B5EF4-FFF2-40B4-BE49-F238E27FC236}">
                    <a16:creationId xmlns:a16="http://schemas.microsoft.com/office/drawing/2014/main" id="{D8E6B2E5-630D-482E-8970-08DD078132A0}"/>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24628" name="Text Box 13">
                <a:extLst>
                  <a:ext uri="{FF2B5EF4-FFF2-40B4-BE49-F238E27FC236}">
                    <a16:creationId xmlns:a16="http://schemas.microsoft.com/office/drawing/2014/main" id="{7D77CA28-D31F-4BDF-A009-3923C80D4512}"/>
                  </a:ext>
                </a:extLst>
              </p:cNvPr>
              <p:cNvSpPr txBox="1">
                <a:spLocks noChangeArrowheads="1"/>
              </p:cNvSpPr>
              <p:nvPr/>
            </p:nvSpPr>
            <p:spPr bwMode="auto">
              <a:xfrm>
                <a:off x="2881" y="2851"/>
                <a:ext cx="488" cy="19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123456</a:t>
                </a:r>
              </a:p>
            </p:txBody>
          </p:sp>
        </p:grpSp>
        <p:sp>
          <p:nvSpPr>
            <p:cNvPr id="24626" name="Text Box 14">
              <a:extLst>
                <a:ext uri="{FF2B5EF4-FFF2-40B4-BE49-F238E27FC236}">
                  <a16:creationId xmlns:a16="http://schemas.microsoft.com/office/drawing/2014/main" id="{60909341-E535-45D6-95FB-E2C44940512D}"/>
                </a:ext>
              </a:extLst>
            </p:cNvPr>
            <p:cNvSpPr txBox="1">
              <a:spLocks noChangeArrowheads="1"/>
            </p:cNvSpPr>
            <p:nvPr/>
          </p:nvSpPr>
          <p:spPr bwMode="auto">
            <a:xfrm>
              <a:off x="1265" y="1558"/>
              <a:ext cx="156" cy="2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I</a:t>
              </a:r>
            </a:p>
          </p:txBody>
        </p:sp>
      </p:grpSp>
      <p:grpSp>
        <p:nvGrpSpPr>
          <p:cNvPr id="6" name="Group 15">
            <a:extLst>
              <a:ext uri="{FF2B5EF4-FFF2-40B4-BE49-F238E27FC236}">
                <a16:creationId xmlns:a16="http://schemas.microsoft.com/office/drawing/2014/main" id="{C134D38E-F8AE-420A-8BBB-6DB1E5EA2744}"/>
              </a:ext>
            </a:extLst>
          </p:cNvPr>
          <p:cNvGrpSpPr>
            <a:grpSpLocks/>
          </p:cNvGrpSpPr>
          <p:nvPr/>
        </p:nvGrpSpPr>
        <p:grpSpPr bwMode="auto">
          <a:xfrm>
            <a:off x="3594100" y="3458656"/>
            <a:ext cx="1301750" cy="1022350"/>
            <a:chOff x="2013" y="2196"/>
            <a:chExt cx="820" cy="644"/>
          </a:xfrm>
          <a:solidFill>
            <a:srgbClr val="FFCCCC"/>
          </a:solidFill>
        </p:grpSpPr>
        <p:sp>
          <p:nvSpPr>
            <p:cNvPr id="24619" name="Rectangle 16">
              <a:extLst>
                <a:ext uri="{FF2B5EF4-FFF2-40B4-BE49-F238E27FC236}">
                  <a16:creationId xmlns:a16="http://schemas.microsoft.com/office/drawing/2014/main" id="{7A93D8FC-9C15-42BB-9449-6FD315722589}"/>
                </a:ext>
              </a:extLst>
            </p:cNvPr>
            <p:cNvSpPr>
              <a:spLocks noChangeArrowheads="1"/>
            </p:cNvSpPr>
            <p:nvPr/>
          </p:nvSpPr>
          <p:spPr bwMode="auto">
            <a:xfrm>
              <a:off x="2013" y="2215"/>
              <a:ext cx="820" cy="62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24620" name="Group 17">
              <a:extLst>
                <a:ext uri="{FF2B5EF4-FFF2-40B4-BE49-F238E27FC236}">
                  <a16:creationId xmlns:a16="http://schemas.microsoft.com/office/drawing/2014/main" id="{51067F76-205B-488F-BC33-919C31C97346}"/>
                </a:ext>
              </a:extLst>
            </p:cNvPr>
            <p:cNvGrpSpPr>
              <a:grpSpLocks/>
            </p:cNvGrpSpPr>
            <p:nvPr/>
          </p:nvGrpSpPr>
          <p:grpSpPr bwMode="auto">
            <a:xfrm>
              <a:off x="2013" y="2196"/>
              <a:ext cx="820" cy="194"/>
              <a:chOff x="2695" y="2851"/>
              <a:chExt cx="820" cy="194"/>
            </a:xfrm>
            <a:grpFill/>
          </p:grpSpPr>
          <p:sp>
            <p:nvSpPr>
              <p:cNvPr id="24622" name="Rectangle 18">
                <a:extLst>
                  <a:ext uri="{FF2B5EF4-FFF2-40B4-BE49-F238E27FC236}">
                    <a16:creationId xmlns:a16="http://schemas.microsoft.com/office/drawing/2014/main" id="{768D9D4D-34F7-4C3C-90BF-A007E027C037}"/>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24623" name="Text Box 19">
                <a:extLst>
                  <a:ext uri="{FF2B5EF4-FFF2-40B4-BE49-F238E27FC236}">
                    <a16:creationId xmlns:a16="http://schemas.microsoft.com/office/drawing/2014/main" id="{F5FD3EE1-01CB-4452-A41D-C47295C34521}"/>
                  </a:ext>
                </a:extLst>
              </p:cNvPr>
              <p:cNvSpPr txBox="1">
                <a:spLocks noChangeArrowheads="1"/>
              </p:cNvSpPr>
              <p:nvPr/>
            </p:nvSpPr>
            <p:spPr bwMode="auto">
              <a:xfrm>
                <a:off x="2881" y="2851"/>
                <a:ext cx="492" cy="1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123458</a:t>
                </a:r>
              </a:p>
            </p:txBody>
          </p:sp>
        </p:grpSp>
        <p:sp>
          <p:nvSpPr>
            <p:cNvPr id="24621" name="Text Box 20">
              <a:extLst>
                <a:ext uri="{FF2B5EF4-FFF2-40B4-BE49-F238E27FC236}">
                  <a16:creationId xmlns:a16="http://schemas.microsoft.com/office/drawing/2014/main" id="{15E00B32-ECE6-4389-900F-40276041763C}"/>
                </a:ext>
              </a:extLst>
            </p:cNvPr>
            <p:cNvSpPr txBox="1">
              <a:spLocks noChangeArrowheads="1"/>
            </p:cNvSpPr>
            <p:nvPr/>
          </p:nvSpPr>
          <p:spPr bwMode="auto">
            <a:xfrm>
              <a:off x="2296" y="2475"/>
              <a:ext cx="252" cy="2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 E</a:t>
              </a:r>
            </a:p>
          </p:txBody>
        </p:sp>
      </p:grpSp>
      <p:grpSp>
        <p:nvGrpSpPr>
          <p:cNvPr id="8" name="Group 21">
            <a:extLst>
              <a:ext uri="{FF2B5EF4-FFF2-40B4-BE49-F238E27FC236}">
                <a16:creationId xmlns:a16="http://schemas.microsoft.com/office/drawing/2014/main" id="{D73E216A-C671-4D61-BABE-771DEFC0E173}"/>
              </a:ext>
            </a:extLst>
          </p:cNvPr>
          <p:cNvGrpSpPr>
            <a:grpSpLocks/>
          </p:cNvGrpSpPr>
          <p:nvPr/>
        </p:nvGrpSpPr>
        <p:grpSpPr bwMode="auto">
          <a:xfrm>
            <a:off x="4895850" y="3458656"/>
            <a:ext cx="1370012" cy="1022350"/>
            <a:chOff x="2013" y="2196"/>
            <a:chExt cx="820" cy="644"/>
          </a:xfrm>
          <a:solidFill>
            <a:srgbClr val="FFCCCC"/>
          </a:solidFill>
        </p:grpSpPr>
        <p:sp>
          <p:nvSpPr>
            <p:cNvPr id="24614" name="Rectangle 22">
              <a:extLst>
                <a:ext uri="{FF2B5EF4-FFF2-40B4-BE49-F238E27FC236}">
                  <a16:creationId xmlns:a16="http://schemas.microsoft.com/office/drawing/2014/main" id="{0162DCEF-0E34-495F-99E8-2DB6BC3F71F7}"/>
                </a:ext>
              </a:extLst>
            </p:cNvPr>
            <p:cNvSpPr>
              <a:spLocks noChangeArrowheads="1"/>
            </p:cNvSpPr>
            <p:nvPr/>
          </p:nvSpPr>
          <p:spPr bwMode="auto">
            <a:xfrm>
              <a:off x="2013" y="2215"/>
              <a:ext cx="820" cy="62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24615" name="Group 23">
              <a:extLst>
                <a:ext uri="{FF2B5EF4-FFF2-40B4-BE49-F238E27FC236}">
                  <a16:creationId xmlns:a16="http://schemas.microsoft.com/office/drawing/2014/main" id="{2F5AFDE0-6600-45C3-B39A-F14E29ACFA48}"/>
                </a:ext>
              </a:extLst>
            </p:cNvPr>
            <p:cNvGrpSpPr>
              <a:grpSpLocks/>
            </p:cNvGrpSpPr>
            <p:nvPr/>
          </p:nvGrpSpPr>
          <p:grpSpPr bwMode="auto">
            <a:xfrm>
              <a:off x="2013" y="2196"/>
              <a:ext cx="820" cy="194"/>
              <a:chOff x="2695" y="2851"/>
              <a:chExt cx="820" cy="194"/>
            </a:xfrm>
            <a:grpFill/>
          </p:grpSpPr>
          <p:sp>
            <p:nvSpPr>
              <p:cNvPr id="24617" name="Rectangle 24">
                <a:extLst>
                  <a:ext uri="{FF2B5EF4-FFF2-40B4-BE49-F238E27FC236}">
                    <a16:creationId xmlns:a16="http://schemas.microsoft.com/office/drawing/2014/main" id="{E5E80762-6F94-4D1C-B7E4-85AF9859A62E}"/>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24618" name="Text Box 25">
                <a:extLst>
                  <a:ext uri="{FF2B5EF4-FFF2-40B4-BE49-F238E27FC236}">
                    <a16:creationId xmlns:a16="http://schemas.microsoft.com/office/drawing/2014/main" id="{CC55EACE-EB5A-449D-A258-C64C529D2E04}"/>
                  </a:ext>
                </a:extLst>
              </p:cNvPr>
              <p:cNvSpPr txBox="1">
                <a:spLocks noChangeArrowheads="1"/>
              </p:cNvSpPr>
              <p:nvPr/>
            </p:nvSpPr>
            <p:spPr bwMode="auto">
              <a:xfrm>
                <a:off x="2881" y="2851"/>
                <a:ext cx="492" cy="1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123459</a:t>
                </a:r>
              </a:p>
            </p:txBody>
          </p:sp>
        </p:grpSp>
        <p:sp>
          <p:nvSpPr>
            <p:cNvPr id="24616" name="Text Box 26">
              <a:extLst>
                <a:ext uri="{FF2B5EF4-FFF2-40B4-BE49-F238E27FC236}">
                  <a16:creationId xmlns:a16="http://schemas.microsoft.com/office/drawing/2014/main" id="{E6DD068B-0428-4C93-BD54-9DD21124306E}"/>
                </a:ext>
              </a:extLst>
            </p:cNvPr>
            <p:cNvSpPr txBox="1">
              <a:spLocks noChangeArrowheads="1"/>
            </p:cNvSpPr>
            <p:nvPr/>
          </p:nvSpPr>
          <p:spPr bwMode="auto">
            <a:xfrm>
              <a:off x="2296" y="2475"/>
              <a:ext cx="220" cy="2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N</a:t>
              </a:r>
            </a:p>
          </p:txBody>
        </p:sp>
      </p:grpSp>
      <p:grpSp>
        <p:nvGrpSpPr>
          <p:cNvPr id="10" name="Group 27">
            <a:extLst>
              <a:ext uri="{FF2B5EF4-FFF2-40B4-BE49-F238E27FC236}">
                <a16:creationId xmlns:a16="http://schemas.microsoft.com/office/drawing/2014/main" id="{123EBF6B-9521-49F4-B762-18102D3132D6}"/>
              </a:ext>
            </a:extLst>
          </p:cNvPr>
          <p:cNvGrpSpPr>
            <a:grpSpLocks/>
          </p:cNvGrpSpPr>
          <p:nvPr/>
        </p:nvGrpSpPr>
        <p:grpSpPr bwMode="auto">
          <a:xfrm>
            <a:off x="6211887" y="3458656"/>
            <a:ext cx="1301750" cy="1022350"/>
            <a:chOff x="2013" y="2196"/>
            <a:chExt cx="820" cy="644"/>
          </a:xfrm>
          <a:solidFill>
            <a:srgbClr val="FFCCCC"/>
          </a:solidFill>
        </p:grpSpPr>
        <p:sp>
          <p:nvSpPr>
            <p:cNvPr id="24609" name="Rectangle 28">
              <a:extLst>
                <a:ext uri="{FF2B5EF4-FFF2-40B4-BE49-F238E27FC236}">
                  <a16:creationId xmlns:a16="http://schemas.microsoft.com/office/drawing/2014/main" id="{50BE8442-DB62-4A3C-8680-F9FEB8532559}"/>
                </a:ext>
              </a:extLst>
            </p:cNvPr>
            <p:cNvSpPr>
              <a:spLocks noChangeArrowheads="1"/>
            </p:cNvSpPr>
            <p:nvPr/>
          </p:nvSpPr>
          <p:spPr bwMode="auto">
            <a:xfrm>
              <a:off x="2013" y="2215"/>
              <a:ext cx="820" cy="62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24610" name="Group 29">
              <a:extLst>
                <a:ext uri="{FF2B5EF4-FFF2-40B4-BE49-F238E27FC236}">
                  <a16:creationId xmlns:a16="http://schemas.microsoft.com/office/drawing/2014/main" id="{0A193D09-F145-4725-9008-D777DBA4C2C2}"/>
                </a:ext>
              </a:extLst>
            </p:cNvPr>
            <p:cNvGrpSpPr>
              <a:grpSpLocks/>
            </p:cNvGrpSpPr>
            <p:nvPr/>
          </p:nvGrpSpPr>
          <p:grpSpPr bwMode="auto">
            <a:xfrm>
              <a:off x="2013" y="2196"/>
              <a:ext cx="820" cy="194"/>
              <a:chOff x="2695" y="2851"/>
              <a:chExt cx="820" cy="194"/>
            </a:xfrm>
            <a:grpFill/>
          </p:grpSpPr>
          <p:sp>
            <p:nvSpPr>
              <p:cNvPr id="24612" name="Rectangle 30">
                <a:extLst>
                  <a:ext uri="{FF2B5EF4-FFF2-40B4-BE49-F238E27FC236}">
                    <a16:creationId xmlns:a16="http://schemas.microsoft.com/office/drawing/2014/main" id="{179499F4-9817-4B37-8C64-1C8521B0A545}"/>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24613" name="Text Box 31">
                <a:extLst>
                  <a:ext uri="{FF2B5EF4-FFF2-40B4-BE49-F238E27FC236}">
                    <a16:creationId xmlns:a16="http://schemas.microsoft.com/office/drawing/2014/main" id="{91A9210A-C23B-481B-86A6-B32784A2E5EB}"/>
                  </a:ext>
                </a:extLst>
              </p:cNvPr>
              <p:cNvSpPr txBox="1">
                <a:spLocks noChangeArrowheads="1"/>
              </p:cNvSpPr>
              <p:nvPr/>
            </p:nvSpPr>
            <p:spPr bwMode="auto">
              <a:xfrm>
                <a:off x="2881" y="2851"/>
                <a:ext cx="492" cy="1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123460</a:t>
                </a:r>
              </a:p>
            </p:txBody>
          </p:sp>
        </p:grpSp>
        <p:sp>
          <p:nvSpPr>
            <p:cNvPr id="24611" name="Text Box 32">
              <a:extLst>
                <a:ext uri="{FF2B5EF4-FFF2-40B4-BE49-F238E27FC236}">
                  <a16:creationId xmlns:a16="http://schemas.microsoft.com/office/drawing/2014/main" id="{AD4E96E1-CA73-4C50-AD90-0B8859E5EA25}"/>
                </a:ext>
              </a:extLst>
            </p:cNvPr>
            <p:cNvSpPr txBox="1">
              <a:spLocks noChangeArrowheads="1"/>
            </p:cNvSpPr>
            <p:nvPr/>
          </p:nvSpPr>
          <p:spPr bwMode="auto">
            <a:xfrm>
              <a:off x="2296" y="2475"/>
              <a:ext cx="212" cy="2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E</a:t>
              </a:r>
            </a:p>
          </p:txBody>
        </p:sp>
      </p:grpSp>
      <p:sp>
        <p:nvSpPr>
          <p:cNvPr id="526369" name="Text Box 33">
            <a:extLst>
              <a:ext uri="{FF2B5EF4-FFF2-40B4-BE49-F238E27FC236}">
                <a16:creationId xmlns:a16="http://schemas.microsoft.com/office/drawing/2014/main" id="{EB18619B-2540-45A9-95E8-D94F670FFF1F}"/>
              </a:ext>
            </a:extLst>
          </p:cNvPr>
          <p:cNvSpPr txBox="1">
            <a:spLocks noChangeArrowheads="1"/>
          </p:cNvSpPr>
          <p:nvPr/>
        </p:nvSpPr>
        <p:spPr bwMode="auto">
          <a:xfrm>
            <a:off x="1049337" y="3071306"/>
            <a:ext cx="13255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pname</a:t>
            </a:r>
            <a:endParaRPr lang="de-DE" altLang="de-DE" sz="1800" b="1" dirty="0"/>
          </a:p>
        </p:txBody>
      </p:sp>
      <p:sp>
        <p:nvSpPr>
          <p:cNvPr id="526370" name="Text Box 34">
            <a:extLst>
              <a:ext uri="{FF2B5EF4-FFF2-40B4-BE49-F238E27FC236}">
                <a16:creationId xmlns:a16="http://schemas.microsoft.com/office/drawing/2014/main" id="{77FBCB0D-E648-4EBF-B6F7-0CE8A4C39BF7}"/>
              </a:ext>
            </a:extLst>
          </p:cNvPr>
          <p:cNvSpPr txBox="1">
            <a:spLocks noChangeArrowheads="1"/>
          </p:cNvSpPr>
          <p:nvPr/>
        </p:nvSpPr>
        <p:spPr bwMode="auto">
          <a:xfrm>
            <a:off x="2362200" y="3091944"/>
            <a:ext cx="13160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a:t>pname+1</a:t>
            </a:r>
          </a:p>
        </p:txBody>
      </p:sp>
      <p:sp>
        <p:nvSpPr>
          <p:cNvPr id="526371" name="Text Box 35">
            <a:extLst>
              <a:ext uri="{FF2B5EF4-FFF2-40B4-BE49-F238E27FC236}">
                <a16:creationId xmlns:a16="http://schemas.microsoft.com/office/drawing/2014/main" id="{4DB6EC42-3C9D-4A38-8E94-C10496A86F9F}"/>
              </a:ext>
            </a:extLst>
          </p:cNvPr>
          <p:cNvSpPr txBox="1">
            <a:spLocks noChangeArrowheads="1"/>
          </p:cNvSpPr>
          <p:nvPr/>
        </p:nvSpPr>
        <p:spPr bwMode="auto">
          <a:xfrm>
            <a:off x="3619500" y="3082419"/>
            <a:ext cx="13573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a:t>pname+2</a:t>
            </a:r>
          </a:p>
        </p:txBody>
      </p:sp>
      <p:sp>
        <p:nvSpPr>
          <p:cNvPr id="526372" name="Text Box 36">
            <a:extLst>
              <a:ext uri="{FF2B5EF4-FFF2-40B4-BE49-F238E27FC236}">
                <a16:creationId xmlns:a16="http://schemas.microsoft.com/office/drawing/2014/main" id="{CAC54D1A-35AF-4229-A7C2-633E676CA216}"/>
              </a:ext>
            </a:extLst>
          </p:cNvPr>
          <p:cNvSpPr txBox="1">
            <a:spLocks noChangeArrowheads="1"/>
          </p:cNvSpPr>
          <p:nvPr/>
        </p:nvSpPr>
        <p:spPr bwMode="auto">
          <a:xfrm>
            <a:off x="4940300" y="3074481"/>
            <a:ext cx="1301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a:t>pname+3</a:t>
            </a:r>
          </a:p>
        </p:txBody>
      </p:sp>
      <p:sp>
        <p:nvSpPr>
          <p:cNvPr id="526373" name="Text Box 37">
            <a:extLst>
              <a:ext uri="{FF2B5EF4-FFF2-40B4-BE49-F238E27FC236}">
                <a16:creationId xmlns:a16="http://schemas.microsoft.com/office/drawing/2014/main" id="{B2967552-86AF-46A6-9FB1-0E103F8B98CA}"/>
              </a:ext>
            </a:extLst>
          </p:cNvPr>
          <p:cNvSpPr txBox="1">
            <a:spLocks noChangeArrowheads="1"/>
          </p:cNvSpPr>
          <p:nvPr/>
        </p:nvSpPr>
        <p:spPr bwMode="auto">
          <a:xfrm>
            <a:off x="6243637" y="3091944"/>
            <a:ext cx="13192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a:t>pname+4</a:t>
            </a:r>
          </a:p>
        </p:txBody>
      </p:sp>
      <p:sp>
        <p:nvSpPr>
          <p:cNvPr id="526374" name="Text Box 38">
            <a:extLst>
              <a:ext uri="{FF2B5EF4-FFF2-40B4-BE49-F238E27FC236}">
                <a16:creationId xmlns:a16="http://schemas.microsoft.com/office/drawing/2014/main" id="{95733E5B-5A97-4CB0-B8B2-3F1D466F3B97}"/>
              </a:ext>
            </a:extLst>
          </p:cNvPr>
          <p:cNvSpPr txBox="1">
            <a:spLocks noChangeArrowheads="1"/>
          </p:cNvSpPr>
          <p:nvPr/>
        </p:nvSpPr>
        <p:spPr bwMode="auto">
          <a:xfrm>
            <a:off x="1095599" y="4522281"/>
            <a:ext cx="1069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[0]</a:t>
            </a:r>
          </a:p>
        </p:txBody>
      </p:sp>
      <p:sp>
        <p:nvSpPr>
          <p:cNvPr id="526375" name="Text Box 39">
            <a:extLst>
              <a:ext uri="{FF2B5EF4-FFF2-40B4-BE49-F238E27FC236}">
                <a16:creationId xmlns:a16="http://schemas.microsoft.com/office/drawing/2014/main" id="{AE1C9B79-D859-4168-92D1-3E935E0FCFEA}"/>
              </a:ext>
            </a:extLst>
          </p:cNvPr>
          <p:cNvSpPr txBox="1">
            <a:spLocks noChangeArrowheads="1"/>
          </p:cNvSpPr>
          <p:nvPr/>
        </p:nvSpPr>
        <p:spPr bwMode="auto">
          <a:xfrm>
            <a:off x="2370362" y="4517519"/>
            <a:ext cx="1069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[1]</a:t>
            </a:r>
          </a:p>
        </p:txBody>
      </p:sp>
      <p:sp>
        <p:nvSpPr>
          <p:cNvPr id="526376" name="Text Box 40">
            <a:extLst>
              <a:ext uri="{FF2B5EF4-FFF2-40B4-BE49-F238E27FC236}">
                <a16:creationId xmlns:a16="http://schemas.microsoft.com/office/drawing/2014/main" id="{24C73587-81BE-4244-89ED-DC2954764946}"/>
              </a:ext>
            </a:extLst>
          </p:cNvPr>
          <p:cNvSpPr txBox="1">
            <a:spLocks noChangeArrowheads="1"/>
          </p:cNvSpPr>
          <p:nvPr/>
        </p:nvSpPr>
        <p:spPr bwMode="auto">
          <a:xfrm>
            <a:off x="3708624" y="4517519"/>
            <a:ext cx="1069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[2]</a:t>
            </a:r>
          </a:p>
        </p:txBody>
      </p:sp>
      <p:sp>
        <p:nvSpPr>
          <p:cNvPr id="526377" name="Text Box 41">
            <a:extLst>
              <a:ext uri="{FF2B5EF4-FFF2-40B4-BE49-F238E27FC236}">
                <a16:creationId xmlns:a16="http://schemas.microsoft.com/office/drawing/2014/main" id="{7E2FAB14-9A4A-4696-B833-E095332CE1A1}"/>
              </a:ext>
            </a:extLst>
          </p:cNvPr>
          <p:cNvSpPr txBox="1">
            <a:spLocks noChangeArrowheads="1"/>
          </p:cNvSpPr>
          <p:nvPr/>
        </p:nvSpPr>
        <p:spPr bwMode="auto">
          <a:xfrm>
            <a:off x="5016500" y="4536569"/>
            <a:ext cx="1162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[3]</a:t>
            </a:r>
          </a:p>
        </p:txBody>
      </p:sp>
      <p:sp>
        <p:nvSpPr>
          <p:cNvPr id="526378" name="Text Box 42">
            <a:extLst>
              <a:ext uri="{FF2B5EF4-FFF2-40B4-BE49-F238E27FC236}">
                <a16:creationId xmlns:a16="http://schemas.microsoft.com/office/drawing/2014/main" id="{7CBA33C2-0F6A-4244-A57B-4A8E61889595}"/>
              </a:ext>
            </a:extLst>
          </p:cNvPr>
          <p:cNvSpPr txBox="1">
            <a:spLocks noChangeArrowheads="1"/>
          </p:cNvSpPr>
          <p:nvPr/>
        </p:nvSpPr>
        <p:spPr bwMode="auto">
          <a:xfrm>
            <a:off x="6358162" y="4527044"/>
            <a:ext cx="1069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[4]</a:t>
            </a:r>
          </a:p>
        </p:txBody>
      </p:sp>
      <p:sp>
        <p:nvSpPr>
          <p:cNvPr id="526380" name="Freeform 44">
            <a:extLst>
              <a:ext uri="{FF2B5EF4-FFF2-40B4-BE49-F238E27FC236}">
                <a16:creationId xmlns:a16="http://schemas.microsoft.com/office/drawing/2014/main" id="{FEBCF21B-83EF-47BA-AF78-9BFA3C81EA8A}"/>
              </a:ext>
            </a:extLst>
          </p:cNvPr>
          <p:cNvSpPr>
            <a:spLocks/>
          </p:cNvSpPr>
          <p:nvPr/>
        </p:nvSpPr>
        <p:spPr bwMode="auto">
          <a:xfrm>
            <a:off x="457200" y="3184019"/>
            <a:ext cx="654050" cy="469900"/>
          </a:xfrm>
          <a:custGeom>
            <a:avLst/>
            <a:gdLst>
              <a:gd name="T0" fmla="*/ 2147483646 w 412"/>
              <a:gd name="T1" fmla="*/ 2147483646 h 296"/>
              <a:gd name="T2" fmla="*/ 2147483646 w 412"/>
              <a:gd name="T3" fmla="*/ 2147483646 h 296"/>
              <a:gd name="T4" fmla="*/ 2147483646 w 412"/>
              <a:gd name="T5" fmla="*/ 2147483646 h 296"/>
              <a:gd name="T6" fmla="*/ 0 60000 65536"/>
              <a:gd name="T7" fmla="*/ 0 60000 65536"/>
              <a:gd name="T8" fmla="*/ 0 60000 65536"/>
              <a:gd name="T9" fmla="*/ 0 w 412"/>
              <a:gd name="T10" fmla="*/ 0 h 296"/>
              <a:gd name="T11" fmla="*/ 412 w 412"/>
              <a:gd name="T12" fmla="*/ 296 h 296"/>
            </a:gdLst>
            <a:ahLst/>
            <a:cxnLst>
              <a:cxn ang="T6">
                <a:pos x="T0" y="T1"/>
              </a:cxn>
              <a:cxn ang="T7">
                <a:pos x="T2" y="T3"/>
              </a:cxn>
              <a:cxn ang="T8">
                <a:pos x="T4" y="T5"/>
              </a:cxn>
            </a:cxnLst>
            <a:rect l="T9" t="T10" r="T11" b="T12"/>
            <a:pathLst>
              <a:path w="412" h="296">
                <a:moveTo>
                  <a:pt x="412" y="42"/>
                </a:moveTo>
                <a:cubicBezTo>
                  <a:pt x="209" y="21"/>
                  <a:pt x="6" y="0"/>
                  <a:pt x="3" y="42"/>
                </a:cubicBezTo>
                <a:cubicBezTo>
                  <a:pt x="0" y="84"/>
                  <a:pt x="329" y="254"/>
                  <a:pt x="394" y="296"/>
                </a:cubicBezTo>
              </a:path>
            </a:pathLst>
          </a:custGeom>
          <a:noFill/>
          <a:ln w="9525"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526381" name="Freeform 45">
            <a:extLst>
              <a:ext uri="{FF2B5EF4-FFF2-40B4-BE49-F238E27FC236}">
                <a16:creationId xmlns:a16="http://schemas.microsoft.com/office/drawing/2014/main" id="{83F24BDB-37FF-4979-872D-F7F82357601B}"/>
              </a:ext>
            </a:extLst>
          </p:cNvPr>
          <p:cNvSpPr>
            <a:spLocks/>
          </p:cNvSpPr>
          <p:nvPr/>
        </p:nvSpPr>
        <p:spPr bwMode="auto">
          <a:xfrm>
            <a:off x="563562" y="4111119"/>
            <a:ext cx="727075" cy="603250"/>
          </a:xfrm>
          <a:custGeom>
            <a:avLst/>
            <a:gdLst>
              <a:gd name="T0" fmla="*/ 2147483646 w 458"/>
              <a:gd name="T1" fmla="*/ 2147483646 h 380"/>
              <a:gd name="T2" fmla="*/ 2147483646 w 458"/>
              <a:gd name="T3" fmla="*/ 2147483646 h 380"/>
              <a:gd name="T4" fmla="*/ 2147483646 w 458"/>
              <a:gd name="T5" fmla="*/ 0 h 380"/>
              <a:gd name="T6" fmla="*/ 0 60000 65536"/>
              <a:gd name="T7" fmla="*/ 0 60000 65536"/>
              <a:gd name="T8" fmla="*/ 0 60000 65536"/>
              <a:gd name="T9" fmla="*/ 0 w 458"/>
              <a:gd name="T10" fmla="*/ 0 h 380"/>
              <a:gd name="T11" fmla="*/ 458 w 458"/>
              <a:gd name="T12" fmla="*/ 380 h 380"/>
            </a:gdLst>
            <a:ahLst/>
            <a:cxnLst>
              <a:cxn ang="T6">
                <a:pos x="T0" y="T1"/>
              </a:cxn>
              <a:cxn ang="T7">
                <a:pos x="T2" y="T3"/>
              </a:cxn>
              <a:cxn ang="T8">
                <a:pos x="T4" y="T5"/>
              </a:cxn>
            </a:cxnLst>
            <a:rect l="T9" t="T10" r="T11" b="T12"/>
            <a:pathLst>
              <a:path w="458" h="380">
                <a:moveTo>
                  <a:pt x="337" y="380"/>
                </a:moveTo>
                <a:cubicBezTo>
                  <a:pt x="168" y="290"/>
                  <a:pt x="0" y="201"/>
                  <a:pt x="20" y="138"/>
                </a:cubicBezTo>
                <a:cubicBezTo>
                  <a:pt x="40" y="75"/>
                  <a:pt x="249" y="37"/>
                  <a:pt x="458" y="0"/>
                </a:cubicBezTo>
              </a:path>
            </a:pathLst>
          </a:custGeom>
          <a:noFill/>
          <a:ln w="9525"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526383" name="Text Box 47">
            <a:extLst>
              <a:ext uri="{FF2B5EF4-FFF2-40B4-BE49-F238E27FC236}">
                <a16:creationId xmlns:a16="http://schemas.microsoft.com/office/drawing/2014/main" id="{A3BDF70D-3B3F-44E4-8E21-1AB48153B2FC}"/>
              </a:ext>
            </a:extLst>
          </p:cNvPr>
          <p:cNvSpPr txBox="1">
            <a:spLocks noChangeArrowheads="1"/>
          </p:cNvSpPr>
          <p:nvPr/>
        </p:nvSpPr>
        <p:spPr bwMode="auto">
          <a:xfrm>
            <a:off x="803275" y="2015619"/>
            <a:ext cx="2557462" cy="915987"/>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char</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name</a:t>
            </a:r>
            <a:r>
              <a:rPr lang="de-DE" altLang="de-DE" sz="1800" b="1" dirty="0">
                <a:latin typeface="Courier New" panose="02070309020205020404" pitchFamily="49" charset="0"/>
                <a:cs typeface="Courier New" panose="02070309020205020404" pitchFamily="49" charset="0"/>
              </a:rPr>
              <a:t>[5];</a:t>
            </a:r>
          </a:p>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char</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pname</a:t>
            </a:r>
            <a:r>
              <a:rPr lang="de-DE" altLang="de-DE" sz="1800" b="1" dirty="0">
                <a:latin typeface="Courier New" panose="02070309020205020404" pitchFamily="49" charset="0"/>
                <a:cs typeface="Courier New" panose="02070309020205020404" pitchFamily="49" charset="0"/>
              </a:rPr>
              <a:t>;</a:t>
            </a:r>
          </a:p>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pname</a:t>
            </a:r>
            <a:r>
              <a:rPr lang="de-DE" altLang="de-DE" sz="1800" b="1" dirty="0">
                <a:latin typeface="Courier New" panose="02070309020205020404" pitchFamily="49" charset="0"/>
                <a:cs typeface="Courier New" panose="02070309020205020404" pitchFamily="49" charset="0"/>
              </a:rPr>
              <a:t> = &amp;</a:t>
            </a:r>
            <a:r>
              <a:rPr lang="de-DE" altLang="de-DE" sz="1800" b="1" dirty="0" err="1">
                <a:latin typeface="Courier New" panose="02070309020205020404" pitchFamily="49" charset="0"/>
                <a:cs typeface="Courier New" panose="02070309020205020404" pitchFamily="49" charset="0"/>
              </a:rPr>
              <a:t>name</a:t>
            </a:r>
            <a:r>
              <a:rPr lang="de-DE" altLang="de-DE" sz="1800" b="1" dirty="0">
                <a:latin typeface="Courier New" panose="02070309020205020404" pitchFamily="49" charset="0"/>
                <a:cs typeface="Courier New" panose="02070309020205020404" pitchFamily="49" charset="0"/>
              </a:rPr>
              <a:t>[0];</a:t>
            </a:r>
          </a:p>
        </p:txBody>
      </p:sp>
      <p:sp>
        <p:nvSpPr>
          <p:cNvPr id="526386" name="Text Box 50">
            <a:extLst>
              <a:ext uri="{FF2B5EF4-FFF2-40B4-BE49-F238E27FC236}">
                <a16:creationId xmlns:a16="http://schemas.microsoft.com/office/drawing/2014/main" id="{BC0226D1-BC21-4ECD-A361-C2D48C6E9D50}"/>
              </a:ext>
            </a:extLst>
          </p:cNvPr>
          <p:cNvSpPr txBox="1">
            <a:spLocks noChangeArrowheads="1"/>
          </p:cNvSpPr>
          <p:nvPr/>
        </p:nvSpPr>
        <p:spPr bwMode="auto">
          <a:xfrm>
            <a:off x="4078287" y="1831469"/>
            <a:ext cx="3619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O</a:t>
            </a:r>
          </a:p>
          <a:p>
            <a:pPr eaLnBrk="1" hangingPunct="1">
              <a:spcBef>
                <a:spcPct val="0"/>
              </a:spcBef>
              <a:buFontTx/>
              <a:buNone/>
            </a:pPr>
            <a:r>
              <a:rPr lang="de-DE" altLang="de-DE" sz="1800"/>
              <a:t>D</a:t>
            </a:r>
          </a:p>
          <a:p>
            <a:pPr eaLnBrk="1" hangingPunct="1">
              <a:spcBef>
                <a:spcPct val="0"/>
              </a:spcBef>
              <a:buFontTx/>
              <a:buNone/>
            </a:pPr>
            <a:r>
              <a:rPr lang="de-DE" altLang="de-DE" sz="1800"/>
              <a:t>E</a:t>
            </a:r>
          </a:p>
          <a:p>
            <a:pPr eaLnBrk="1" hangingPunct="1">
              <a:spcBef>
                <a:spcPct val="0"/>
              </a:spcBef>
              <a:buFontTx/>
              <a:buNone/>
            </a:pPr>
            <a:r>
              <a:rPr lang="de-DE" altLang="de-DE" sz="1800"/>
              <a:t>R</a:t>
            </a:r>
          </a:p>
        </p:txBody>
      </p:sp>
      <p:sp>
        <p:nvSpPr>
          <p:cNvPr id="526387" name="Text Box 51">
            <a:extLst>
              <a:ext uri="{FF2B5EF4-FFF2-40B4-BE49-F238E27FC236}">
                <a16:creationId xmlns:a16="http://schemas.microsoft.com/office/drawing/2014/main" id="{964434B2-85E9-454A-AAF1-5F1FAEA87329}"/>
              </a:ext>
            </a:extLst>
          </p:cNvPr>
          <p:cNvSpPr txBox="1">
            <a:spLocks noChangeArrowheads="1"/>
          </p:cNvSpPr>
          <p:nvPr/>
        </p:nvSpPr>
        <p:spPr bwMode="auto">
          <a:xfrm>
            <a:off x="4827587" y="1942594"/>
            <a:ext cx="24018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char</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name</a:t>
            </a:r>
            <a:r>
              <a:rPr lang="de-DE" altLang="de-DE" sz="1800" b="1" dirty="0">
                <a:latin typeface="Courier New" panose="02070309020205020404" pitchFamily="49" charset="0"/>
                <a:cs typeface="Courier New" panose="02070309020205020404" pitchFamily="49" charset="0"/>
              </a:rPr>
              <a:t>[5];</a:t>
            </a:r>
          </a:p>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char</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pname</a:t>
            </a:r>
            <a:r>
              <a:rPr lang="de-DE" altLang="de-DE" sz="1800" b="1" dirty="0">
                <a:latin typeface="Courier New" panose="02070309020205020404" pitchFamily="49" charset="0"/>
                <a:cs typeface="Courier New" panose="02070309020205020404" pitchFamily="49" charset="0"/>
              </a:rPr>
              <a:t>;</a:t>
            </a:r>
          </a:p>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pname</a:t>
            </a:r>
            <a:r>
              <a:rPr lang="de-DE" altLang="de-DE" sz="1800" b="1" dirty="0">
                <a:latin typeface="Courier New" panose="02070309020205020404" pitchFamily="49" charset="0"/>
                <a:cs typeface="Courier New" panose="02070309020205020404" pitchFamily="49" charset="0"/>
              </a:rPr>
              <a:t> = </a:t>
            </a:r>
            <a:r>
              <a:rPr lang="de-DE" altLang="de-DE" sz="1800" b="1" dirty="0" err="1">
                <a:latin typeface="Courier New" panose="02070309020205020404" pitchFamily="49" charset="0"/>
                <a:cs typeface="Courier New" panose="02070309020205020404" pitchFamily="49" charset="0"/>
              </a:rPr>
              <a:t>name</a:t>
            </a:r>
            <a:r>
              <a:rPr lang="de-DE" altLang="de-DE" sz="1800" b="1" dirty="0">
                <a:latin typeface="Courier New" panose="02070309020205020404" pitchFamily="49" charset="0"/>
                <a:cs typeface="Courier New" panose="02070309020205020404" pitchFamily="49" charset="0"/>
              </a:rPr>
              <a:t>;</a:t>
            </a:r>
          </a:p>
        </p:txBody>
      </p:sp>
      <p:sp>
        <p:nvSpPr>
          <p:cNvPr id="526388" name="Text Box 52">
            <a:extLst>
              <a:ext uri="{FF2B5EF4-FFF2-40B4-BE49-F238E27FC236}">
                <a16:creationId xmlns:a16="http://schemas.microsoft.com/office/drawing/2014/main" id="{9AFA3CD8-D825-4052-A93F-6073339394C2}"/>
              </a:ext>
            </a:extLst>
          </p:cNvPr>
          <p:cNvSpPr txBox="1">
            <a:spLocks noChangeArrowheads="1"/>
          </p:cNvSpPr>
          <p:nvPr/>
        </p:nvSpPr>
        <p:spPr bwMode="auto">
          <a:xfrm>
            <a:off x="7068184" y="1918340"/>
            <a:ext cx="2001838"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100" dirty="0">
                <a:latin typeface="Calibri" panose="020F0502020204030204" pitchFamily="34" charset="0"/>
                <a:cs typeface="Calibri" panose="020F0502020204030204" pitchFamily="34" charset="0"/>
              </a:rPr>
              <a:t>In C automatisch </a:t>
            </a:r>
          </a:p>
          <a:p>
            <a:pPr eaLnBrk="1" hangingPunct="1">
              <a:spcBef>
                <a:spcPct val="0"/>
              </a:spcBef>
              <a:buFontTx/>
              <a:buNone/>
            </a:pPr>
            <a:r>
              <a:rPr lang="de-DE" altLang="de-DE" sz="1100" dirty="0">
                <a:latin typeface="Calibri" panose="020F0502020204030204" pitchFamily="34" charset="0"/>
                <a:cs typeface="Calibri" panose="020F0502020204030204" pitchFamily="34" charset="0"/>
              </a:rPr>
              <a:t>erzeugter konstanter </a:t>
            </a:r>
          </a:p>
          <a:p>
            <a:pPr eaLnBrk="1" hangingPunct="1">
              <a:spcBef>
                <a:spcPct val="0"/>
              </a:spcBef>
              <a:buFontTx/>
              <a:buNone/>
            </a:pPr>
            <a:r>
              <a:rPr lang="de-DE" altLang="de-DE" sz="1100" dirty="0">
                <a:latin typeface="Calibri" panose="020F0502020204030204" pitchFamily="34" charset="0"/>
                <a:cs typeface="Calibri" panose="020F0502020204030204" pitchFamily="34" charset="0"/>
              </a:rPr>
              <a:t>Zeiger. Der wird immer erzeugt, wenn man ein Feld anlegt.</a:t>
            </a:r>
          </a:p>
          <a:p>
            <a:pPr eaLnBrk="1" hangingPunct="1">
              <a:spcBef>
                <a:spcPct val="0"/>
              </a:spcBef>
              <a:buFontTx/>
              <a:buNone/>
            </a:pPr>
            <a:r>
              <a:rPr lang="de-DE" altLang="de-DE" sz="1100" dirty="0">
                <a:latin typeface="Calibri" panose="020F0502020204030204" pitchFamily="34" charset="0"/>
                <a:cs typeface="Calibri" panose="020F0502020204030204" pitchFamily="34" charset="0"/>
              </a:rPr>
              <a:t>Er kann nicht geändert werden.</a:t>
            </a:r>
          </a:p>
        </p:txBody>
      </p:sp>
      <p:sp>
        <p:nvSpPr>
          <p:cNvPr id="526390" name="Freeform 54">
            <a:extLst>
              <a:ext uri="{FF2B5EF4-FFF2-40B4-BE49-F238E27FC236}">
                <a16:creationId xmlns:a16="http://schemas.microsoft.com/office/drawing/2014/main" id="{C9EB8626-B7D8-49B7-8445-61328BE4874D}"/>
              </a:ext>
            </a:extLst>
          </p:cNvPr>
          <p:cNvSpPr>
            <a:spLocks/>
          </p:cNvSpPr>
          <p:nvPr/>
        </p:nvSpPr>
        <p:spPr bwMode="auto">
          <a:xfrm>
            <a:off x="6275387" y="2729993"/>
            <a:ext cx="823595" cy="331788"/>
          </a:xfrm>
          <a:custGeom>
            <a:avLst/>
            <a:gdLst>
              <a:gd name="T0" fmla="*/ 2147483646 w 442"/>
              <a:gd name="T1" fmla="*/ 2147483646 h 163"/>
              <a:gd name="T2" fmla="*/ 2147483646 w 442"/>
              <a:gd name="T3" fmla="*/ 2147483646 h 163"/>
              <a:gd name="T4" fmla="*/ 0 w 442"/>
              <a:gd name="T5" fmla="*/ 0 h 163"/>
              <a:gd name="T6" fmla="*/ 0 60000 65536"/>
              <a:gd name="T7" fmla="*/ 0 60000 65536"/>
              <a:gd name="T8" fmla="*/ 0 60000 65536"/>
              <a:gd name="T9" fmla="*/ 0 w 442"/>
              <a:gd name="T10" fmla="*/ 0 h 163"/>
              <a:gd name="T11" fmla="*/ 442 w 442"/>
              <a:gd name="T12" fmla="*/ 163 h 163"/>
            </a:gdLst>
            <a:ahLst/>
            <a:cxnLst>
              <a:cxn ang="T6">
                <a:pos x="T0" y="T1"/>
              </a:cxn>
              <a:cxn ang="T7">
                <a:pos x="T2" y="T3"/>
              </a:cxn>
              <a:cxn ang="T8">
                <a:pos x="T4" y="T5"/>
              </a:cxn>
            </a:cxnLst>
            <a:rect l="T9" t="T10" r="T11" b="T12"/>
            <a:pathLst>
              <a:path w="442" h="163">
                <a:moveTo>
                  <a:pt x="442" y="25"/>
                </a:moveTo>
                <a:cubicBezTo>
                  <a:pt x="341" y="94"/>
                  <a:pt x="241" y="163"/>
                  <a:pt x="167" y="159"/>
                </a:cubicBezTo>
                <a:cubicBezTo>
                  <a:pt x="93" y="155"/>
                  <a:pt x="28" y="26"/>
                  <a:pt x="0" y="0"/>
                </a:cubicBezTo>
              </a:path>
            </a:pathLst>
          </a:custGeom>
          <a:noFill/>
          <a:ln w="9525"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526391" name="Rectangle 55">
            <a:extLst>
              <a:ext uri="{FF2B5EF4-FFF2-40B4-BE49-F238E27FC236}">
                <a16:creationId xmlns:a16="http://schemas.microsoft.com/office/drawing/2014/main" id="{BFE46BC1-B67A-4190-ACA3-D569C9094C98}"/>
              </a:ext>
            </a:extLst>
          </p:cNvPr>
          <p:cNvSpPr>
            <a:spLocks noChangeArrowheads="1"/>
          </p:cNvSpPr>
          <p:nvPr/>
        </p:nvSpPr>
        <p:spPr bwMode="auto">
          <a:xfrm>
            <a:off x="801687" y="2007681"/>
            <a:ext cx="2557463" cy="9286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58" name="Text Box 38">
            <a:extLst>
              <a:ext uri="{FF2B5EF4-FFF2-40B4-BE49-F238E27FC236}">
                <a16:creationId xmlns:a16="http://schemas.microsoft.com/office/drawing/2014/main" id="{55E5F955-A196-40E5-B021-4557122DED12}"/>
              </a:ext>
            </a:extLst>
          </p:cNvPr>
          <p:cNvSpPr txBox="1">
            <a:spLocks noChangeArrowheads="1"/>
          </p:cNvSpPr>
          <p:nvPr/>
        </p:nvSpPr>
        <p:spPr bwMode="auto">
          <a:xfrm>
            <a:off x="1165354" y="4793744"/>
            <a:ext cx="92525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b="1" dirty="0"/>
              <a:t>*</a:t>
            </a:r>
            <a:r>
              <a:rPr lang="de-DE" altLang="de-DE" b="1" dirty="0" err="1"/>
              <a:t>pname</a:t>
            </a:r>
            <a:endParaRPr lang="de-DE" altLang="de-DE" b="1" dirty="0"/>
          </a:p>
        </p:txBody>
      </p:sp>
      <p:sp>
        <p:nvSpPr>
          <p:cNvPr id="59" name="Text Box 38">
            <a:extLst>
              <a:ext uri="{FF2B5EF4-FFF2-40B4-BE49-F238E27FC236}">
                <a16:creationId xmlns:a16="http://schemas.microsoft.com/office/drawing/2014/main" id="{26F9A2E4-C420-4C5E-B326-CEB17039F21F}"/>
              </a:ext>
            </a:extLst>
          </p:cNvPr>
          <p:cNvSpPr txBox="1">
            <a:spLocks noChangeArrowheads="1"/>
          </p:cNvSpPr>
          <p:nvPr/>
        </p:nvSpPr>
        <p:spPr bwMode="auto">
          <a:xfrm>
            <a:off x="2345346" y="4808031"/>
            <a:ext cx="11544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400" b="1" dirty="0"/>
              <a:t>*(pname+1)</a:t>
            </a:r>
          </a:p>
        </p:txBody>
      </p:sp>
      <p:sp>
        <p:nvSpPr>
          <p:cNvPr id="60" name="Text Box 38">
            <a:extLst>
              <a:ext uri="{FF2B5EF4-FFF2-40B4-BE49-F238E27FC236}">
                <a16:creationId xmlns:a16="http://schemas.microsoft.com/office/drawing/2014/main" id="{63ECCC38-36C9-4D80-9BF9-2E097B84F4FD}"/>
              </a:ext>
            </a:extLst>
          </p:cNvPr>
          <p:cNvSpPr txBox="1">
            <a:spLocks noChangeArrowheads="1"/>
          </p:cNvSpPr>
          <p:nvPr/>
        </p:nvSpPr>
        <p:spPr bwMode="auto">
          <a:xfrm>
            <a:off x="3668527" y="4833431"/>
            <a:ext cx="11544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400" b="1" dirty="0"/>
              <a:t>*(pname+2)</a:t>
            </a:r>
          </a:p>
        </p:txBody>
      </p:sp>
      <p:sp>
        <p:nvSpPr>
          <p:cNvPr id="61" name="Text Box 38">
            <a:extLst>
              <a:ext uri="{FF2B5EF4-FFF2-40B4-BE49-F238E27FC236}">
                <a16:creationId xmlns:a16="http://schemas.microsoft.com/office/drawing/2014/main" id="{38AF82B2-33E9-4E47-AEDE-90F34B80D7D8}"/>
              </a:ext>
            </a:extLst>
          </p:cNvPr>
          <p:cNvSpPr txBox="1">
            <a:spLocks noChangeArrowheads="1"/>
          </p:cNvSpPr>
          <p:nvPr/>
        </p:nvSpPr>
        <p:spPr bwMode="auto">
          <a:xfrm>
            <a:off x="4990914" y="4847719"/>
            <a:ext cx="11544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400" b="1" dirty="0"/>
              <a:t>*(pname+3)</a:t>
            </a:r>
          </a:p>
        </p:txBody>
      </p:sp>
      <p:sp>
        <p:nvSpPr>
          <p:cNvPr id="62" name="Text Box 38">
            <a:extLst>
              <a:ext uri="{FF2B5EF4-FFF2-40B4-BE49-F238E27FC236}">
                <a16:creationId xmlns:a16="http://schemas.microsoft.com/office/drawing/2014/main" id="{A309A87D-6AE1-4ADA-B5F9-0EE1111A4BD2}"/>
              </a:ext>
            </a:extLst>
          </p:cNvPr>
          <p:cNvSpPr txBox="1">
            <a:spLocks noChangeArrowheads="1"/>
          </p:cNvSpPr>
          <p:nvPr/>
        </p:nvSpPr>
        <p:spPr bwMode="auto">
          <a:xfrm>
            <a:off x="6332352" y="4827081"/>
            <a:ext cx="11544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400" b="1" dirty="0"/>
              <a:t>*(pname+4)</a:t>
            </a:r>
          </a:p>
        </p:txBody>
      </p:sp>
      <p:sp>
        <p:nvSpPr>
          <p:cNvPr id="3" name="Textfeld 2">
            <a:extLst>
              <a:ext uri="{FF2B5EF4-FFF2-40B4-BE49-F238E27FC236}">
                <a16:creationId xmlns:a16="http://schemas.microsoft.com/office/drawing/2014/main" id="{18559407-5CD1-4B97-8787-71179ADCABA1}"/>
              </a:ext>
            </a:extLst>
          </p:cNvPr>
          <p:cNvSpPr txBox="1"/>
          <p:nvPr/>
        </p:nvSpPr>
        <p:spPr>
          <a:xfrm>
            <a:off x="473392" y="1113918"/>
            <a:ext cx="8229600" cy="646331"/>
          </a:xfrm>
          <a:prstGeom prst="rect">
            <a:avLst/>
          </a:prstGeom>
          <a:noFill/>
        </p:spPr>
        <p:txBody>
          <a:bodyPr wrap="square" rtlCol="0">
            <a:spAutoFit/>
          </a:bodyPr>
          <a:lstStyle/>
          <a:p>
            <a:r>
              <a:rPr lang="de-DE" dirty="0">
                <a:latin typeface="Calibri" panose="020F0502020204030204" pitchFamily="34" charset="0"/>
                <a:cs typeface="Calibri" panose="020F0502020204030204" pitchFamily="34" charset="0"/>
              </a:rPr>
              <a:t>Felder sind auch mit Zeigern zu bearbeiten, da der Name eines Feldes die Adresse des ersten Elementes beinhaltet.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63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639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636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637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637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637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637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2638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637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2637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2637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2637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6378"/>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526381"/>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26386"/>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2638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26392"/>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26388"/>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52639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92" grpId="0" animBg="1"/>
      <p:bldP spid="526369" grpId="0"/>
      <p:bldP spid="526370" grpId="0"/>
      <p:bldP spid="526371" grpId="0"/>
      <p:bldP spid="526372" grpId="0"/>
      <p:bldP spid="526373" grpId="0"/>
      <p:bldP spid="526374" grpId="0"/>
      <p:bldP spid="526375" grpId="0"/>
      <p:bldP spid="526376" grpId="0"/>
      <p:bldP spid="526377" grpId="0"/>
      <p:bldP spid="526378" grpId="0"/>
      <p:bldP spid="526383" grpId="0" animBg="1"/>
      <p:bldP spid="526386" grpId="0"/>
      <p:bldP spid="526387" grpId="0"/>
      <p:bldP spid="526388" grpId="0"/>
      <p:bldP spid="526391" grpId="0" animBg="1"/>
      <p:bldP spid="58" grpId="0"/>
      <p:bldP spid="59" grpId="0"/>
      <p:bldP spid="60" grpId="0"/>
      <p:bldP spid="61" grpId="0"/>
      <p:bldP spid="6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92" name="Rectangle 56">
            <a:extLst>
              <a:ext uri="{FF2B5EF4-FFF2-40B4-BE49-F238E27FC236}">
                <a16:creationId xmlns:a16="http://schemas.microsoft.com/office/drawing/2014/main" id="{33FCC8B9-00D4-4FBF-B6AE-E19474D7D330}"/>
              </a:ext>
            </a:extLst>
          </p:cNvPr>
          <p:cNvSpPr>
            <a:spLocks noChangeArrowheads="1"/>
          </p:cNvSpPr>
          <p:nvPr/>
        </p:nvSpPr>
        <p:spPr bwMode="auto">
          <a:xfrm>
            <a:off x="4791075" y="1967994"/>
            <a:ext cx="2039937" cy="968375"/>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24579" name="Foliennummernplatzhalter 3">
            <a:extLst>
              <a:ext uri="{FF2B5EF4-FFF2-40B4-BE49-F238E27FC236}">
                <a16:creationId xmlns:a16="http://schemas.microsoft.com/office/drawing/2014/main" id="{0F27F968-BFD5-4E80-A404-EF05B9A9EA8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B6CBC193-6FAD-4DD0-B561-377123884EFA}" type="slidenum">
              <a:rPr lang="de-DE" altLang="de-DE" sz="1400" smtClean="0"/>
              <a:pPr>
                <a:spcBef>
                  <a:spcPct val="0"/>
                </a:spcBef>
                <a:buFontTx/>
                <a:buNone/>
              </a:pPr>
              <a:t>16</a:t>
            </a:fld>
            <a:endParaRPr lang="de-DE" altLang="de-DE" sz="1400"/>
          </a:p>
        </p:txBody>
      </p:sp>
      <p:sp>
        <p:nvSpPr>
          <p:cNvPr id="24580" name="Rectangle 2">
            <a:extLst>
              <a:ext uri="{FF2B5EF4-FFF2-40B4-BE49-F238E27FC236}">
                <a16:creationId xmlns:a16="http://schemas.microsoft.com/office/drawing/2014/main" id="{5BA27020-1A8F-4DE6-A23D-BE386B6B9808}"/>
              </a:ext>
            </a:extLst>
          </p:cNvPr>
          <p:cNvSpPr>
            <a:spLocks noGrp="1" noChangeArrowheads="1"/>
          </p:cNvSpPr>
          <p:nvPr>
            <p:ph type="title"/>
          </p:nvPr>
        </p:nvSpPr>
        <p:spPr>
          <a:xfrm>
            <a:off x="457200" y="219075"/>
            <a:ext cx="8229600" cy="633413"/>
          </a:xfrm>
        </p:spPr>
        <p:txBody>
          <a:bodyPr/>
          <a:lstStyle/>
          <a:p>
            <a:pPr eaLnBrk="1" hangingPunct="1"/>
            <a:r>
              <a:rPr lang="de-DE" altLang="de-DE" dirty="0">
                <a:latin typeface="Calibri" panose="020F0502020204030204" pitchFamily="34" charset="0"/>
                <a:cs typeface="Calibri" panose="020F0502020204030204" pitchFamily="34" charset="0"/>
              </a:rPr>
              <a:t>2. Zusammenhang Felder und Zeiger</a:t>
            </a:r>
          </a:p>
        </p:txBody>
      </p:sp>
      <p:grpSp>
        <p:nvGrpSpPr>
          <p:cNvPr id="2" name="Group 3">
            <a:extLst>
              <a:ext uri="{FF2B5EF4-FFF2-40B4-BE49-F238E27FC236}">
                <a16:creationId xmlns:a16="http://schemas.microsoft.com/office/drawing/2014/main" id="{765493C0-1B13-4950-8C57-9CB11012ACF9}"/>
              </a:ext>
            </a:extLst>
          </p:cNvPr>
          <p:cNvGrpSpPr>
            <a:grpSpLocks/>
          </p:cNvGrpSpPr>
          <p:nvPr/>
        </p:nvGrpSpPr>
        <p:grpSpPr bwMode="auto">
          <a:xfrm>
            <a:off x="2303462" y="3458656"/>
            <a:ext cx="1301750" cy="1022350"/>
            <a:chOff x="2013" y="2196"/>
            <a:chExt cx="820" cy="644"/>
          </a:xfrm>
          <a:solidFill>
            <a:srgbClr val="FFCCCC"/>
          </a:solidFill>
        </p:grpSpPr>
        <p:sp>
          <p:nvSpPr>
            <p:cNvPr id="24629" name="Rectangle 4">
              <a:extLst>
                <a:ext uri="{FF2B5EF4-FFF2-40B4-BE49-F238E27FC236}">
                  <a16:creationId xmlns:a16="http://schemas.microsoft.com/office/drawing/2014/main" id="{AE0C02E5-CC1E-4424-905B-9780AC71D945}"/>
                </a:ext>
              </a:extLst>
            </p:cNvPr>
            <p:cNvSpPr>
              <a:spLocks noChangeArrowheads="1"/>
            </p:cNvSpPr>
            <p:nvPr/>
          </p:nvSpPr>
          <p:spPr bwMode="auto">
            <a:xfrm>
              <a:off x="2013" y="2215"/>
              <a:ext cx="820" cy="62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24630" name="Group 5">
              <a:extLst>
                <a:ext uri="{FF2B5EF4-FFF2-40B4-BE49-F238E27FC236}">
                  <a16:creationId xmlns:a16="http://schemas.microsoft.com/office/drawing/2014/main" id="{9455C2E8-49F6-4DAA-96B7-98E8E4AC49DA}"/>
                </a:ext>
              </a:extLst>
            </p:cNvPr>
            <p:cNvGrpSpPr>
              <a:grpSpLocks/>
            </p:cNvGrpSpPr>
            <p:nvPr/>
          </p:nvGrpSpPr>
          <p:grpSpPr bwMode="auto">
            <a:xfrm>
              <a:off x="2013" y="2196"/>
              <a:ext cx="820" cy="194"/>
              <a:chOff x="2695" y="2851"/>
              <a:chExt cx="820" cy="194"/>
            </a:xfrm>
            <a:grpFill/>
          </p:grpSpPr>
          <p:sp>
            <p:nvSpPr>
              <p:cNvPr id="24632" name="Rectangle 6">
                <a:extLst>
                  <a:ext uri="{FF2B5EF4-FFF2-40B4-BE49-F238E27FC236}">
                    <a16:creationId xmlns:a16="http://schemas.microsoft.com/office/drawing/2014/main" id="{B00A9F83-E6F5-4001-A5B5-5EA21BF89FB6}"/>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24633" name="Text Box 7">
                <a:extLst>
                  <a:ext uri="{FF2B5EF4-FFF2-40B4-BE49-F238E27FC236}">
                    <a16:creationId xmlns:a16="http://schemas.microsoft.com/office/drawing/2014/main" id="{F3792C94-9BE4-4228-B1BD-A83AEEA2CFEC}"/>
                  </a:ext>
                </a:extLst>
              </p:cNvPr>
              <p:cNvSpPr txBox="1">
                <a:spLocks noChangeArrowheads="1"/>
              </p:cNvSpPr>
              <p:nvPr/>
            </p:nvSpPr>
            <p:spPr bwMode="auto">
              <a:xfrm>
                <a:off x="2881" y="2851"/>
                <a:ext cx="492" cy="1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123457</a:t>
                </a:r>
              </a:p>
            </p:txBody>
          </p:sp>
        </p:grpSp>
        <p:sp>
          <p:nvSpPr>
            <p:cNvPr id="24631" name="Text Box 8">
              <a:extLst>
                <a:ext uri="{FF2B5EF4-FFF2-40B4-BE49-F238E27FC236}">
                  <a16:creationId xmlns:a16="http://schemas.microsoft.com/office/drawing/2014/main" id="{DE26F39F-EBBF-4464-B3F8-07E0D5C15671}"/>
                </a:ext>
              </a:extLst>
            </p:cNvPr>
            <p:cNvSpPr txBox="1">
              <a:spLocks noChangeArrowheads="1"/>
            </p:cNvSpPr>
            <p:nvPr/>
          </p:nvSpPr>
          <p:spPr bwMode="auto">
            <a:xfrm>
              <a:off x="2296" y="2475"/>
              <a:ext cx="220" cy="2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R</a:t>
              </a:r>
            </a:p>
          </p:txBody>
        </p:sp>
      </p:grpSp>
      <p:grpSp>
        <p:nvGrpSpPr>
          <p:cNvPr id="4" name="Group 9">
            <a:extLst>
              <a:ext uri="{FF2B5EF4-FFF2-40B4-BE49-F238E27FC236}">
                <a16:creationId xmlns:a16="http://schemas.microsoft.com/office/drawing/2014/main" id="{3E902DB6-AB23-44E8-804B-5C615F8006D7}"/>
              </a:ext>
            </a:extLst>
          </p:cNvPr>
          <p:cNvGrpSpPr>
            <a:grpSpLocks/>
          </p:cNvGrpSpPr>
          <p:nvPr/>
        </p:nvGrpSpPr>
        <p:grpSpPr bwMode="auto">
          <a:xfrm>
            <a:off x="1001712" y="3458656"/>
            <a:ext cx="1301750" cy="1022350"/>
            <a:chOff x="982" y="1279"/>
            <a:chExt cx="820" cy="644"/>
          </a:xfrm>
          <a:solidFill>
            <a:srgbClr val="FFCCCC"/>
          </a:solidFill>
        </p:grpSpPr>
        <p:sp>
          <p:nvSpPr>
            <p:cNvPr id="24624" name="Rectangle 10">
              <a:extLst>
                <a:ext uri="{FF2B5EF4-FFF2-40B4-BE49-F238E27FC236}">
                  <a16:creationId xmlns:a16="http://schemas.microsoft.com/office/drawing/2014/main" id="{1641589C-AA50-4A84-9A19-FAB0B98922C1}"/>
                </a:ext>
              </a:extLst>
            </p:cNvPr>
            <p:cNvSpPr>
              <a:spLocks noChangeArrowheads="1"/>
            </p:cNvSpPr>
            <p:nvPr/>
          </p:nvSpPr>
          <p:spPr bwMode="auto">
            <a:xfrm>
              <a:off x="982" y="1298"/>
              <a:ext cx="820" cy="62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24625" name="Group 11">
              <a:extLst>
                <a:ext uri="{FF2B5EF4-FFF2-40B4-BE49-F238E27FC236}">
                  <a16:creationId xmlns:a16="http://schemas.microsoft.com/office/drawing/2014/main" id="{AC0312D3-32AC-445E-B773-E564BD67AE26}"/>
                </a:ext>
              </a:extLst>
            </p:cNvPr>
            <p:cNvGrpSpPr>
              <a:grpSpLocks/>
            </p:cNvGrpSpPr>
            <p:nvPr/>
          </p:nvGrpSpPr>
          <p:grpSpPr bwMode="auto">
            <a:xfrm>
              <a:off x="982" y="1279"/>
              <a:ext cx="820" cy="192"/>
              <a:chOff x="2695" y="2851"/>
              <a:chExt cx="820" cy="192"/>
            </a:xfrm>
            <a:grpFill/>
          </p:grpSpPr>
          <p:sp>
            <p:nvSpPr>
              <p:cNvPr id="24627" name="Rectangle 12">
                <a:extLst>
                  <a:ext uri="{FF2B5EF4-FFF2-40B4-BE49-F238E27FC236}">
                    <a16:creationId xmlns:a16="http://schemas.microsoft.com/office/drawing/2014/main" id="{D8E6B2E5-630D-482E-8970-08DD078132A0}"/>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24628" name="Text Box 13">
                <a:extLst>
                  <a:ext uri="{FF2B5EF4-FFF2-40B4-BE49-F238E27FC236}">
                    <a16:creationId xmlns:a16="http://schemas.microsoft.com/office/drawing/2014/main" id="{7D77CA28-D31F-4BDF-A009-3923C80D4512}"/>
                  </a:ext>
                </a:extLst>
              </p:cNvPr>
              <p:cNvSpPr txBox="1">
                <a:spLocks noChangeArrowheads="1"/>
              </p:cNvSpPr>
              <p:nvPr/>
            </p:nvSpPr>
            <p:spPr bwMode="auto">
              <a:xfrm>
                <a:off x="2881" y="2851"/>
                <a:ext cx="488" cy="19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123456</a:t>
                </a:r>
              </a:p>
            </p:txBody>
          </p:sp>
        </p:grpSp>
        <p:sp>
          <p:nvSpPr>
            <p:cNvPr id="24626" name="Text Box 14">
              <a:extLst>
                <a:ext uri="{FF2B5EF4-FFF2-40B4-BE49-F238E27FC236}">
                  <a16:creationId xmlns:a16="http://schemas.microsoft.com/office/drawing/2014/main" id="{60909341-E535-45D6-95FB-E2C44940512D}"/>
                </a:ext>
              </a:extLst>
            </p:cNvPr>
            <p:cNvSpPr txBox="1">
              <a:spLocks noChangeArrowheads="1"/>
            </p:cNvSpPr>
            <p:nvPr/>
          </p:nvSpPr>
          <p:spPr bwMode="auto">
            <a:xfrm>
              <a:off x="1265" y="1558"/>
              <a:ext cx="156" cy="2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I</a:t>
              </a:r>
            </a:p>
          </p:txBody>
        </p:sp>
      </p:grpSp>
      <p:grpSp>
        <p:nvGrpSpPr>
          <p:cNvPr id="6" name="Group 15">
            <a:extLst>
              <a:ext uri="{FF2B5EF4-FFF2-40B4-BE49-F238E27FC236}">
                <a16:creationId xmlns:a16="http://schemas.microsoft.com/office/drawing/2014/main" id="{C134D38E-F8AE-420A-8BBB-6DB1E5EA2744}"/>
              </a:ext>
            </a:extLst>
          </p:cNvPr>
          <p:cNvGrpSpPr>
            <a:grpSpLocks/>
          </p:cNvGrpSpPr>
          <p:nvPr/>
        </p:nvGrpSpPr>
        <p:grpSpPr bwMode="auto">
          <a:xfrm>
            <a:off x="3594100" y="3458656"/>
            <a:ext cx="1301750" cy="1022350"/>
            <a:chOff x="2013" y="2196"/>
            <a:chExt cx="820" cy="644"/>
          </a:xfrm>
          <a:solidFill>
            <a:srgbClr val="FFCCCC"/>
          </a:solidFill>
        </p:grpSpPr>
        <p:sp>
          <p:nvSpPr>
            <p:cNvPr id="24619" name="Rectangle 16">
              <a:extLst>
                <a:ext uri="{FF2B5EF4-FFF2-40B4-BE49-F238E27FC236}">
                  <a16:creationId xmlns:a16="http://schemas.microsoft.com/office/drawing/2014/main" id="{7A93D8FC-9C15-42BB-9449-6FD315722589}"/>
                </a:ext>
              </a:extLst>
            </p:cNvPr>
            <p:cNvSpPr>
              <a:spLocks noChangeArrowheads="1"/>
            </p:cNvSpPr>
            <p:nvPr/>
          </p:nvSpPr>
          <p:spPr bwMode="auto">
            <a:xfrm>
              <a:off x="2013" y="2215"/>
              <a:ext cx="820" cy="62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24620" name="Group 17">
              <a:extLst>
                <a:ext uri="{FF2B5EF4-FFF2-40B4-BE49-F238E27FC236}">
                  <a16:creationId xmlns:a16="http://schemas.microsoft.com/office/drawing/2014/main" id="{51067F76-205B-488F-BC33-919C31C97346}"/>
                </a:ext>
              </a:extLst>
            </p:cNvPr>
            <p:cNvGrpSpPr>
              <a:grpSpLocks/>
            </p:cNvGrpSpPr>
            <p:nvPr/>
          </p:nvGrpSpPr>
          <p:grpSpPr bwMode="auto">
            <a:xfrm>
              <a:off x="2013" y="2196"/>
              <a:ext cx="820" cy="194"/>
              <a:chOff x="2695" y="2851"/>
              <a:chExt cx="820" cy="194"/>
            </a:xfrm>
            <a:grpFill/>
          </p:grpSpPr>
          <p:sp>
            <p:nvSpPr>
              <p:cNvPr id="24622" name="Rectangle 18">
                <a:extLst>
                  <a:ext uri="{FF2B5EF4-FFF2-40B4-BE49-F238E27FC236}">
                    <a16:creationId xmlns:a16="http://schemas.microsoft.com/office/drawing/2014/main" id="{768D9D4D-34F7-4C3C-90BF-A007E027C037}"/>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24623" name="Text Box 19">
                <a:extLst>
                  <a:ext uri="{FF2B5EF4-FFF2-40B4-BE49-F238E27FC236}">
                    <a16:creationId xmlns:a16="http://schemas.microsoft.com/office/drawing/2014/main" id="{F5FD3EE1-01CB-4452-A41D-C47295C34521}"/>
                  </a:ext>
                </a:extLst>
              </p:cNvPr>
              <p:cNvSpPr txBox="1">
                <a:spLocks noChangeArrowheads="1"/>
              </p:cNvSpPr>
              <p:nvPr/>
            </p:nvSpPr>
            <p:spPr bwMode="auto">
              <a:xfrm>
                <a:off x="2881" y="2851"/>
                <a:ext cx="492" cy="1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123458</a:t>
                </a:r>
              </a:p>
            </p:txBody>
          </p:sp>
        </p:grpSp>
        <p:sp>
          <p:nvSpPr>
            <p:cNvPr id="24621" name="Text Box 20">
              <a:extLst>
                <a:ext uri="{FF2B5EF4-FFF2-40B4-BE49-F238E27FC236}">
                  <a16:creationId xmlns:a16="http://schemas.microsoft.com/office/drawing/2014/main" id="{15E00B32-ECE6-4389-900F-40276041763C}"/>
                </a:ext>
              </a:extLst>
            </p:cNvPr>
            <p:cNvSpPr txBox="1">
              <a:spLocks noChangeArrowheads="1"/>
            </p:cNvSpPr>
            <p:nvPr/>
          </p:nvSpPr>
          <p:spPr bwMode="auto">
            <a:xfrm>
              <a:off x="2296" y="2475"/>
              <a:ext cx="252" cy="2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 E</a:t>
              </a:r>
            </a:p>
          </p:txBody>
        </p:sp>
      </p:grpSp>
      <p:grpSp>
        <p:nvGrpSpPr>
          <p:cNvPr id="8" name="Group 21">
            <a:extLst>
              <a:ext uri="{FF2B5EF4-FFF2-40B4-BE49-F238E27FC236}">
                <a16:creationId xmlns:a16="http://schemas.microsoft.com/office/drawing/2014/main" id="{D73E216A-C671-4D61-BABE-771DEFC0E173}"/>
              </a:ext>
            </a:extLst>
          </p:cNvPr>
          <p:cNvGrpSpPr>
            <a:grpSpLocks/>
          </p:cNvGrpSpPr>
          <p:nvPr/>
        </p:nvGrpSpPr>
        <p:grpSpPr bwMode="auto">
          <a:xfrm>
            <a:off x="4895850" y="3458656"/>
            <a:ext cx="1370012" cy="1022350"/>
            <a:chOff x="2013" y="2196"/>
            <a:chExt cx="820" cy="644"/>
          </a:xfrm>
          <a:solidFill>
            <a:srgbClr val="FFCCCC"/>
          </a:solidFill>
        </p:grpSpPr>
        <p:sp>
          <p:nvSpPr>
            <p:cNvPr id="24614" name="Rectangle 22">
              <a:extLst>
                <a:ext uri="{FF2B5EF4-FFF2-40B4-BE49-F238E27FC236}">
                  <a16:creationId xmlns:a16="http://schemas.microsoft.com/office/drawing/2014/main" id="{0162DCEF-0E34-495F-99E8-2DB6BC3F71F7}"/>
                </a:ext>
              </a:extLst>
            </p:cNvPr>
            <p:cNvSpPr>
              <a:spLocks noChangeArrowheads="1"/>
            </p:cNvSpPr>
            <p:nvPr/>
          </p:nvSpPr>
          <p:spPr bwMode="auto">
            <a:xfrm>
              <a:off x="2013" y="2215"/>
              <a:ext cx="820" cy="62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24615" name="Group 23">
              <a:extLst>
                <a:ext uri="{FF2B5EF4-FFF2-40B4-BE49-F238E27FC236}">
                  <a16:creationId xmlns:a16="http://schemas.microsoft.com/office/drawing/2014/main" id="{2F5AFDE0-6600-45C3-B39A-F14E29ACFA48}"/>
                </a:ext>
              </a:extLst>
            </p:cNvPr>
            <p:cNvGrpSpPr>
              <a:grpSpLocks/>
            </p:cNvGrpSpPr>
            <p:nvPr/>
          </p:nvGrpSpPr>
          <p:grpSpPr bwMode="auto">
            <a:xfrm>
              <a:off x="2013" y="2196"/>
              <a:ext cx="820" cy="194"/>
              <a:chOff x="2695" y="2851"/>
              <a:chExt cx="820" cy="194"/>
            </a:xfrm>
            <a:grpFill/>
          </p:grpSpPr>
          <p:sp>
            <p:nvSpPr>
              <p:cNvPr id="24617" name="Rectangle 24">
                <a:extLst>
                  <a:ext uri="{FF2B5EF4-FFF2-40B4-BE49-F238E27FC236}">
                    <a16:creationId xmlns:a16="http://schemas.microsoft.com/office/drawing/2014/main" id="{E5E80762-6F94-4D1C-B7E4-85AF9859A62E}"/>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24618" name="Text Box 25">
                <a:extLst>
                  <a:ext uri="{FF2B5EF4-FFF2-40B4-BE49-F238E27FC236}">
                    <a16:creationId xmlns:a16="http://schemas.microsoft.com/office/drawing/2014/main" id="{CC55EACE-EB5A-449D-A258-C64C529D2E04}"/>
                  </a:ext>
                </a:extLst>
              </p:cNvPr>
              <p:cNvSpPr txBox="1">
                <a:spLocks noChangeArrowheads="1"/>
              </p:cNvSpPr>
              <p:nvPr/>
            </p:nvSpPr>
            <p:spPr bwMode="auto">
              <a:xfrm>
                <a:off x="2881" y="2851"/>
                <a:ext cx="492" cy="1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123459</a:t>
                </a:r>
              </a:p>
            </p:txBody>
          </p:sp>
        </p:grpSp>
        <p:sp>
          <p:nvSpPr>
            <p:cNvPr id="24616" name="Text Box 26">
              <a:extLst>
                <a:ext uri="{FF2B5EF4-FFF2-40B4-BE49-F238E27FC236}">
                  <a16:creationId xmlns:a16="http://schemas.microsoft.com/office/drawing/2014/main" id="{E6DD068B-0428-4C93-BD54-9DD21124306E}"/>
                </a:ext>
              </a:extLst>
            </p:cNvPr>
            <p:cNvSpPr txBox="1">
              <a:spLocks noChangeArrowheads="1"/>
            </p:cNvSpPr>
            <p:nvPr/>
          </p:nvSpPr>
          <p:spPr bwMode="auto">
            <a:xfrm>
              <a:off x="2296" y="2475"/>
              <a:ext cx="220" cy="2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N</a:t>
              </a:r>
            </a:p>
          </p:txBody>
        </p:sp>
      </p:grpSp>
      <p:grpSp>
        <p:nvGrpSpPr>
          <p:cNvPr id="10" name="Group 27">
            <a:extLst>
              <a:ext uri="{FF2B5EF4-FFF2-40B4-BE49-F238E27FC236}">
                <a16:creationId xmlns:a16="http://schemas.microsoft.com/office/drawing/2014/main" id="{123EBF6B-9521-49F4-B762-18102D3132D6}"/>
              </a:ext>
            </a:extLst>
          </p:cNvPr>
          <p:cNvGrpSpPr>
            <a:grpSpLocks/>
          </p:cNvGrpSpPr>
          <p:nvPr/>
        </p:nvGrpSpPr>
        <p:grpSpPr bwMode="auto">
          <a:xfrm>
            <a:off x="6211887" y="3458656"/>
            <a:ext cx="1301750" cy="1022350"/>
            <a:chOff x="2013" y="2196"/>
            <a:chExt cx="820" cy="644"/>
          </a:xfrm>
          <a:solidFill>
            <a:srgbClr val="FFCCCC"/>
          </a:solidFill>
        </p:grpSpPr>
        <p:sp>
          <p:nvSpPr>
            <p:cNvPr id="24609" name="Rectangle 28">
              <a:extLst>
                <a:ext uri="{FF2B5EF4-FFF2-40B4-BE49-F238E27FC236}">
                  <a16:creationId xmlns:a16="http://schemas.microsoft.com/office/drawing/2014/main" id="{50BE8442-DB62-4A3C-8680-F9FEB8532559}"/>
                </a:ext>
              </a:extLst>
            </p:cNvPr>
            <p:cNvSpPr>
              <a:spLocks noChangeArrowheads="1"/>
            </p:cNvSpPr>
            <p:nvPr/>
          </p:nvSpPr>
          <p:spPr bwMode="auto">
            <a:xfrm>
              <a:off x="2013" y="2215"/>
              <a:ext cx="820" cy="62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nvGrpSpPr>
            <p:cNvPr id="24610" name="Group 29">
              <a:extLst>
                <a:ext uri="{FF2B5EF4-FFF2-40B4-BE49-F238E27FC236}">
                  <a16:creationId xmlns:a16="http://schemas.microsoft.com/office/drawing/2014/main" id="{0A193D09-F145-4725-9008-D777DBA4C2C2}"/>
                </a:ext>
              </a:extLst>
            </p:cNvPr>
            <p:cNvGrpSpPr>
              <a:grpSpLocks/>
            </p:cNvGrpSpPr>
            <p:nvPr/>
          </p:nvGrpSpPr>
          <p:grpSpPr bwMode="auto">
            <a:xfrm>
              <a:off x="2013" y="2196"/>
              <a:ext cx="820" cy="194"/>
              <a:chOff x="2695" y="2851"/>
              <a:chExt cx="820" cy="194"/>
            </a:xfrm>
            <a:grpFill/>
          </p:grpSpPr>
          <p:sp>
            <p:nvSpPr>
              <p:cNvPr id="24612" name="Rectangle 30">
                <a:extLst>
                  <a:ext uri="{FF2B5EF4-FFF2-40B4-BE49-F238E27FC236}">
                    <a16:creationId xmlns:a16="http://schemas.microsoft.com/office/drawing/2014/main" id="{179499F4-9817-4B37-8C64-1C8521B0A545}"/>
                  </a:ext>
                </a:extLst>
              </p:cNvPr>
              <p:cNvSpPr>
                <a:spLocks noChangeArrowheads="1"/>
              </p:cNvSpPr>
              <p:nvPr/>
            </p:nvSpPr>
            <p:spPr bwMode="auto">
              <a:xfrm>
                <a:off x="2695" y="2861"/>
                <a:ext cx="820" cy="175"/>
              </a:xfrm>
              <a:prstGeom prst="rect">
                <a:avLst/>
              </a:prstGeom>
              <a:grp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24613" name="Text Box 31">
                <a:extLst>
                  <a:ext uri="{FF2B5EF4-FFF2-40B4-BE49-F238E27FC236}">
                    <a16:creationId xmlns:a16="http://schemas.microsoft.com/office/drawing/2014/main" id="{91A9210A-C23B-481B-86A6-B32784A2E5EB}"/>
                  </a:ext>
                </a:extLst>
              </p:cNvPr>
              <p:cNvSpPr txBox="1">
                <a:spLocks noChangeArrowheads="1"/>
              </p:cNvSpPr>
              <p:nvPr/>
            </p:nvSpPr>
            <p:spPr bwMode="auto">
              <a:xfrm>
                <a:off x="2881" y="2851"/>
                <a:ext cx="492" cy="19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123460</a:t>
                </a:r>
              </a:p>
            </p:txBody>
          </p:sp>
        </p:grpSp>
        <p:sp>
          <p:nvSpPr>
            <p:cNvPr id="24611" name="Text Box 32">
              <a:extLst>
                <a:ext uri="{FF2B5EF4-FFF2-40B4-BE49-F238E27FC236}">
                  <a16:creationId xmlns:a16="http://schemas.microsoft.com/office/drawing/2014/main" id="{AD4E96E1-CA73-4C50-AD90-0B8859E5EA25}"/>
                </a:ext>
              </a:extLst>
            </p:cNvPr>
            <p:cNvSpPr txBox="1">
              <a:spLocks noChangeArrowheads="1"/>
            </p:cNvSpPr>
            <p:nvPr/>
          </p:nvSpPr>
          <p:spPr bwMode="auto">
            <a:xfrm>
              <a:off x="2296" y="2475"/>
              <a:ext cx="212" cy="23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E</a:t>
              </a:r>
            </a:p>
          </p:txBody>
        </p:sp>
      </p:grpSp>
      <p:sp>
        <p:nvSpPr>
          <p:cNvPr id="526369" name="Text Box 33">
            <a:extLst>
              <a:ext uri="{FF2B5EF4-FFF2-40B4-BE49-F238E27FC236}">
                <a16:creationId xmlns:a16="http://schemas.microsoft.com/office/drawing/2014/main" id="{EB18619B-2540-45A9-95E8-D94F670FFF1F}"/>
              </a:ext>
            </a:extLst>
          </p:cNvPr>
          <p:cNvSpPr txBox="1">
            <a:spLocks noChangeArrowheads="1"/>
          </p:cNvSpPr>
          <p:nvPr/>
        </p:nvSpPr>
        <p:spPr bwMode="auto">
          <a:xfrm>
            <a:off x="1049337" y="3071306"/>
            <a:ext cx="13255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pname</a:t>
            </a:r>
            <a:endParaRPr lang="de-DE" altLang="de-DE" sz="1800" b="1" dirty="0"/>
          </a:p>
        </p:txBody>
      </p:sp>
      <p:sp>
        <p:nvSpPr>
          <p:cNvPr id="526370" name="Text Box 34">
            <a:extLst>
              <a:ext uri="{FF2B5EF4-FFF2-40B4-BE49-F238E27FC236}">
                <a16:creationId xmlns:a16="http://schemas.microsoft.com/office/drawing/2014/main" id="{77FBCB0D-E648-4EBF-B6F7-0CE8A4C39BF7}"/>
              </a:ext>
            </a:extLst>
          </p:cNvPr>
          <p:cNvSpPr txBox="1">
            <a:spLocks noChangeArrowheads="1"/>
          </p:cNvSpPr>
          <p:nvPr/>
        </p:nvSpPr>
        <p:spPr bwMode="auto">
          <a:xfrm>
            <a:off x="2362200" y="3091944"/>
            <a:ext cx="13160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a:t>pname+1</a:t>
            </a:r>
          </a:p>
        </p:txBody>
      </p:sp>
      <p:sp>
        <p:nvSpPr>
          <p:cNvPr id="526371" name="Text Box 35">
            <a:extLst>
              <a:ext uri="{FF2B5EF4-FFF2-40B4-BE49-F238E27FC236}">
                <a16:creationId xmlns:a16="http://schemas.microsoft.com/office/drawing/2014/main" id="{4DB6EC42-3C9D-4A38-8E94-C10496A86F9F}"/>
              </a:ext>
            </a:extLst>
          </p:cNvPr>
          <p:cNvSpPr txBox="1">
            <a:spLocks noChangeArrowheads="1"/>
          </p:cNvSpPr>
          <p:nvPr/>
        </p:nvSpPr>
        <p:spPr bwMode="auto">
          <a:xfrm>
            <a:off x="3619500" y="3082419"/>
            <a:ext cx="13573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a:t>pname+2</a:t>
            </a:r>
          </a:p>
        </p:txBody>
      </p:sp>
      <p:sp>
        <p:nvSpPr>
          <p:cNvPr id="526372" name="Text Box 36">
            <a:extLst>
              <a:ext uri="{FF2B5EF4-FFF2-40B4-BE49-F238E27FC236}">
                <a16:creationId xmlns:a16="http://schemas.microsoft.com/office/drawing/2014/main" id="{CAC54D1A-35AF-4229-A7C2-633E676CA216}"/>
              </a:ext>
            </a:extLst>
          </p:cNvPr>
          <p:cNvSpPr txBox="1">
            <a:spLocks noChangeArrowheads="1"/>
          </p:cNvSpPr>
          <p:nvPr/>
        </p:nvSpPr>
        <p:spPr bwMode="auto">
          <a:xfrm>
            <a:off x="4940300" y="3074481"/>
            <a:ext cx="1301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a:t>pname+3</a:t>
            </a:r>
          </a:p>
        </p:txBody>
      </p:sp>
      <p:sp>
        <p:nvSpPr>
          <p:cNvPr id="526373" name="Text Box 37">
            <a:extLst>
              <a:ext uri="{FF2B5EF4-FFF2-40B4-BE49-F238E27FC236}">
                <a16:creationId xmlns:a16="http://schemas.microsoft.com/office/drawing/2014/main" id="{B2967552-86AF-46A6-9FB1-0E103F8B98CA}"/>
              </a:ext>
            </a:extLst>
          </p:cNvPr>
          <p:cNvSpPr txBox="1">
            <a:spLocks noChangeArrowheads="1"/>
          </p:cNvSpPr>
          <p:nvPr/>
        </p:nvSpPr>
        <p:spPr bwMode="auto">
          <a:xfrm>
            <a:off x="6243637" y="3091944"/>
            <a:ext cx="13192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a:t>pname+4</a:t>
            </a:r>
          </a:p>
        </p:txBody>
      </p:sp>
      <p:sp>
        <p:nvSpPr>
          <p:cNvPr id="526374" name="Text Box 38">
            <a:extLst>
              <a:ext uri="{FF2B5EF4-FFF2-40B4-BE49-F238E27FC236}">
                <a16:creationId xmlns:a16="http://schemas.microsoft.com/office/drawing/2014/main" id="{95733E5B-5A97-4CB0-B8B2-3F1D466F3B97}"/>
              </a:ext>
            </a:extLst>
          </p:cNvPr>
          <p:cNvSpPr txBox="1">
            <a:spLocks noChangeArrowheads="1"/>
          </p:cNvSpPr>
          <p:nvPr/>
        </p:nvSpPr>
        <p:spPr bwMode="auto">
          <a:xfrm>
            <a:off x="1095599" y="4522281"/>
            <a:ext cx="1069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[0]</a:t>
            </a:r>
          </a:p>
        </p:txBody>
      </p:sp>
      <p:sp>
        <p:nvSpPr>
          <p:cNvPr id="526375" name="Text Box 39">
            <a:extLst>
              <a:ext uri="{FF2B5EF4-FFF2-40B4-BE49-F238E27FC236}">
                <a16:creationId xmlns:a16="http://schemas.microsoft.com/office/drawing/2014/main" id="{AE1C9B79-D859-4168-92D1-3E935E0FCFEA}"/>
              </a:ext>
            </a:extLst>
          </p:cNvPr>
          <p:cNvSpPr txBox="1">
            <a:spLocks noChangeArrowheads="1"/>
          </p:cNvSpPr>
          <p:nvPr/>
        </p:nvSpPr>
        <p:spPr bwMode="auto">
          <a:xfrm>
            <a:off x="2370362" y="4517519"/>
            <a:ext cx="1069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[1]</a:t>
            </a:r>
          </a:p>
        </p:txBody>
      </p:sp>
      <p:sp>
        <p:nvSpPr>
          <p:cNvPr id="526376" name="Text Box 40">
            <a:extLst>
              <a:ext uri="{FF2B5EF4-FFF2-40B4-BE49-F238E27FC236}">
                <a16:creationId xmlns:a16="http://schemas.microsoft.com/office/drawing/2014/main" id="{24C73587-81BE-4244-89ED-DC2954764946}"/>
              </a:ext>
            </a:extLst>
          </p:cNvPr>
          <p:cNvSpPr txBox="1">
            <a:spLocks noChangeArrowheads="1"/>
          </p:cNvSpPr>
          <p:nvPr/>
        </p:nvSpPr>
        <p:spPr bwMode="auto">
          <a:xfrm>
            <a:off x="3708624" y="4517519"/>
            <a:ext cx="1069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[2]</a:t>
            </a:r>
          </a:p>
        </p:txBody>
      </p:sp>
      <p:sp>
        <p:nvSpPr>
          <p:cNvPr id="526377" name="Text Box 41">
            <a:extLst>
              <a:ext uri="{FF2B5EF4-FFF2-40B4-BE49-F238E27FC236}">
                <a16:creationId xmlns:a16="http://schemas.microsoft.com/office/drawing/2014/main" id="{7E2FAB14-9A4A-4696-B833-E095332CE1A1}"/>
              </a:ext>
            </a:extLst>
          </p:cNvPr>
          <p:cNvSpPr txBox="1">
            <a:spLocks noChangeArrowheads="1"/>
          </p:cNvSpPr>
          <p:nvPr/>
        </p:nvSpPr>
        <p:spPr bwMode="auto">
          <a:xfrm>
            <a:off x="5016500" y="4536569"/>
            <a:ext cx="1162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[3]</a:t>
            </a:r>
          </a:p>
        </p:txBody>
      </p:sp>
      <p:sp>
        <p:nvSpPr>
          <p:cNvPr id="526378" name="Text Box 42">
            <a:extLst>
              <a:ext uri="{FF2B5EF4-FFF2-40B4-BE49-F238E27FC236}">
                <a16:creationId xmlns:a16="http://schemas.microsoft.com/office/drawing/2014/main" id="{7CBA33C2-0F6A-4244-A57B-4A8E61889595}"/>
              </a:ext>
            </a:extLst>
          </p:cNvPr>
          <p:cNvSpPr txBox="1">
            <a:spLocks noChangeArrowheads="1"/>
          </p:cNvSpPr>
          <p:nvPr/>
        </p:nvSpPr>
        <p:spPr bwMode="auto">
          <a:xfrm>
            <a:off x="6358162" y="4527044"/>
            <a:ext cx="10695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err="1"/>
              <a:t>name</a:t>
            </a:r>
            <a:r>
              <a:rPr lang="de-DE" altLang="de-DE" sz="1800" b="1" dirty="0"/>
              <a:t>[4]</a:t>
            </a:r>
          </a:p>
        </p:txBody>
      </p:sp>
      <p:sp>
        <p:nvSpPr>
          <p:cNvPr id="526380" name="Freeform 44">
            <a:extLst>
              <a:ext uri="{FF2B5EF4-FFF2-40B4-BE49-F238E27FC236}">
                <a16:creationId xmlns:a16="http://schemas.microsoft.com/office/drawing/2014/main" id="{FEBCF21B-83EF-47BA-AF78-9BFA3C81EA8A}"/>
              </a:ext>
            </a:extLst>
          </p:cNvPr>
          <p:cNvSpPr>
            <a:spLocks/>
          </p:cNvSpPr>
          <p:nvPr/>
        </p:nvSpPr>
        <p:spPr bwMode="auto">
          <a:xfrm>
            <a:off x="457200" y="3184019"/>
            <a:ext cx="654050" cy="469900"/>
          </a:xfrm>
          <a:custGeom>
            <a:avLst/>
            <a:gdLst>
              <a:gd name="T0" fmla="*/ 2147483646 w 412"/>
              <a:gd name="T1" fmla="*/ 2147483646 h 296"/>
              <a:gd name="T2" fmla="*/ 2147483646 w 412"/>
              <a:gd name="T3" fmla="*/ 2147483646 h 296"/>
              <a:gd name="T4" fmla="*/ 2147483646 w 412"/>
              <a:gd name="T5" fmla="*/ 2147483646 h 296"/>
              <a:gd name="T6" fmla="*/ 0 60000 65536"/>
              <a:gd name="T7" fmla="*/ 0 60000 65536"/>
              <a:gd name="T8" fmla="*/ 0 60000 65536"/>
              <a:gd name="T9" fmla="*/ 0 w 412"/>
              <a:gd name="T10" fmla="*/ 0 h 296"/>
              <a:gd name="T11" fmla="*/ 412 w 412"/>
              <a:gd name="T12" fmla="*/ 296 h 296"/>
            </a:gdLst>
            <a:ahLst/>
            <a:cxnLst>
              <a:cxn ang="T6">
                <a:pos x="T0" y="T1"/>
              </a:cxn>
              <a:cxn ang="T7">
                <a:pos x="T2" y="T3"/>
              </a:cxn>
              <a:cxn ang="T8">
                <a:pos x="T4" y="T5"/>
              </a:cxn>
            </a:cxnLst>
            <a:rect l="T9" t="T10" r="T11" b="T12"/>
            <a:pathLst>
              <a:path w="412" h="296">
                <a:moveTo>
                  <a:pt x="412" y="42"/>
                </a:moveTo>
                <a:cubicBezTo>
                  <a:pt x="209" y="21"/>
                  <a:pt x="6" y="0"/>
                  <a:pt x="3" y="42"/>
                </a:cubicBezTo>
                <a:cubicBezTo>
                  <a:pt x="0" y="84"/>
                  <a:pt x="329" y="254"/>
                  <a:pt x="394" y="296"/>
                </a:cubicBezTo>
              </a:path>
            </a:pathLst>
          </a:custGeom>
          <a:noFill/>
          <a:ln w="9525"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526381" name="Freeform 45">
            <a:extLst>
              <a:ext uri="{FF2B5EF4-FFF2-40B4-BE49-F238E27FC236}">
                <a16:creationId xmlns:a16="http://schemas.microsoft.com/office/drawing/2014/main" id="{83F24BDB-37FF-4979-872D-F7F82357601B}"/>
              </a:ext>
            </a:extLst>
          </p:cNvPr>
          <p:cNvSpPr>
            <a:spLocks/>
          </p:cNvSpPr>
          <p:nvPr/>
        </p:nvSpPr>
        <p:spPr bwMode="auto">
          <a:xfrm>
            <a:off x="563562" y="4111119"/>
            <a:ext cx="727075" cy="603250"/>
          </a:xfrm>
          <a:custGeom>
            <a:avLst/>
            <a:gdLst>
              <a:gd name="T0" fmla="*/ 2147483646 w 458"/>
              <a:gd name="T1" fmla="*/ 2147483646 h 380"/>
              <a:gd name="T2" fmla="*/ 2147483646 w 458"/>
              <a:gd name="T3" fmla="*/ 2147483646 h 380"/>
              <a:gd name="T4" fmla="*/ 2147483646 w 458"/>
              <a:gd name="T5" fmla="*/ 0 h 380"/>
              <a:gd name="T6" fmla="*/ 0 60000 65536"/>
              <a:gd name="T7" fmla="*/ 0 60000 65536"/>
              <a:gd name="T8" fmla="*/ 0 60000 65536"/>
              <a:gd name="T9" fmla="*/ 0 w 458"/>
              <a:gd name="T10" fmla="*/ 0 h 380"/>
              <a:gd name="T11" fmla="*/ 458 w 458"/>
              <a:gd name="T12" fmla="*/ 380 h 380"/>
            </a:gdLst>
            <a:ahLst/>
            <a:cxnLst>
              <a:cxn ang="T6">
                <a:pos x="T0" y="T1"/>
              </a:cxn>
              <a:cxn ang="T7">
                <a:pos x="T2" y="T3"/>
              </a:cxn>
              <a:cxn ang="T8">
                <a:pos x="T4" y="T5"/>
              </a:cxn>
            </a:cxnLst>
            <a:rect l="T9" t="T10" r="T11" b="T12"/>
            <a:pathLst>
              <a:path w="458" h="380">
                <a:moveTo>
                  <a:pt x="337" y="380"/>
                </a:moveTo>
                <a:cubicBezTo>
                  <a:pt x="168" y="290"/>
                  <a:pt x="0" y="201"/>
                  <a:pt x="20" y="138"/>
                </a:cubicBezTo>
                <a:cubicBezTo>
                  <a:pt x="40" y="75"/>
                  <a:pt x="249" y="37"/>
                  <a:pt x="458" y="0"/>
                </a:cubicBezTo>
              </a:path>
            </a:pathLst>
          </a:custGeom>
          <a:noFill/>
          <a:ln w="9525"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526383" name="Text Box 47">
            <a:extLst>
              <a:ext uri="{FF2B5EF4-FFF2-40B4-BE49-F238E27FC236}">
                <a16:creationId xmlns:a16="http://schemas.microsoft.com/office/drawing/2014/main" id="{A3BDF70D-3B3F-44E4-8E21-1AB48153B2FC}"/>
              </a:ext>
            </a:extLst>
          </p:cNvPr>
          <p:cNvSpPr txBox="1">
            <a:spLocks noChangeArrowheads="1"/>
          </p:cNvSpPr>
          <p:nvPr/>
        </p:nvSpPr>
        <p:spPr bwMode="auto">
          <a:xfrm>
            <a:off x="803275" y="2015619"/>
            <a:ext cx="2557462" cy="915987"/>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char</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name</a:t>
            </a:r>
            <a:r>
              <a:rPr lang="de-DE" altLang="de-DE" sz="1800" b="1" dirty="0">
                <a:latin typeface="Courier New" panose="02070309020205020404" pitchFamily="49" charset="0"/>
                <a:cs typeface="Courier New" panose="02070309020205020404" pitchFamily="49" charset="0"/>
              </a:rPr>
              <a:t>[5];</a:t>
            </a:r>
          </a:p>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char</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pname</a:t>
            </a:r>
            <a:r>
              <a:rPr lang="de-DE" altLang="de-DE" sz="1800" b="1" dirty="0">
                <a:latin typeface="Courier New" panose="02070309020205020404" pitchFamily="49" charset="0"/>
                <a:cs typeface="Courier New" panose="02070309020205020404" pitchFamily="49" charset="0"/>
              </a:rPr>
              <a:t>;</a:t>
            </a:r>
          </a:p>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pname</a:t>
            </a:r>
            <a:r>
              <a:rPr lang="de-DE" altLang="de-DE" sz="1800" b="1" dirty="0">
                <a:latin typeface="Courier New" panose="02070309020205020404" pitchFamily="49" charset="0"/>
                <a:cs typeface="Courier New" panose="02070309020205020404" pitchFamily="49" charset="0"/>
              </a:rPr>
              <a:t> = &amp;</a:t>
            </a:r>
            <a:r>
              <a:rPr lang="de-DE" altLang="de-DE" sz="1800" b="1" dirty="0" err="1">
                <a:latin typeface="Courier New" panose="02070309020205020404" pitchFamily="49" charset="0"/>
                <a:cs typeface="Courier New" panose="02070309020205020404" pitchFamily="49" charset="0"/>
              </a:rPr>
              <a:t>name</a:t>
            </a:r>
            <a:r>
              <a:rPr lang="de-DE" altLang="de-DE" sz="1800" b="1" dirty="0">
                <a:latin typeface="Courier New" panose="02070309020205020404" pitchFamily="49" charset="0"/>
                <a:cs typeface="Courier New" panose="02070309020205020404" pitchFamily="49" charset="0"/>
              </a:rPr>
              <a:t>[0];</a:t>
            </a:r>
          </a:p>
        </p:txBody>
      </p:sp>
      <p:sp>
        <p:nvSpPr>
          <p:cNvPr id="526386" name="Text Box 50">
            <a:extLst>
              <a:ext uri="{FF2B5EF4-FFF2-40B4-BE49-F238E27FC236}">
                <a16:creationId xmlns:a16="http://schemas.microsoft.com/office/drawing/2014/main" id="{BC0226D1-BC21-4ECD-A361-C2D48C6E9D50}"/>
              </a:ext>
            </a:extLst>
          </p:cNvPr>
          <p:cNvSpPr txBox="1">
            <a:spLocks noChangeArrowheads="1"/>
          </p:cNvSpPr>
          <p:nvPr/>
        </p:nvSpPr>
        <p:spPr bwMode="auto">
          <a:xfrm>
            <a:off x="4078287" y="1831469"/>
            <a:ext cx="3619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O</a:t>
            </a:r>
          </a:p>
          <a:p>
            <a:pPr eaLnBrk="1" hangingPunct="1">
              <a:spcBef>
                <a:spcPct val="0"/>
              </a:spcBef>
              <a:buFontTx/>
              <a:buNone/>
            </a:pPr>
            <a:r>
              <a:rPr lang="de-DE" altLang="de-DE" sz="1800"/>
              <a:t>D</a:t>
            </a:r>
          </a:p>
          <a:p>
            <a:pPr eaLnBrk="1" hangingPunct="1">
              <a:spcBef>
                <a:spcPct val="0"/>
              </a:spcBef>
              <a:buFontTx/>
              <a:buNone/>
            </a:pPr>
            <a:r>
              <a:rPr lang="de-DE" altLang="de-DE" sz="1800"/>
              <a:t>E</a:t>
            </a:r>
          </a:p>
          <a:p>
            <a:pPr eaLnBrk="1" hangingPunct="1">
              <a:spcBef>
                <a:spcPct val="0"/>
              </a:spcBef>
              <a:buFontTx/>
              <a:buNone/>
            </a:pPr>
            <a:r>
              <a:rPr lang="de-DE" altLang="de-DE" sz="1800"/>
              <a:t>R</a:t>
            </a:r>
          </a:p>
        </p:txBody>
      </p:sp>
      <p:sp>
        <p:nvSpPr>
          <p:cNvPr id="526387" name="Text Box 51">
            <a:extLst>
              <a:ext uri="{FF2B5EF4-FFF2-40B4-BE49-F238E27FC236}">
                <a16:creationId xmlns:a16="http://schemas.microsoft.com/office/drawing/2014/main" id="{964434B2-85E9-454A-AAF1-5F1FAEA87329}"/>
              </a:ext>
            </a:extLst>
          </p:cNvPr>
          <p:cNvSpPr txBox="1">
            <a:spLocks noChangeArrowheads="1"/>
          </p:cNvSpPr>
          <p:nvPr/>
        </p:nvSpPr>
        <p:spPr bwMode="auto">
          <a:xfrm>
            <a:off x="4827587" y="1942594"/>
            <a:ext cx="24018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char</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name</a:t>
            </a:r>
            <a:r>
              <a:rPr lang="de-DE" altLang="de-DE" sz="1800" b="1" dirty="0">
                <a:latin typeface="Courier New" panose="02070309020205020404" pitchFamily="49" charset="0"/>
                <a:cs typeface="Courier New" panose="02070309020205020404" pitchFamily="49" charset="0"/>
              </a:rPr>
              <a:t>[5];</a:t>
            </a:r>
          </a:p>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char</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pname</a:t>
            </a:r>
            <a:r>
              <a:rPr lang="de-DE" altLang="de-DE" sz="1800" b="1" dirty="0">
                <a:latin typeface="Courier New" panose="02070309020205020404" pitchFamily="49" charset="0"/>
                <a:cs typeface="Courier New" panose="02070309020205020404" pitchFamily="49" charset="0"/>
              </a:rPr>
              <a:t>;</a:t>
            </a:r>
          </a:p>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pname</a:t>
            </a:r>
            <a:r>
              <a:rPr lang="de-DE" altLang="de-DE" sz="1800" b="1" dirty="0">
                <a:latin typeface="Courier New" panose="02070309020205020404" pitchFamily="49" charset="0"/>
                <a:cs typeface="Courier New" panose="02070309020205020404" pitchFamily="49" charset="0"/>
              </a:rPr>
              <a:t> = </a:t>
            </a:r>
            <a:r>
              <a:rPr lang="de-DE" altLang="de-DE" sz="1800" b="1" dirty="0" err="1">
                <a:latin typeface="Courier New" panose="02070309020205020404" pitchFamily="49" charset="0"/>
                <a:cs typeface="Courier New" panose="02070309020205020404" pitchFamily="49" charset="0"/>
              </a:rPr>
              <a:t>name</a:t>
            </a:r>
            <a:r>
              <a:rPr lang="de-DE" altLang="de-DE" sz="1800" b="1" dirty="0">
                <a:latin typeface="Courier New" panose="02070309020205020404" pitchFamily="49" charset="0"/>
                <a:cs typeface="Courier New" panose="02070309020205020404" pitchFamily="49" charset="0"/>
              </a:rPr>
              <a:t>;</a:t>
            </a:r>
          </a:p>
        </p:txBody>
      </p:sp>
      <p:sp>
        <p:nvSpPr>
          <p:cNvPr id="526388" name="Text Box 52">
            <a:extLst>
              <a:ext uri="{FF2B5EF4-FFF2-40B4-BE49-F238E27FC236}">
                <a16:creationId xmlns:a16="http://schemas.microsoft.com/office/drawing/2014/main" id="{9AFA3CD8-D825-4052-A93F-6073339394C2}"/>
              </a:ext>
            </a:extLst>
          </p:cNvPr>
          <p:cNvSpPr txBox="1">
            <a:spLocks noChangeArrowheads="1"/>
          </p:cNvSpPr>
          <p:nvPr/>
        </p:nvSpPr>
        <p:spPr bwMode="auto">
          <a:xfrm>
            <a:off x="7068184" y="1918340"/>
            <a:ext cx="2001838"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100" dirty="0">
                <a:latin typeface="Calibri" panose="020F0502020204030204" pitchFamily="34" charset="0"/>
                <a:cs typeface="Calibri" panose="020F0502020204030204" pitchFamily="34" charset="0"/>
              </a:rPr>
              <a:t>In C automatisch </a:t>
            </a:r>
          </a:p>
          <a:p>
            <a:pPr eaLnBrk="1" hangingPunct="1">
              <a:spcBef>
                <a:spcPct val="0"/>
              </a:spcBef>
              <a:buFontTx/>
              <a:buNone/>
            </a:pPr>
            <a:r>
              <a:rPr lang="de-DE" altLang="de-DE" sz="1100" dirty="0">
                <a:latin typeface="Calibri" panose="020F0502020204030204" pitchFamily="34" charset="0"/>
                <a:cs typeface="Calibri" panose="020F0502020204030204" pitchFamily="34" charset="0"/>
              </a:rPr>
              <a:t>erzeugter konstanter </a:t>
            </a:r>
          </a:p>
          <a:p>
            <a:pPr eaLnBrk="1" hangingPunct="1">
              <a:spcBef>
                <a:spcPct val="0"/>
              </a:spcBef>
              <a:buFontTx/>
              <a:buNone/>
            </a:pPr>
            <a:r>
              <a:rPr lang="de-DE" altLang="de-DE" sz="1100" dirty="0">
                <a:latin typeface="Calibri" panose="020F0502020204030204" pitchFamily="34" charset="0"/>
                <a:cs typeface="Calibri" panose="020F0502020204030204" pitchFamily="34" charset="0"/>
              </a:rPr>
              <a:t>Zeiger. Der wird immer erzeugt, wenn man ein Feld anlegt.</a:t>
            </a:r>
          </a:p>
          <a:p>
            <a:pPr eaLnBrk="1" hangingPunct="1">
              <a:spcBef>
                <a:spcPct val="0"/>
              </a:spcBef>
              <a:buFontTx/>
              <a:buNone/>
            </a:pPr>
            <a:r>
              <a:rPr lang="de-DE" altLang="de-DE" sz="1100" dirty="0">
                <a:latin typeface="Calibri" panose="020F0502020204030204" pitchFamily="34" charset="0"/>
                <a:cs typeface="Calibri" panose="020F0502020204030204" pitchFamily="34" charset="0"/>
              </a:rPr>
              <a:t>Er kann nicht geändert werden.</a:t>
            </a:r>
          </a:p>
        </p:txBody>
      </p:sp>
      <p:sp>
        <p:nvSpPr>
          <p:cNvPr id="526390" name="Freeform 54">
            <a:extLst>
              <a:ext uri="{FF2B5EF4-FFF2-40B4-BE49-F238E27FC236}">
                <a16:creationId xmlns:a16="http://schemas.microsoft.com/office/drawing/2014/main" id="{C9EB8626-B7D8-49B7-8445-61328BE4874D}"/>
              </a:ext>
            </a:extLst>
          </p:cNvPr>
          <p:cNvSpPr>
            <a:spLocks/>
          </p:cNvSpPr>
          <p:nvPr/>
        </p:nvSpPr>
        <p:spPr bwMode="auto">
          <a:xfrm>
            <a:off x="6275387" y="2729993"/>
            <a:ext cx="823595" cy="331788"/>
          </a:xfrm>
          <a:custGeom>
            <a:avLst/>
            <a:gdLst>
              <a:gd name="T0" fmla="*/ 2147483646 w 442"/>
              <a:gd name="T1" fmla="*/ 2147483646 h 163"/>
              <a:gd name="T2" fmla="*/ 2147483646 w 442"/>
              <a:gd name="T3" fmla="*/ 2147483646 h 163"/>
              <a:gd name="T4" fmla="*/ 0 w 442"/>
              <a:gd name="T5" fmla="*/ 0 h 163"/>
              <a:gd name="T6" fmla="*/ 0 60000 65536"/>
              <a:gd name="T7" fmla="*/ 0 60000 65536"/>
              <a:gd name="T8" fmla="*/ 0 60000 65536"/>
              <a:gd name="T9" fmla="*/ 0 w 442"/>
              <a:gd name="T10" fmla="*/ 0 h 163"/>
              <a:gd name="T11" fmla="*/ 442 w 442"/>
              <a:gd name="T12" fmla="*/ 163 h 163"/>
            </a:gdLst>
            <a:ahLst/>
            <a:cxnLst>
              <a:cxn ang="T6">
                <a:pos x="T0" y="T1"/>
              </a:cxn>
              <a:cxn ang="T7">
                <a:pos x="T2" y="T3"/>
              </a:cxn>
              <a:cxn ang="T8">
                <a:pos x="T4" y="T5"/>
              </a:cxn>
            </a:cxnLst>
            <a:rect l="T9" t="T10" r="T11" b="T12"/>
            <a:pathLst>
              <a:path w="442" h="163">
                <a:moveTo>
                  <a:pt x="442" y="25"/>
                </a:moveTo>
                <a:cubicBezTo>
                  <a:pt x="341" y="94"/>
                  <a:pt x="241" y="163"/>
                  <a:pt x="167" y="159"/>
                </a:cubicBezTo>
                <a:cubicBezTo>
                  <a:pt x="93" y="155"/>
                  <a:pt x="28" y="26"/>
                  <a:pt x="0" y="0"/>
                </a:cubicBezTo>
              </a:path>
            </a:pathLst>
          </a:custGeom>
          <a:noFill/>
          <a:ln w="9525"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526391" name="Rectangle 55">
            <a:extLst>
              <a:ext uri="{FF2B5EF4-FFF2-40B4-BE49-F238E27FC236}">
                <a16:creationId xmlns:a16="http://schemas.microsoft.com/office/drawing/2014/main" id="{BFE46BC1-B67A-4190-ACA3-D569C9094C98}"/>
              </a:ext>
            </a:extLst>
          </p:cNvPr>
          <p:cNvSpPr>
            <a:spLocks noChangeArrowheads="1"/>
          </p:cNvSpPr>
          <p:nvPr/>
        </p:nvSpPr>
        <p:spPr bwMode="auto">
          <a:xfrm>
            <a:off x="801687" y="2007681"/>
            <a:ext cx="2557463" cy="9286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58" name="Text Box 38">
            <a:extLst>
              <a:ext uri="{FF2B5EF4-FFF2-40B4-BE49-F238E27FC236}">
                <a16:creationId xmlns:a16="http://schemas.microsoft.com/office/drawing/2014/main" id="{55E5F955-A196-40E5-B021-4557122DED12}"/>
              </a:ext>
            </a:extLst>
          </p:cNvPr>
          <p:cNvSpPr txBox="1">
            <a:spLocks noChangeArrowheads="1"/>
          </p:cNvSpPr>
          <p:nvPr/>
        </p:nvSpPr>
        <p:spPr bwMode="auto">
          <a:xfrm>
            <a:off x="1117729" y="4802654"/>
            <a:ext cx="92525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b="1" dirty="0"/>
              <a:t>*</a:t>
            </a:r>
            <a:r>
              <a:rPr lang="de-DE" altLang="de-DE" b="1" dirty="0" err="1"/>
              <a:t>pname</a:t>
            </a:r>
            <a:endParaRPr lang="de-DE" altLang="de-DE" b="1" dirty="0"/>
          </a:p>
        </p:txBody>
      </p:sp>
      <p:sp>
        <p:nvSpPr>
          <p:cNvPr id="59" name="Text Box 38">
            <a:extLst>
              <a:ext uri="{FF2B5EF4-FFF2-40B4-BE49-F238E27FC236}">
                <a16:creationId xmlns:a16="http://schemas.microsoft.com/office/drawing/2014/main" id="{26F9A2E4-C420-4C5E-B326-CEB17039F21F}"/>
              </a:ext>
            </a:extLst>
          </p:cNvPr>
          <p:cNvSpPr txBox="1">
            <a:spLocks noChangeArrowheads="1"/>
          </p:cNvSpPr>
          <p:nvPr/>
        </p:nvSpPr>
        <p:spPr bwMode="auto">
          <a:xfrm>
            <a:off x="2345346" y="4808031"/>
            <a:ext cx="11544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400" b="1" dirty="0"/>
              <a:t>*(pname+1)</a:t>
            </a:r>
          </a:p>
        </p:txBody>
      </p:sp>
      <p:sp>
        <p:nvSpPr>
          <p:cNvPr id="60" name="Text Box 38">
            <a:extLst>
              <a:ext uri="{FF2B5EF4-FFF2-40B4-BE49-F238E27FC236}">
                <a16:creationId xmlns:a16="http://schemas.microsoft.com/office/drawing/2014/main" id="{63ECCC38-36C9-4D80-9BF9-2E097B84F4FD}"/>
              </a:ext>
            </a:extLst>
          </p:cNvPr>
          <p:cNvSpPr txBox="1">
            <a:spLocks noChangeArrowheads="1"/>
          </p:cNvSpPr>
          <p:nvPr/>
        </p:nvSpPr>
        <p:spPr bwMode="auto">
          <a:xfrm>
            <a:off x="3668527" y="4833431"/>
            <a:ext cx="11544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400" b="1" dirty="0"/>
              <a:t>*(pname+2)</a:t>
            </a:r>
          </a:p>
        </p:txBody>
      </p:sp>
      <p:sp>
        <p:nvSpPr>
          <p:cNvPr id="61" name="Text Box 38">
            <a:extLst>
              <a:ext uri="{FF2B5EF4-FFF2-40B4-BE49-F238E27FC236}">
                <a16:creationId xmlns:a16="http://schemas.microsoft.com/office/drawing/2014/main" id="{38AF82B2-33E9-4E47-AEDE-90F34B80D7D8}"/>
              </a:ext>
            </a:extLst>
          </p:cNvPr>
          <p:cNvSpPr txBox="1">
            <a:spLocks noChangeArrowheads="1"/>
          </p:cNvSpPr>
          <p:nvPr/>
        </p:nvSpPr>
        <p:spPr bwMode="auto">
          <a:xfrm>
            <a:off x="4990914" y="4847719"/>
            <a:ext cx="11544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400" b="1" dirty="0"/>
              <a:t>*(pname+3)</a:t>
            </a:r>
          </a:p>
        </p:txBody>
      </p:sp>
      <p:sp>
        <p:nvSpPr>
          <p:cNvPr id="62" name="Text Box 38">
            <a:extLst>
              <a:ext uri="{FF2B5EF4-FFF2-40B4-BE49-F238E27FC236}">
                <a16:creationId xmlns:a16="http://schemas.microsoft.com/office/drawing/2014/main" id="{A309A87D-6AE1-4ADA-B5F9-0EE1111A4BD2}"/>
              </a:ext>
            </a:extLst>
          </p:cNvPr>
          <p:cNvSpPr txBox="1">
            <a:spLocks noChangeArrowheads="1"/>
          </p:cNvSpPr>
          <p:nvPr/>
        </p:nvSpPr>
        <p:spPr bwMode="auto">
          <a:xfrm>
            <a:off x="6332352" y="4827081"/>
            <a:ext cx="11544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400" b="1" dirty="0"/>
              <a:t>*(pname+4)</a:t>
            </a:r>
          </a:p>
        </p:txBody>
      </p:sp>
      <p:sp>
        <p:nvSpPr>
          <p:cNvPr id="3" name="Textfeld 2">
            <a:extLst>
              <a:ext uri="{FF2B5EF4-FFF2-40B4-BE49-F238E27FC236}">
                <a16:creationId xmlns:a16="http://schemas.microsoft.com/office/drawing/2014/main" id="{18559407-5CD1-4B97-8787-71179ADCABA1}"/>
              </a:ext>
            </a:extLst>
          </p:cNvPr>
          <p:cNvSpPr txBox="1"/>
          <p:nvPr/>
        </p:nvSpPr>
        <p:spPr>
          <a:xfrm>
            <a:off x="473392" y="1113918"/>
            <a:ext cx="8229600" cy="646331"/>
          </a:xfrm>
          <a:prstGeom prst="rect">
            <a:avLst/>
          </a:prstGeom>
          <a:noFill/>
        </p:spPr>
        <p:txBody>
          <a:bodyPr wrap="square" rtlCol="0">
            <a:spAutoFit/>
          </a:bodyPr>
          <a:lstStyle/>
          <a:p>
            <a:r>
              <a:rPr lang="de-DE" dirty="0">
                <a:latin typeface="Calibri" panose="020F0502020204030204" pitchFamily="34" charset="0"/>
                <a:cs typeface="Calibri" panose="020F0502020204030204" pitchFamily="34" charset="0"/>
              </a:rPr>
              <a:t>Felder sind auch mit Zeigern zu bearbeiten, da der Name eines Feldes die Adresse des ersten Elementes beinhaltet.</a:t>
            </a:r>
          </a:p>
        </p:txBody>
      </p:sp>
      <p:sp>
        <p:nvSpPr>
          <p:cNvPr id="5" name="Text Box 38">
            <a:extLst>
              <a:ext uri="{FF2B5EF4-FFF2-40B4-BE49-F238E27FC236}">
                <a16:creationId xmlns:a16="http://schemas.microsoft.com/office/drawing/2014/main" id="{AC5D233C-0FAC-CA01-8A5A-019192E3A81C}"/>
              </a:ext>
            </a:extLst>
          </p:cNvPr>
          <p:cNvSpPr txBox="1">
            <a:spLocks noChangeArrowheads="1"/>
          </p:cNvSpPr>
          <p:nvPr/>
        </p:nvSpPr>
        <p:spPr bwMode="auto">
          <a:xfrm>
            <a:off x="2244744" y="5067766"/>
            <a:ext cx="13035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b="1" dirty="0"/>
              <a:t>*(</a:t>
            </a:r>
            <a:r>
              <a:rPr lang="de-DE" altLang="de-DE" b="1" dirty="0" err="1"/>
              <a:t>pname</a:t>
            </a:r>
            <a:r>
              <a:rPr lang="de-DE" altLang="de-DE" b="1" dirty="0"/>
              <a:t>++)</a:t>
            </a:r>
          </a:p>
        </p:txBody>
      </p:sp>
      <p:sp>
        <p:nvSpPr>
          <p:cNvPr id="7" name="Text Box 38">
            <a:extLst>
              <a:ext uri="{FF2B5EF4-FFF2-40B4-BE49-F238E27FC236}">
                <a16:creationId xmlns:a16="http://schemas.microsoft.com/office/drawing/2014/main" id="{7046AB4F-D57F-CECE-F087-5DD8EFD17566}"/>
              </a:ext>
            </a:extLst>
          </p:cNvPr>
          <p:cNvSpPr txBox="1">
            <a:spLocks noChangeArrowheads="1"/>
          </p:cNvSpPr>
          <p:nvPr/>
        </p:nvSpPr>
        <p:spPr bwMode="auto">
          <a:xfrm>
            <a:off x="2339906" y="5394790"/>
            <a:ext cx="10454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400" b="1"/>
              <a:t>*(name</a:t>
            </a:r>
            <a:r>
              <a:rPr lang="de-DE" altLang="de-DE" sz="1400" b="1" dirty="0"/>
              <a:t>+1)</a:t>
            </a:r>
          </a:p>
        </p:txBody>
      </p:sp>
    </p:spTree>
    <p:extLst>
      <p:ext uri="{BB962C8B-B14F-4D97-AF65-F5344CB8AC3E}">
        <p14:creationId xmlns:p14="http://schemas.microsoft.com/office/powerpoint/2010/main" val="27619072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63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639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636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637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637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637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637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2638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637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2637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2637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2637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6378"/>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526381"/>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26386"/>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2638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26392"/>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26388"/>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52639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0"/>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92" grpId="0" animBg="1"/>
      <p:bldP spid="526369" grpId="0"/>
      <p:bldP spid="526370" grpId="0"/>
      <p:bldP spid="526371" grpId="0"/>
      <p:bldP spid="526372" grpId="0"/>
      <p:bldP spid="526373" grpId="0"/>
      <p:bldP spid="526374" grpId="0"/>
      <p:bldP spid="526375" grpId="0"/>
      <p:bldP spid="526376" grpId="0"/>
      <p:bldP spid="526377" grpId="0"/>
      <p:bldP spid="526378" grpId="0"/>
      <p:bldP spid="526383" grpId="0" animBg="1"/>
      <p:bldP spid="526386" grpId="0"/>
      <p:bldP spid="526387" grpId="0"/>
      <p:bldP spid="526388" grpId="0"/>
      <p:bldP spid="526391" grpId="0" animBg="1"/>
      <p:bldP spid="58" grpId="0"/>
      <p:bldP spid="59" grpId="0"/>
      <p:bldP spid="60" grpId="0"/>
      <p:bldP spid="61" grpId="0"/>
      <p:bldP spid="62" grpId="0"/>
      <p:bldP spid="5"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liennummernplatzhalter 3">
            <a:extLst>
              <a:ext uri="{FF2B5EF4-FFF2-40B4-BE49-F238E27FC236}">
                <a16:creationId xmlns:a16="http://schemas.microsoft.com/office/drawing/2014/main" id="{34F8FCE4-7D5F-4176-B13C-815E66FF5E9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861614D4-D8CC-4623-9678-6E89776FDDDD}" type="slidenum">
              <a:rPr lang="de-DE" altLang="de-DE" sz="1400" smtClean="0"/>
              <a:pPr>
                <a:spcBef>
                  <a:spcPct val="0"/>
                </a:spcBef>
                <a:buFontTx/>
                <a:buNone/>
              </a:pPr>
              <a:t>17</a:t>
            </a:fld>
            <a:endParaRPr lang="de-DE" altLang="de-DE" sz="1400"/>
          </a:p>
        </p:txBody>
      </p:sp>
      <p:sp>
        <p:nvSpPr>
          <p:cNvPr id="26627" name="Text Box 3">
            <a:extLst>
              <a:ext uri="{FF2B5EF4-FFF2-40B4-BE49-F238E27FC236}">
                <a16:creationId xmlns:a16="http://schemas.microsoft.com/office/drawing/2014/main" id="{FF6F5534-60BE-4EEA-B2EE-3A983DE8D215}"/>
              </a:ext>
            </a:extLst>
          </p:cNvPr>
          <p:cNvSpPr txBox="1">
            <a:spLocks noChangeArrowheads="1"/>
          </p:cNvSpPr>
          <p:nvPr/>
        </p:nvSpPr>
        <p:spPr bwMode="auto">
          <a:xfrm>
            <a:off x="560705" y="1472883"/>
            <a:ext cx="6732588" cy="4555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#include &lt;</a:t>
            </a:r>
            <a:r>
              <a:rPr lang="en-US" altLang="de-DE" b="1" dirty="0" err="1">
                <a:latin typeface="Courier New" panose="02070309020205020404" pitchFamily="49" charset="0"/>
                <a:cs typeface="Courier New" panose="02070309020205020404" pitchFamily="49" charset="0"/>
              </a:rPr>
              <a:t>stdio.h</a:t>
            </a:r>
            <a:r>
              <a:rPr lang="en-US" altLang="de-DE" b="1" dirty="0">
                <a:latin typeface="Courier New" panose="02070309020205020404" pitchFamily="49" charset="0"/>
                <a:cs typeface="Courier New" panose="02070309020205020404" pitchFamily="49" charset="0"/>
              </a:rPr>
              <a:t>&gt;</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int main()</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   char name[5]={'I','R','E','N','E'};</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   //char *</a:t>
            </a:r>
            <a:r>
              <a:rPr lang="en-US" altLang="de-DE" b="1" dirty="0" err="1">
                <a:latin typeface="Courier New" panose="02070309020205020404" pitchFamily="49" charset="0"/>
                <a:cs typeface="Courier New" panose="02070309020205020404" pitchFamily="49" charset="0"/>
              </a:rPr>
              <a:t>pname</a:t>
            </a:r>
            <a:r>
              <a:rPr lang="en-US" altLang="de-DE" b="1" dirty="0">
                <a:latin typeface="Courier New" panose="02070309020205020404" pitchFamily="49" charset="0"/>
                <a:cs typeface="Courier New" panose="02070309020205020404" pitchFamily="49" charset="0"/>
              </a:rPr>
              <a:t>;</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   //</a:t>
            </a:r>
            <a:r>
              <a:rPr lang="en-US" altLang="de-DE" b="1" dirty="0" err="1">
                <a:latin typeface="Courier New" panose="02070309020205020404" pitchFamily="49" charset="0"/>
                <a:cs typeface="Courier New" panose="02070309020205020404" pitchFamily="49" charset="0"/>
              </a:rPr>
              <a:t>pname</a:t>
            </a:r>
            <a:r>
              <a:rPr lang="en-US" altLang="de-DE" b="1" dirty="0">
                <a:latin typeface="Courier New" panose="02070309020205020404" pitchFamily="49" charset="0"/>
                <a:cs typeface="Courier New" panose="02070309020205020404" pitchFamily="49" charset="0"/>
              </a:rPr>
              <a:t>=name;//</a:t>
            </a:r>
            <a:r>
              <a:rPr lang="en-US" altLang="de-DE" b="1" dirty="0" err="1">
                <a:latin typeface="Courier New" panose="02070309020205020404" pitchFamily="49" charset="0"/>
                <a:cs typeface="Courier New" panose="02070309020205020404" pitchFamily="49" charset="0"/>
              </a:rPr>
              <a:t>pname</a:t>
            </a:r>
            <a:r>
              <a:rPr lang="en-US" altLang="de-DE" b="1" dirty="0">
                <a:latin typeface="Courier New" panose="02070309020205020404" pitchFamily="49" charset="0"/>
                <a:cs typeface="Courier New" panose="02070309020205020404" pitchFamily="49" charset="0"/>
              </a:rPr>
              <a:t>=&amp;name[0]; </a:t>
            </a:r>
            <a:r>
              <a:rPr lang="en-US" altLang="de-DE" b="1" dirty="0" err="1">
                <a:latin typeface="Courier New" panose="02070309020205020404" pitchFamily="49" charset="0"/>
                <a:cs typeface="Courier New" panose="02070309020205020404" pitchFamily="49" charset="0"/>
              </a:rPr>
              <a:t>geht</a:t>
            </a:r>
            <a:r>
              <a:rPr lang="en-US" altLang="de-DE" b="1" dirty="0">
                <a:latin typeface="Courier New" panose="02070309020205020404" pitchFamily="49" charset="0"/>
                <a:cs typeface="Courier New" panose="02070309020205020404" pitchFamily="49" charset="0"/>
              </a:rPr>
              <a:t> </a:t>
            </a:r>
            <a:r>
              <a:rPr lang="en-US" altLang="de-DE" b="1" dirty="0" err="1">
                <a:latin typeface="Courier New" panose="02070309020205020404" pitchFamily="49" charset="0"/>
                <a:cs typeface="Courier New" panose="02070309020205020404" pitchFamily="49" charset="0"/>
              </a:rPr>
              <a:t>auch</a:t>
            </a:r>
            <a:endParaRPr lang="en-US" altLang="de-DE" b="1" dirty="0">
              <a:latin typeface="Courier New" panose="02070309020205020404" pitchFamily="49" charset="0"/>
              <a:cs typeface="Courier New" panose="02070309020205020404" pitchFamily="49" charset="0"/>
            </a:endParaRP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   int </a:t>
            </a:r>
            <a:r>
              <a:rPr lang="en-US" altLang="de-DE" b="1" dirty="0" err="1">
                <a:latin typeface="Courier New" panose="02070309020205020404" pitchFamily="49" charset="0"/>
                <a:cs typeface="Courier New" panose="02070309020205020404" pitchFamily="49" charset="0"/>
              </a:rPr>
              <a:t>i</a:t>
            </a:r>
            <a:r>
              <a:rPr lang="en-US" altLang="de-DE" b="1" dirty="0">
                <a:latin typeface="Courier New" panose="02070309020205020404" pitchFamily="49" charset="0"/>
                <a:cs typeface="Courier New" panose="02070309020205020404" pitchFamily="49" charset="0"/>
              </a:rPr>
              <a:t>;</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   </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   for(</a:t>
            </a:r>
            <a:r>
              <a:rPr lang="en-US" altLang="de-DE" b="1" dirty="0" err="1">
                <a:latin typeface="Courier New" panose="02070309020205020404" pitchFamily="49" charset="0"/>
                <a:cs typeface="Courier New" panose="02070309020205020404" pitchFamily="49" charset="0"/>
              </a:rPr>
              <a:t>i</a:t>
            </a:r>
            <a:r>
              <a:rPr lang="en-US" altLang="de-DE" b="1" dirty="0">
                <a:latin typeface="Courier New" panose="02070309020205020404" pitchFamily="49" charset="0"/>
                <a:cs typeface="Courier New" panose="02070309020205020404" pitchFamily="49" charset="0"/>
              </a:rPr>
              <a:t>=0;i&lt;5;i++){</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       //1: </a:t>
            </a:r>
            <a:r>
              <a:rPr lang="en-US" altLang="de-DE" b="1" dirty="0" err="1">
                <a:latin typeface="Courier New" panose="02070309020205020404" pitchFamily="49" charset="0"/>
                <a:cs typeface="Courier New" panose="02070309020205020404" pitchFamily="49" charset="0"/>
              </a:rPr>
              <a:t>printf</a:t>
            </a:r>
            <a:r>
              <a:rPr lang="en-US" altLang="de-DE" b="1" dirty="0">
                <a:latin typeface="Courier New" panose="02070309020205020404" pitchFamily="49" charset="0"/>
                <a:cs typeface="Courier New" panose="02070309020205020404" pitchFamily="49" charset="0"/>
              </a:rPr>
              <a:t>("%c",*(</a:t>
            </a:r>
            <a:r>
              <a:rPr lang="en-US" altLang="de-DE" b="1" dirty="0" err="1">
                <a:latin typeface="Courier New" panose="02070309020205020404" pitchFamily="49" charset="0"/>
                <a:cs typeface="Courier New" panose="02070309020205020404" pitchFamily="49" charset="0"/>
              </a:rPr>
              <a:t>pname+i</a:t>
            </a:r>
            <a:r>
              <a:rPr lang="en-US" altLang="de-DE" b="1" dirty="0">
                <a:latin typeface="Courier New" panose="02070309020205020404" pitchFamily="49" charset="0"/>
                <a:cs typeface="Courier New" panose="02070309020205020404" pitchFamily="49" charset="0"/>
              </a:rPr>
              <a:t>));</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       //2: </a:t>
            </a:r>
            <a:r>
              <a:rPr lang="en-US" altLang="de-DE" b="1" dirty="0" err="1">
                <a:latin typeface="Courier New" panose="02070309020205020404" pitchFamily="49" charset="0"/>
                <a:cs typeface="Courier New" panose="02070309020205020404" pitchFamily="49" charset="0"/>
              </a:rPr>
              <a:t>printf</a:t>
            </a:r>
            <a:r>
              <a:rPr lang="en-US" altLang="de-DE" b="1" dirty="0">
                <a:latin typeface="Courier New" panose="02070309020205020404" pitchFamily="49" charset="0"/>
                <a:cs typeface="Courier New" panose="02070309020205020404" pitchFamily="49" charset="0"/>
              </a:rPr>
              <a:t>("%c",*</a:t>
            </a:r>
            <a:r>
              <a:rPr lang="en-US" altLang="de-DE" b="1" dirty="0" err="1">
                <a:latin typeface="Courier New" panose="02070309020205020404" pitchFamily="49" charset="0"/>
                <a:cs typeface="Courier New" panose="02070309020205020404" pitchFamily="49" charset="0"/>
              </a:rPr>
              <a:t>pname</a:t>
            </a:r>
            <a:r>
              <a:rPr lang="en-US" altLang="de-DE" b="1" dirty="0">
                <a:latin typeface="Courier New" panose="02070309020205020404" pitchFamily="49" charset="0"/>
                <a:cs typeface="Courier New" panose="02070309020205020404" pitchFamily="49" charset="0"/>
              </a:rPr>
              <a:t>);</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       //2: </a:t>
            </a:r>
            <a:r>
              <a:rPr lang="en-US" altLang="de-DE" b="1" dirty="0" err="1">
                <a:latin typeface="Courier New" panose="02070309020205020404" pitchFamily="49" charset="0"/>
                <a:cs typeface="Courier New" panose="02070309020205020404" pitchFamily="49" charset="0"/>
              </a:rPr>
              <a:t>pname</a:t>
            </a:r>
            <a:r>
              <a:rPr lang="en-US" altLang="de-DE" b="1" dirty="0">
                <a:latin typeface="Courier New" panose="02070309020205020404" pitchFamily="49" charset="0"/>
                <a:cs typeface="Courier New" panose="02070309020205020404" pitchFamily="49" charset="0"/>
              </a:rPr>
              <a:t>++;</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       //3: name++; </a:t>
            </a:r>
            <a:r>
              <a:rPr lang="en-US" altLang="de-DE" b="1" dirty="0" err="1">
                <a:latin typeface="Courier New" panose="02070309020205020404" pitchFamily="49" charset="0"/>
                <a:cs typeface="Courier New" panose="02070309020205020404" pitchFamily="49" charset="0"/>
              </a:rPr>
              <a:t>geht</a:t>
            </a:r>
            <a:r>
              <a:rPr lang="en-US" altLang="de-DE" b="1" dirty="0">
                <a:latin typeface="Courier New" panose="02070309020205020404" pitchFamily="49" charset="0"/>
                <a:cs typeface="Courier New" panose="02070309020205020404" pitchFamily="49" charset="0"/>
              </a:rPr>
              <a:t> </a:t>
            </a:r>
            <a:r>
              <a:rPr lang="en-US" altLang="de-DE" b="1" dirty="0" err="1">
                <a:latin typeface="Courier New" panose="02070309020205020404" pitchFamily="49" charset="0"/>
                <a:cs typeface="Courier New" panose="02070309020205020404" pitchFamily="49" charset="0"/>
              </a:rPr>
              <a:t>nicht</a:t>
            </a:r>
            <a:r>
              <a:rPr lang="en-US" altLang="de-DE" b="1" dirty="0">
                <a:latin typeface="Courier New" panose="02070309020205020404" pitchFamily="49" charset="0"/>
                <a:cs typeface="Courier New" panose="02070309020205020404" pitchFamily="49" charset="0"/>
              </a:rPr>
              <a:t>!</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       //4: </a:t>
            </a:r>
            <a:r>
              <a:rPr lang="en-US" altLang="de-DE" b="1" dirty="0" err="1">
                <a:latin typeface="Courier New" panose="02070309020205020404" pitchFamily="49" charset="0"/>
                <a:cs typeface="Courier New" panose="02070309020205020404" pitchFamily="49" charset="0"/>
              </a:rPr>
              <a:t>printf</a:t>
            </a:r>
            <a:r>
              <a:rPr lang="en-US" altLang="de-DE" b="1" dirty="0">
                <a:latin typeface="Courier New" panose="02070309020205020404" pitchFamily="49" charset="0"/>
                <a:cs typeface="Courier New" panose="02070309020205020404" pitchFamily="49" charset="0"/>
              </a:rPr>
              <a:t>("%c",*(</a:t>
            </a:r>
            <a:r>
              <a:rPr lang="en-US" altLang="de-DE" b="1" dirty="0" err="1">
                <a:latin typeface="Courier New" panose="02070309020205020404" pitchFamily="49" charset="0"/>
                <a:cs typeface="Courier New" panose="02070309020205020404" pitchFamily="49" charset="0"/>
              </a:rPr>
              <a:t>name+i</a:t>
            </a:r>
            <a:r>
              <a:rPr lang="en-US" altLang="de-DE" b="1" dirty="0">
                <a:latin typeface="Courier New" panose="02070309020205020404" pitchFamily="49" charset="0"/>
                <a:cs typeface="Courier New" panose="02070309020205020404" pitchFamily="49" charset="0"/>
              </a:rPr>
              <a:t>));//</a:t>
            </a:r>
            <a:r>
              <a:rPr lang="en-US" altLang="de-DE" b="1" dirty="0" err="1">
                <a:latin typeface="Courier New" panose="02070309020205020404" pitchFamily="49" charset="0"/>
                <a:cs typeface="Courier New" panose="02070309020205020404" pitchFamily="49" charset="0"/>
              </a:rPr>
              <a:t>auch</a:t>
            </a:r>
            <a:r>
              <a:rPr lang="en-US" altLang="de-DE" b="1" dirty="0">
                <a:latin typeface="Courier New" panose="02070309020205020404" pitchFamily="49" charset="0"/>
                <a:cs typeface="Courier New" panose="02070309020205020404" pitchFamily="49" charset="0"/>
              </a:rPr>
              <a:t> </a:t>
            </a:r>
            <a:r>
              <a:rPr lang="en-US" altLang="de-DE" b="1" dirty="0" err="1">
                <a:latin typeface="Courier New" panose="02070309020205020404" pitchFamily="49" charset="0"/>
                <a:cs typeface="Courier New" panose="02070309020205020404" pitchFamily="49" charset="0"/>
              </a:rPr>
              <a:t>ueblich</a:t>
            </a:r>
            <a:endParaRPr lang="en-US" altLang="de-DE" b="1" dirty="0">
              <a:latin typeface="Courier New" panose="02070309020205020404" pitchFamily="49" charset="0"/>
              <a:cs typeface="Courier New" panose="02070309020205020404" pitchFamily="49" charset="0"/>
            </a:endParaRPr>
          </a:p>
          <a:p>
            <a:pPr eaLnBrk="1" hangingPunct="1">
              <a:spcBef>
                <a:spcPct val="0"/>
              </a:spcBef>
              <a:buFontTx/>
              <a:buNone/>
            </a:pPr>
            <a:r>
              <a:rPr lang="de-DE" altLang="de-DE" b="1" dirty="0">
                <a:latin typeface="Courier New" panose="02070309020205020404" pitchFamily="49" charset="0"/>
                <a:cs typeface="Courier New" panose="02070309020205020404" pitchFamily="49" charset="0"/>
              </a:rPr>
              <a:t>       </a:t>
            </a:r>
            <a:r>
              <a:rPr lang="en-US" altLang="de-DE" b="1" dirty="0" err="1">
                <a:latin typeface="Courier New" panose="02070309020205020404" pitchFamily="49" charset="0"/>
                <a:cs typeface="Courier New" panose="02070309020205020404" pitchFamily="49" charset="0"/>
              </a:rPr>
              <a:t>printf</a:t>
            </a:r>
            <a:r>
              <a:rPr lang="en-US" altLang="de-DE" b="1" dirty="0">
                <a:latin typeface="Courier New" panose="02070309020205020404" pitchFamily="49" charset="0"/>
                <a:cs typeface="Courier New" panose="02070309020205020404" pitchFamily="49" charset="0"/>
              </a:rPr>
              <a:t>("%</a:t>
            </a:r>
            <a:r>
              <a:rPr lang="en-US" altLang="de-DE" b="1" dirty="0" err="1">
                <a:latin typeface="Courier New" panose="02070309020205020404" pitchFamily="49" charset="0"/>
                <a:cs typeface="Courier New" panose="02070309020205020404" pitchFamily="49" charset="0"/>
              </a:rPr>
              <a:t>c",name</a:t>
            </a:r>
            <a:r>
              <a:rPr lang="en-US" altLang="de-DE" b="1" dirty="0">
                <a:latin typeface="Courier New" panose="02070309020205020404" pitchFamily="49" charset="0"/>
                <a:cs typeface="Courier New" panose="02070309020205020404" pitchFamily="49" charset="0"/>
              </a:rPr>
              <a:t>[</a:t>
            </a:r>
            <a:r>
              <a:rPr lang="en-US" altLang="de-DE" b="1" dirty="0" err="1">
                <a:latin typeface="Courier New" panose="02070309020205020404" pitchFamily="49" charset="0"/>
                <a:cs typeface="Courier New" panose="02070309020205020404" pitchFamily="49" charset="0"/>
              </a:rPr>
              <a:t>i</a:t>
            </a:r>
            <a:r>
              <a:rPr lang="en-US" altLang="de-DE" b="1" dirty="0">
                <a:latin typeface="Courier New" panose="02070309020205020404" pitchFamily="49" charset="0"/>
                <a:cs typeface="Courier New" panose="02070309020205020404" pitchFamily="49" charset="0"/>
              </a:rPr>
              <a:t>]); //UEBLICH</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   }</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   return 0;</a:t>
            </a:r>
          </a:p>
          <a:p>
            <a:pPr eaLnBrk="1" hangingPunct="1">
              <a:spcBef>
                <a:spcPct val="0"/>
              </a:spcBef>
              <a:buFontTx/>
              <a:buNone/>
            </a:pPr>
            <a:r>
              <a:rPr lang="en-US" altLang="de-DE" b="1" dirty="0">
                <a:latin typeface="Courier New" panose="02070309020205020404" pitchFamily="49" charset="0"/>
                <a:cs typeface="Courier New" panose="02070309020205020404" pitchFamily="49" charset="0"/>
              </a:rPr>
              <a:t>}</a:t>
            </a:r>
            <a:r>
              <a:rPr lang="de-DE" altLang="de-DE" sz="1800" b="1" dirty="0">
                <a:latin typeface="Courier New" panose="02070309020205020404" pitchFamily="49" charset="0"/>
                <a:cs typeface="Courier New" panose="02070309020205020404" pitchFamily="49" charset="0"/>
              </a:rPr>
              <a:t>	</a:t>
            </a:r>
          </a:p>
        </p:txBody>
      </p:sp>
      <p:sp>
        <p:nvSpPr>
          <p:cNvPr id="26628" name="Rectangle 5">
            <a:extLst>
              <a:ext uri="{FF2B5EF4-FFF2-40B4-BE49-F238E27FC236}">
                <a16:creationId xmlns:a16="http://schemas.microsoft.com/office/drawing/2014/main" id="{4AFE082F-DAC6-4DDA-A9A4-6E0E9662528E}"/>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2. Beispielprogramm </a:t>
            </a:r>
          </a:p>
        </p:txBody>
      </p:sp>
      <p:sp>
        <p:nvSpPr>
          <p:cNvPr id="2" name="Textfeld 1">
            <a:extLst>
              <a:ext uri="{FF2B5EF4-FFF2-40B4-BE49-F238E27FC236}">
                <a16:creationId xmlns:a16="http://schemas.microsoft.com/office/drawing/2014/main" id="{8267D693-926F-494C-859B-2ABCB84787D5}"/>
              </a:ext>
            </a:extLst>
          </p:cNvPr>
          <p:cNvSpPr txBox="1"/>
          <p:nvPr/>
        </p:nvSpPr>
        <p:spPr>
          <a:xfrm>
            <a:off x="457200" y="994927"/>
            <a:ext cx="6615401" cy="369332"/>
          </a:xfrm>
          <a:prstGeom prst="rect">
            <a:avLst/>
          </a:prstGeom>
          <a:noFill/>
        </p:spPr>
        <p:txBody>
          <a:bodyPr wrap="none" rtlCol="0">
            <a:spAutoFit/>
          </a:bodyPr>
          <a:lstStyle/>
          <a:p>
            <a:r>
              <a:rPr lang="de-DE" dirty="0">
                <a:latin typeface="Calibri" panose="020F0502020204030204" pitchFamily="34" charset="0"/>
                <a:cs typeface="Calibri" panose="020F0502020204030204" pitchFamily="34" charset="0"/>
              </a:rPr>
              <a:t>Verschiedene Varianten, wie man auf ein Feld zugreifen kann (1,2,4):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liennummernplatzhalter 4">
            <a:extLst>
              <a:ext uri="{FF2B5EF4-FFF2-40B4-BE49-F238E27FC236}">
                <a16:creationId xmlns:a16="http://schemas.microsoft.com/office/drawing/2014/main" id="{F532C5D9-A06A-458C-B442-A389C51066EF}"/>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r" eaLnBrk="1" hangingPunct="1">
              <a:spcBef>
                <a:spcPct val="0"/>
              </a:spcBef>
              <a:buFontTx/>
              <a:buNone/>
            </a:pPr>
            <a:fld id="{21C54603-4D10-421B-AC9C-6FC15E877EB1}" type="slidenum">
              <a:rPr lang="de-DE" altLang="de-DE" sz="1400"/>
              <a:pPr algn="r" eaLnBrk="1" hangingPunct="1">
                <a:spcBef>
                  <a:spcPct val="0"/>
                </a:spcBef>
                <a:buFontTx/>
                <a:buNone/>
              </a:pPr>
              <a:t>18</a:t>
            </a:fld>
            <a:endParaRPr lang="de-DE" altLang="de-DE" sz="1400"/>
          </a:p>
        </p:txBody>
      </p:sp>
      <p:sp>
        <p:nvSpPr>
          <p:cNvPr id="28675" name="Text Box 9">
            <a:extLst>
              <a:ext uri="{FF2B5EF4-FFF2-40B4-BE49-F238E27FC236}">
                <a16:creationId xmlns:a16="http://schemas.microsoft.com/office/drawing/2014/main" id="{0404BAF1-0EB3-4C0C-BEA7-55F87E3023A6}"/>
              </a:ext>
            </a:extLst>
          </p:cNvPr>
          <p:cNvSpPr txBox="1">
            <a:spLocks noChangeArrowheads="1"/>
          </p:cNvSpPr>
          <p:nvPr/>
        </p:nvSpPr>
        <p:spPr bwMode="auto">
          <a:xfrm>
            <a:off x="971550" y="1262063"/>
            <a:ext cx="560602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219200" indent="-304800">
              <a:spcBef>
                <a:spcPct val="20000"/>
              </a:spcBef>
              <a:buChar char="•"/>
              <a:defRPr sz="1600">
                <a:solidFill>
                  <a:schemeClr val="tx1"/>
                </a:solidFill>
                <a:latin typeface="Arial" panose="020B0604020202020204" pitchFamily="34" charset="0"/>
              </a:defRPr>
            </a:lvl3pPr>
            <a:lvl4pPr marL="1676400" indent="-304800">
              <a:spcBef>
                <a:spcPct val="20000"/>
              </a:spcBef>
              <a:buChar char="–"/>
              <a:defRPr sz="1600">
                <a:solidFill>
                  <a:schemeClr val="tx1"/>
                </a:solidFill>
                <a:latin typeface="Arial" panose="020B0604020202020204" pitchFamily="34" charset="0"/>
              </a:defRPr>
            </a:lvl4pPr>
            <a:lvl5pPr marL="2133600" indent="-304800">
              <a:spcBef>
                <a:spcPct val="20000"/>
              </a:spcBef>
              <a:buChar char="»"/>
              <a:defRPr sz="1600">
                <a:solidFill>
                  <a:schemeClr val="tx1"/>
                </a:solidFill>
                <a:latin typeface="Arial" panose="020B0604020202020204" pitchFamily="34" charset="0"/>
              </a:defRPr>
            </a:lvl5pPr>
            <a:lvl6pPr marL="2590800" indent="-304800" eaLnBrk="0" fontAlgn="base" hangingPunct="0">
              <a:spcBef>
                <a:spcPct val="20000"/>
              </a:spcBef>
              <a:spcAft>
                <a:spcPct val="0"/>
              </a:spcAft>
              <a:buChar char="»"/>
              <a:defRPr sz="1600">
                <a:solidFill>
                  <a:schemeClr val="tx1"/>
                </a:solidFill>
                <a:latin typeface="Arial" panose="020B0604020202020204" pitchFamily="34" charset="0"/>
              </a:defRPr>
            </a:lvl6pPr>
            <a:lvl7pPr marL="3048000" indent="-304800" eaLnBrk="0" fontAlgn="base" hangingPunct="0">
              <a:spcBef>
                <a:spcPct val="20000"/>
              </a:spcBef>
              <a:spcAft>
                <a:spcPct val="0"/>
              </a:spcAft>
              <a:buChar char="»"/>
              <a:defRPr sz="1600">
                <a:solidFill>
                  <a:schemeClr val="tx1"/>
                </a:solidFill>
                <a:latin typeface="Arial" panose="020B0604020202020204" pitchFamily="34" charset="0"/>
              </a:defRPr>
            </a:lvl7pPr>
            <a:lvl8pPr marL="3505200" indent="-304800" eaLnBrk="0" fontAlgn="base" hangingPunct="0">
              <a:spcBef>
                <a:spcPct val="20000"/>
              </a:spcBef>
              <a:spcAft>
                <a:spcPct val="0"/>
              </a:spcAft>
              <a:buChar char="»"/>
              <a:defRPr sz="1600">
                <a:solidFill>
                  <a:schemeClr val="tx1"/>
                </a:solidFill>
                <a:latin typeface="Arial" panose="020B0604020202020204" pitchFamily="34" charset="0"/>
              </a:defRPr>
            </a:lvl8pPr>
            <a:lvl9pPr marL="3962400" indent="-3048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AutoNum type="arabicPeriod"/>
            </a:pPr>
            <a:r>
              <a:rPr lang="de-DE" altLang="de-DE" sz="2400" dirty="0"/>
              <a:t> </a:t>
            </a:r>
            <a:r>
              <a:rPr lang="de-DE" altLang="de-DE" b="1" dirty="0">
                <a:sym typeface="Wingdings" panose="05000000000000000000" pitchFamily="2" charset="2"/>
              </a:rPr>
              <a:t></a:t>
            </a:r>
            <a:r>
              <a:rPr lang="de-DE" altLang="de-DE" sz="2400" dirty="0"/>
              <a:t> </a:t>
            </a:r>
            <a:r>
              <a:rPr lang="de-DE" altLang="de-DE" sz="2400" dirty="0">
                <a:solidFill>
                  <a:schemeClr val="bg2"/>
                </a:solidFill>
              </a:rPr>
              <a:t>Wiederholung: Zeiger, Felder</a:t>
            </a:r>
          </a:p>
          <a:p>
            <a:pPr eaLnBrk="1" hangingPunct="1">
              <a:spcBef>
                <a:spcPct val="0"/>
              </a:spcBef>
              <a:buFontTx/>
              <a:buAutoNum type="arabicPeriod"/>
            </a:pPr>
            <a:r>
              <a:rPr lang="de-DE" altLang="de-DE" sz="2400" dirty="0">
                <a:solidFill>
                  <a:schemeClr val="bg2"/>
                </a:solidFill>
              </a:rPr>
              <a:t> </a:t>
            </a:r>
            <a:r>
              <a:rPr lang="de-DE" altLang="de-DE" b="1" dirty="0">
                <a:sym typeface="Wingdings" panose="05000000000000000000" pitchFamily="2" charset="2"/>
              </a:rPr>
              <a:t></a:t>
            </a:r>
            <a:r>
              <a:rPr lang="de-DE" altLang="de-DE" sz="2400" dirty="0">
                <a:solidFill>
                  <a:schemeClr val="bg2"/>
                </a:solidFill>
              </a:rPr>
              <a:t> Zusammenhang Felder und Zeiger</a:t>
            </a:r>
          </a:p>
          <a:p>
            <a:pPr eaLnBrk="1" hangingPunct="1">
              <a:spcBef>
                <a:spcPct val="0"/>
              </a:spcBef>
              <a:buFontTx/>
              <a:buAutoNum type="arabicPeriod"/>
            </a:pPr>
            <a:r>
              <a:rPr lang="de-DE" altLang="de-DE" sz="2400" dirty="0"/>
              <a:t> Zwei- und mehrdimensionale Felder</a:t>
            </a:r>
          </a:p>
          <a:p>
            <a:pPr eaLnBrk="1" hangingPunct="1">
              <a:spcBef>
                <a:spcPct val="0"/>
              </a:spcBef>
              <a:buFontTx/>
              <a:buAutoNum type="arabicPeriod"/>
            </a:pPr>
            <a:r>
              <a:rPr lang="de-DE" altLang="de-DE" sz="2400"/>
              <a:t> </a:t>
            </a:r>
            <a:r>
              <a:rPr lang="de-DE" altLang="de-DE" sz="2400">
                <a:solidFill>
                  <a:schemeClr val="bg2"/>
                </a:solidFill>
              </a:rPr>
              <a:t>Funktionen und Zeigern</a:t>
            </a:r>
          </a:p>
          <a:p>
            <a:pPr eaLnBrk="1" hangingPunct="1">
              <a:spcBef>
                <a:spcPct val="0"/>
              </a:spcBef>
              <a:buFontTx/>
              <a:buAutoNum type="arabicPeriod"/>
            </a:pPr>
            <a:r>
              <a:rPr lang="de-DE" altLang="de-DE" sz="2400" dirty="0">
                <a:solidFill>
                  <a:schemeClr val="bg2"/>
                </a:solidFill>
              </a:rPr>
              <a:t> Funktionen mit Felder</a:t>
            </a:r>
          </a:p>
          <a:p>
            <a:pPr eaLnBrk="1" hangingPunct="1">
              <a:spcBef>
                <a:spcPct val="0"/>
              </a:spcBef>
              <a:buFontTx/>
              <a:buAutoNum type="arabicPeriod"/>
            </a:pPr>
            <a:r>
              <a:rPr lang="de-DE" altLang="de-DE" sz="2400" dirty="0">
                <a:solidFill>
                  <a:schemeClr val="bg2"/>
                </a:solidFill>
              </a:rPr>
              <a:t> Strings</a:t>
            </a:r>
          </a:p>
          <a:p>
            <a:pPr eaLnBrk="1" hangingPunct="1">
              <a:spcBef>
                <a:spcPct val="0"/>
              </a:spcBef>
              <a:buFontTx/>
              <a:buAutoNum type="arabicPeriod"/>
            </a:pPr>
            <a:r>
              <a:rPr lang="de-DE" altLang="de-DE" sz="2400" dirty="0">
                <a:solidFill>
                  <a:schemeClr val="bg2"/>
                </a:solidFill>
              </a:rPr>
              <a:t> Felder von Zeigern</a:t>
            </a:r>
          </a:p>
        </p:txBody>
      </p:sp>
      <p:pic>
        <p:nvPicPr>
          <p:cNvPr id="4" name="Grafik 1">
            <a:extLst>
              <a:ext uri="{FF2B5EF4-FFF2-40B4-BE49-F238E27FC236}">
                <a16:creationId xmlns:a16="http://schemas.microsoft.com/office/drawing/2014/main" id="{4D82FB10-57AF-4A4B-BD7E-B2A98837A27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30813" y="2928938"/>
            <a:ext cx="3706812" cy="315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liennummernplatzhalter 3">
            <a:extLst>
              <a:ext uri="{FF2B5EF4-FFF2-40B4-BE49-F238E27FC236}">
                <a16:creationId xmlns:a16="http://schemas.microsoft.com/office/drawing/2014/main" id="{54AE8AB7-75AA-466C-813D-7C5658E8BE0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0F26FEB6-3BF7-456D-8F5E-4909505170E1}" type="slidenum">
              <a:rPr lang="de-DE" altLang="de-DE" sz="1400" smtClean="0"/>
              <a:pPr>
                <a:spcBef>
                  <a:spcPct val="0"/>
                </a:spcBef>
                <a:buFontTx/>
                <a:buNone/>
              </a:pPr>
              <a:t>19</a:t>
            </a:fld>
            <a:endParaRPr lang="de-DE" altLang="de-DE" sz="1400"/>
          </a:p>
        </p:txBody>
      </p:sp>
      <p:sp>
        <p:nvSpPr>
          <p:cNvPr id="30723" name="Rectangle 2">
            <a:extLst>
              <a:ext uri="{FF2B5EF4-FFF2-40B4-BE49-F238E27FC236}">
                <a16:creationId xmlns:a16="http://schemas.microsoft.com/office/drawing/2014/main" id="{11FB0ACA-4AA2-4BD6-9ECE-5F74E67CC694}"/>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3. Zweidimensionale Felder</a:t>
            </a:r>
          </a:p>
        </p:txBody>
      </p:sp>
      <p:sp>
        <p:nvSpPr>
          <p:cNvPr id="30724" name="Rectangle 5">
            <a:extLst>
              <a:ext uri="{FF2B5EF4-FFF2-40B4-BE49-F238E27FC236}">
                <a16:creationId xmlns:a16="http://schemas.microsoft.com/office/drawing/2014/main" id="{D496AB27-F338-42AE-9F5A-48E6A05741F2}"/>
              </a:ext>
            </a:extLst>
          </p:cNvPr>
          <p:cNvSpPr>
            <a:spLocks noChangeArrowheads="1"/>
          </p:cNvSpPr>
          <p:nvPr/>
        </p:nvSpPr>
        <p:spPr bwMode="auto">
          <a:xfrm>
            <a:off x="642938" y="3336925"/>
            <a:ext cx="7010400" cy="461963"/>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endParaRPr lang="de-DE" altLang="de-DE" sz="1400"/>
          </a:p>
        </p:txBody>
      </p:sp>
      <p:sp>
        <p:nvSpPr>
          <p:cNvPr id="30725" name="Line 6">
            <a:extLst>
              <a:ext uri="{FF2B5EF4-FFF2-40B4-BE49-F238E27FC236}">
                <a16:creationId xmlns:a16="http://schemas.microsoft.com/office/drawing/2014/main" id="{F358E44D-580D-4FFC-8075-015E123A82D4}"/>
              </a:ext>
            </a:extLst>
          </p:cNvPr>
          <p:cNvSpPr>
            <a:spLocks noChangeShapeType="1"/>
          </p:cNvSpPr>
          <p:nvPr/>
        </p:nvSpPr>
        <p:spPr bwMode="auto">
          <a:xfrm>
            <a:off x="1081088" y="3336925"/>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26" name="Line 7">
            <a:extLst>
              <a:ext uri="{FF2B5EF4-FFF2-40B4-BE49-F238E27FC236}">
                <a16:creationId xmlns:a16="http://schemas.microsoft.com/office/drawing/2014/main" id="{9152C7BA-35A7-45F8-BB09-421D40B2DA2D}"/>
              </a:ext>
            </a:extLst>
          </p:cNvPr>
          <p:cNvSpPr>
            <a:spLocks noChangeShapeType="1"/>
          </p:cNvSpPr>
          <p:nvPr/>
        </p:nvSpPr>
        <p:spPr bwMode="auto">
          <a:xfrm>
            <a:off x="1504950" y="3357563"/>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27" name="Line 8">
            <a:extLst>
              <a:ext uri="{FF2B5EF4-FFF2-40B4-BE49-F238E27FC236}">
                <a16:creationId xmlns:a16="http://schemas.microsoft.com/office/drawing/2014/main" id="{46AB9BEC-7710-4F05-BBEE-B55A3CE87654}"/>
              </a:ext>
            </a:extLst>
          </p:cNvPr>
          <p:cNvSpPr>
            <a:spLocks noChangeShapeType="1"/>
          </p:cNvSpPr>
          <p:nvPr/>
        </p:nvSpPr>
        <p:spPr bwMode="auto">
          <a:xfrm>
            <a:off x="1939925" y="3341688"/>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28" name="Line 9">
            <a:extLst>
              <a:ext uri="{FF2B5EF4-FFF2-40B4-BE49-F238E27FC236}">
                <a16:creationId xmlns:a16="http://schemas.microsoft.com/office/drawing/2014/main" id="{B8BA6E78-B1F2-436E-BB9B-A1285441726D}"/>
              </a:ext>
            </a:extLst>
          </p:cNvPr>
          <p:cNvSpPr>
            <a:spLocks noChangeShapeType="1"/>
          </p:cNvSpPr>
          <p:nvPr/>
        </p:nvSpPr>
        <p:spPr bwMode="auto">
          <a:xfrm>
            <a:off x="2411413" y="3349625"/>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29" name="Line 10">
            <a:extLst>
              <a:ext uri="{FF2B5EF4-FFF2-40B4-BE49-F238E27FC236}">
                <a16:creationId xmlns:a16="http://schemas.microsoft.com/office/drawing/2014/main" id="{55B278C2-071B-4268-BDD6-5F13E4D184A8}"/>
              </a:ext>
            </a:extLst>
          </p:cNvPr>
          <p:cNvSpPr>
            <a:spLocks noChangeShapeType="1"/>
          </p:cNvSpPr>
          <p:nvPr/>
        </p:nvSpPr>
        <p:spPr bwMode="auto">
          <a:xfrm>
            <a:off x="2895600" y="3359150"/>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30" name="Line 11">
            <a:extLst>
              <a:ext uri="{FF2B5EF4-FFF2-40B4-BE49-F238E27FC236}">
                <a16:creationId xmlns:a16="http://schemas.microsoft.com/office/drawing/2014/main" id="{6E15820E-6DAD-40C8-8CE5-5B8C4F609F41}"/>
              </a:ext>
            </a:extLst>
          </p:cNvPr>
          <p:cNvSpPr>
            <a:spLocks noChangeShapeType="1"/>
          </p:cNvSpPr>
          <p:nvPr/>
        </p:nvSpPr>
        <p:spPr bwMode="auto">
          <a:xfrm>
            <a:off x="3344863" y="3355975"/>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31" name="Line 12">
            <a:extLst>
              <a:ext uri="{FF2B5EF4-FFF2-40B4-BE49-F238E27FC236}">
                <a16:creationId xmlns:a16="http://schemas.microsoft.com/office/drawing/2014/main" id="{9C47C5F7-0E77-41D2-AC44-8BDEC19B3547}"/>
              </a:ext>
            </a:extLst>
          </p:cNvPr>
          <p:cNvSpPr>
            <a:spLocks noChangeShapeType="1"/>
          </p:cNvSpPr>
          <p:nvPr/>
        </p:nvSpPr>
        <p:spPr bwMode="auto">
          <a:xfrm>
            <a:off x="3778250" y="3352800"/>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32" name="Line 13">
            <a:extLst>
              <a:ext uri="{FF2B5EF4-FFF2-40B4-BE49-F238E27FC236}">
                <a16:creationId xmlns:a16="http://schemas.microsoft.com/office/drawing/2014/main" id="{0C424573-6F86-4066-B25F-A32B4EB6DFDE}"/>
              </a:ext>
            </a:extLst>
          </p:cNvPr>
          <p:cNvSpPr>
            <a:spLocks noChangeShapeType="1"/>
          </p:cNvSpPr>
          <p:nvPr/>
        </p:nvSpPr>
        <p:spPr bwMode="auto">
          <a:xfrm>
            <a:off x="4251325" y="3349625"/>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33" name="Line 14">
            <a:extLst>
              <a:ext uri="{FF2B5EF4-FFF2-40B4-BE49-F238E27FC236}">
                <a16:creationId xmlns:a16="http://schemas.microsoft.com/office/drawing/2014/main" id="{5B4530EF-4901-4E5E-A8C7-382038DCA4EE}"/>
              </a:ext>
            </a:extLst>
          </p:cNvPr>
          <p:cNvSpPr>
            <a:spLocks noChangeShapeType="1"/>
          </p:cNvSpPr>
          <p:nvPr/>
        </p:nvSpPr>
        <p:spPr bwMode="auto">
          <a:xfrm>
            <a:off x="4699000" y="3346450"/>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34" name="Line 15">
            <a:extLst>
              <a:ext uri="{FF2B5EF4-FFF2-40B4-BE49-F238E27FC236}">
                <a16:creationId xmlns:a16="http://schemas.microsoft.com/office/drawing/2014/main" id="{25094CFD-28D2-4FCB-A86E-5431A8696588}"/>
              </a:ext>
            </a:extLst>
          </p:cNvPr>
          <p:cNvSpPr>
            <a:spLocks noChangeShapeType="1"/>
          </p:cNvSpPr>
          <p:nvPr/>
        </p:nvSpPr>
        <p:spPr bwMode="auto">
          <a:xfrm>
            <a:off x="5207000" y="3352800"/>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35" name="Line 16">
            <a:extLst>
              <a:ext uri="{FF2B5EF4-FFF2-40B4-BE49-F238E27FC236}">
                <a16:creationId xmlns:a16="http://schemas.microsoft.com/office/drawing/2014/main" id="{F83A7307-792B-49F9-B5BC-E5AFC51B01B7}"/>
              </a:ext>
            </a:extLst>
          </p:cNvPr>
          <p:cNvSpPr>
            <a:spLocks noChangeShapeType="1"/>
          </p:cNvSpPr>
          <p:nvPr/>
        </p:nvSpPr>
        <p:spPr bwMode="auto">
          <a:xfrm>
            <a:off x="5667375" y="3351213"/>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36" name="Line 17">
            <a:extLst>
              <a:ext uri="{FF2B5EF4-FFF2-40B4-BE49-F238E27FC236}">
                <a16:creationId xmlns:a16="http://schemas.microsoft.com/office/drawing/2014/main" id="{FAEC8A6C-AC02-4601-8B90-680E6FF831F8}"/>
              </a:ext>
            </a:extLst>
          </p:cNvPr>
          <p:cNvSpPr>
            <a:spLocks noChangeShapeType="1"/>
          </p:cNvSpPr>
          <p:nvPr/>
        </p:nvSpPr>
        <p:spPr bwMode="auto">
          <a:xfrm>
            <a:off x="6199188" y="3346450"/>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37" name="Line 18">
            <a:extLst>
              <a:ext uri="{FF2B5EF4-FFF2-40B4-BE49-F238E27FC236}">
                <a16:creationId xmlns:a16="http://schemas.microsoft.com/office/drawing/2014/main" id="{D0473C4C-95B9-4DA0-8889-1B2DC0A020DC}"/>
              </a:ext>
            </a:extLst>
          </p:cNvPr>
          <p:cNvSpPr>
            <a:spLocks noChangeShapeType="1"/>
          </p:cNvSpPr>
          <p:nvPr/>
        </p:nvSpPr>
        <p:spPr bwMode="auto">
          <a:xfrm>
            <a:off x="6683375" y="3354388"/>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38" name="Line 19">
            <a:extLst>
              <a:ext uri="{FF2B5EF4-FFF2-40B4-BE49-F238E27FC236}">
                <a16:creationId xmlns:a16="http://schemas.microsoft.com/office/drawing/2014/main" id="{B79525AD-8A75-4754-AD88-24B36DD58AEA}"/>
              </a:ext>
            </a:extLst>
          </p:cNvPr>
          <p:cNvSpPr>
            <a:spLocks noChangeShapeType="1"/>
          </p:cNvSpPr>
          <p:nvPr/>
        </p:nvSpPr>
        <p:spPr bwMode="auto">
          <a:xfrm>
            <a:off x="7169150" y="3352800"/>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0739" name="Text Box 20">
            <a:extLst>
              <a:ext uri="{FF2B5EF4-FFF2-40B4-BE49-F238E27FC236}">
                <a16:creationId xmlns:a16="http://schemas.microsoft.com/office/drawing/2014/main" id="{B8D50EF9-CA70-4951-8E01-F8798C964E01}"/>
              </a:ext>
            </a:extLst>
          </p:cNvPr>
          <p:cNvSpPr txBox="1">
            <a:spLocks noChangeArrowheads="1"/>
          </p:cNvSpPr>
          <p:nvPr/>
        </p:nvSpPr>
        <p:spPr bwMode="auto">
          <a:xfrm>
            <a:off x="649288" y="3424238"/>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a:t>
            </a:r>
          </a:p>
        </p:txBody>
      </p:sp>
      <p:sp>
        <p:nvSpPr>
          <p:cNvPr id="30740" name="Text Box 21">
            <a:extLst>
              <a:ext uri="{FF2B5EF4-FFF2-40B4-BE49-F238E27FC236}">
                <a16:creationId xmlns:a16="http://schemas.microsoft.com/office/drawing/2014/main" id="{81D4335D-2A33-45D4-945D-C54319C40AAA}"/>
              </a:ext>
            </a:extLst>
          </p:cNvPr>
          <p:cNvSpPr txBox="1">
            <a:spLocks noChangeArrowheads="1"/>
          </p:cNvSpPr>
          <p:nvPr/>
        </p:nvSpPr>
        <p:spPr bwMode="auto">
          <a:xfrm>
            <a:off x="1524000" y="3444875"/>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a:t>
            </a:r>
          </a:p>
        </p:txBody>
      </p:sp>
      <p:sp>
        <p:nvSpPr>
          <p:cNvPr id="30741" name="Text Box 22">
            <a:extLst>
              <a:ext uri="{FF2B5EF4-FFF2-40B4-BE49-F238E27FC236}">
                <a16:creationId xmlns:a16="http://schemas.microsoft.com/office/drawing/2014/main" id="{883D417F-7543-45FE-8123-C84A98A252FF}"/>
              </a:ext>
            </a:extLst>
          </p:cNvPr>
          <p:cNvSpPr txBox="1">
            <a:spLocks noChangeArrowheads="1"/>
          </p:cNvSpPr>
          <p:nvPr/>
        </p:nvSpPr>
        <p:spPr bwMode="auto">
          <a:xfrm>
            <a:off x="1984375" y="342900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0</a:t>
            </a:r>
          </a:p>
        </p:txBody>
      </p:sp>
      <p:sp>
        <p:nvSpPr>
          <p:cNvPr id="30742" name="Text Box 23">
            <a:extLst>
              <a:ext uri="{FF2B5EF4-FFF2-40B4-BE49-F238E27FC236}">
                <a16:creationId xmlns:a16="http://schemas.microsoft.com/office/drawing/2014/main" id="{CA00A861-868E-4736-B7F9-AEBD385CD16A}"/>
              </a:ext>
            </a:extLst>
          </p:cNvPr>
          <p:cNvSpPr txBox="1">
            <a:spLocks noChangeArrowheads="1"/>
          </p:cNvSpPr>
          <p:nvPr/>
        </p:nvSpPr>
        <p:spPr bwMode="auto">
          <a:xfrm>
            <a:off x="2455863" y="343852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a:t>
            </a:r>
          </a:p>
        </p:txBody>
      </p:sp>
      <p:sp>
        <p:nvSpPr>
          <p:cNvPr id="30743" name="Text Box 24">
            <a:extLst>
              <a:ext uri="{FF2B5EF4-FFF2-40B4-BE49-F238E27FC236}">
                <a16:creationId xmlns:a16="http://schemas.microsoft.com/office/drawing/2014/main" id="{BDF2BF13-4308-47FB-B2AF-ACF2D584DDE7}"/>
              </a:ext>
            </a:extLst>
          </p:cNvPr>
          <p:cNvSpPr txBox="1">
            <a:spLocks noChangeArrowheads="1"/>
          </p:cNvSpPr>
          <p:nvPr/>
        </p:nvSpPr>
        <p:spPr bwMode="auto">
          <a:xfrm>
            <a:off x="2905125" y="344646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2</a:t>
            </a:r>
          </a:p>
        </p:txBody>
      </p:sp>
      <p:sp>
        <p:nvSpPr>
          <p:cNvPr id="30744" name="Text Box 25">
            <a:extLst>
              <a:ext uri="{FF2B5EF4-FFF2-40B4-BE49-F238E27FC236}">
                <a16:creationId xmlns:a16="http://schemas.microsoft.com/office/drawing/2014/main" id="{F9E3436A-5414-4735-95B7-4EE90471B90C}"/>
              </a:ext>
            </a:extLst>
          </p:cNvPr>
          <p:cNvSpPr txBox="1">
            <a:spLocks noChangeArrowheads="1"/>
          </p:cNvSpPr>
          <p:nvPr/>
        </p:nvSpPr>
        <p:spPr bwMode="auto">
          <a:xfrm>
            <a:off x="3375025" y="343217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a:t>
            </a:r>
          </a:p>
        </p:txBody>
      </p:sp>
      <p:sp>
        <p:nvSpPr>
          <p:cNvPr id="30745" name="Text Box 27">
            <a:extLst>
              <a:ext uri="{FF2B5EF4-FFF2-40B4-BE49-F238E27FC236}">
                <a16:creationId xmlns:a16="http://schemas.microsoft.com/office/drawing/2014/main" id="{D0BE19E0-C2E3-4B6A-9B4E-674B15AEBB07}"/>
              </a:ext>
            </a:extLst>
          </p:cNvPr>
          <p:cNvSpPr txBox="1">
            <a:spLocks noChangeArrowheads="1"/>
          </p:cNvSpPr>
          <p:nvPr/>
        </p:nvSpPr>
        <p:spPr bwMode="auto">
          <a:xfrm>
            <a:off x="4281488" y="342265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3</a:t>
            </a:r>
          </a:p>
        </p:txBody>
      </p:sp>
      <p:sp>
        <p:nvSpPr>
          <p:cNvPr id="30746" name="Text Box 28">
            <a:extLst>
              <a:ext uri="{FF2B5EF4-FFF2-40B4-BE49-F238E27FC236}">
                <a16:creationId xmlns:a16="http://schemas.microsoft.com/office/drawing/2014/main" id="{544E5403-CF1D-4256-BF7A-7213C667CE05}"/>
              </a:ext>
            </a:extLst>
          </p:cNvPr>
          <p:cNvSpPr txBox="1">
            <a:spLocks noChangeArrowheads="1"/>
          </p:cNvSpPr>
          <p:nvPr/>
        </p:nvSpPr>
        <p:spPr bwMode="auto">
          <a:xfrm>
            <a:off x="4754563" y="341947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2</a:t>
            </a:r>
          </a:p>
        </p:txBody>
      </p:sp>
      <p:sp>
        <p:nvSpPr>
          <p:cNvPr id="30747" name="Text Box 29">
            <a:extLst>
              <a:ext uri="{FF2B5EF4-FFF2-40B4-BE49-F238E27FC236}">
                <a16:creationId xmlns:a16="http://schemas.microsoft.com/office/drawing/2014/main" id="{580A9E26-DBFA-4352-876E-51E7D7ADE1BE}"/>
              </a:ext>
            </a:extLst>
          </p:cNvPr>
          <p:cNvSpPr txBox="1">
            <a:spLocks noChangeArrowheads="1"/>
          </p:cNvSpPr>
          <p:nvPr/>
        </p:nvSpPr>
        <p:spPr bwMode="auto">
          <a:xfrm>
            <a:off x="5237163" y="3405188"/>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3</a:t>
            </a:r>
          </a:p>
        </p:txBody>
      </p:sp>
      <p:sp>
        <p:nvSpPr>
          <p:cNvPr id="30748" name="Text Box 30">
            <a:extLst>
              <a:ext uri="{FF2B5EF4-FFF2-40B4-BE49-F238E27FC236}">
                <a16:creationId xmlns:a16="http://schemas.microsoft.com/office/drawing/2014/main" id="{EAB45C66-76D5-4718-B2C8-A84A9305DF33}"/>
              </a:ext>
            </a:extLst>
          </p:cNvPr>
          <p:cNvSpPr txBox="1">
            <a:spLocks noChangeArrowheads="1"/>
          </p:cNvSpPr>
          <p:nvPr/>
        </p:nvSpPr>
        <p:spPr bwMode="auto">
          <a:xfrm>
            <a:off x="5746750" y="341312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4</a:t>
            </a:r>
          </a:p>
        </p:txBody>
      </p:sp>
      <p:sp>
        <p:nvSpPr>
          <p:cNvPr id="30749" name="Text Box 31">
            <a:extLst>
              <a:ext uri="{FF2B5EF4-FFF2-40B4-BE49-F238E27FC236}">
                <a16:creationId xmlns:a16="http://schemas.microsoft.com/office/drawing/2014/main" id="{34F97AE5-85CA-49C7-87A6-2757067F9ECF}"/>
              </a:ext>
            </a:extLst>
          </p:cNvPr>
          <p:cNvSpPr txBox="1">
            <a:spLocks noChangeArrowheads="1"/>
          </p:cNvSpPr>
          <p:nvPr/>
        </p:nvSpPr>
        <p:spPr bwMode="auto">
          <a:xfrm>
            <a:off x="6243638" y="340995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a:t>
            </a:r>
          </a:p>
        </p:txBody>
      </p:sp>
      <p:sp>
        <p:nvSpPr>
          <p:cNvPr id="30750" name="Text Box 32">
            <a:extLst>
              <a:ext uri="{FF2B5EF4-FFF2-40B4-BE49-F238E27FC236}">
                <a16:creationId xmlns:a16="http://schemas.microsoft.com/office/drawing/2014/main" id="{EADC6F46-79F5-40F2-92E5-A89A4210F3E4}"/>
              </a:ext>
            </a:extLst>
          </p:cNvPr>
          <p:cNvSpPr txBox="1">
            <a:spLocks noChangeArrowheads="1"/>
          </p:cNvSpPr>
          <p:nvPr/>
        </p:nvSpPr>
        <p:spPr bwMode="auto">
          <a:xfrm>
            <a:off x="6726238" y="3417888"/>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a:t>
            </a:r>
          </a:p>
        </p:txBody>
      </p:sp>
      <p:sp>
        <p:nvSpPr>
          <p:cNvPr id="30751" name="Text Box 33">
            <a:extLst>
              <a:ext uri="{FF2B5EF4-FFF2-40B4-BE49-F238E27FC236}">
                <a16:creationId xmlns:a16="http://schemas.microsoft.com/office/drawing/2014/main" id="{0F514A6C-78B5-4CD2-B916-2469E572525F}"/>
              </a:ext>
            </a:extLst>
          </p:cNvPr>
          <p:cNvSpPr txBox="1">
            <a:spLocks noChangeArrowheads="1"/>
          </p:cNvSpPr>
          <p:nvPr/>
        </p:nvSpPr>
        <p:spPr bwMode="auto">
          <a:xfrm>
            <a:off x="1092200" y="3414713"/>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a:t>
            </a:r>
          </a:p>
        </p:txBody>
      </p:sp>
      <p:sp>
        <p:nvSpPr>
          <p:cNvPr id="30752" name="Text Box 34">
            <a:extLst>
              <a:ext uri="{FF2B5EF4-FFF2-40B4-BE49-F238E27FC236}">
                <a16:creationId xmlns:a16="http://schemas.microsoft.com/office/drawing/2014/main" id="{7FD7C73A-39AC-427C-A85F-9436BDA99EA5}"/>
              </a:ext>
            </a:extLst>
          </p:cNvPr>
          <p:cNvSpPr txBox="1">
            <a:spLocks noChangeArrowheads="1"/>
          </p:cNvSpPr>
          <p:nvPr/>
        </p:nvSpPr>
        <p:spPr bwMode="auto">
          <a:xfrm>
            <a:off x="7207250" y="3424238"/>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a:t>
            </a:r>
          </a:p>
        </p:txBody>
      </p:sp>
      <p:sp>
        <p:nvSpPr>
          <p:cNvPr id="30753" name="Text Box 36">
            <a:extLst>
              <a:ext uri="{FF2B5EF4-FFF2-40B4-BE49-F238E27FC236}">
                <a16:creationId xmlns:a16="http://schemas.microsoft.com/office/drawing/2014/main" id="{E3851A10-0D5B-4BAA-8616-C10FF542B7D4}"/>
              </a:ext>
            </a:extLst>
          </p:cNvPr>
          <p:cNvSpPr txBox="1">
            <a:spLocks noChangeArrowheads="1"/>
          </p:cNvSpPr>
          <p:nvPr/>
        </p:nvSpPr>
        <p:spPr bwMode="auto">
          <a:xfrm>
            <a:off x="542924" y="1136650"/>
            <a:ext cx="6183309"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int</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matrix</a:t>
            </a:r>
            <a:r>
              <a:rPr lang="de-DE" altLang="de-DE" sz="1800" b="1" dirty="0">
                <a:latin typeface="Courier New" panose="02070309020205020404" pitchFamily="49" charset="0"/>
                <a:cs typeface="Courier New" panose="02070309020205020404" pitchFamily="49" charset="0"/>
              </a:rPr>
              <a:t>[3][3]; //zweidimensionales Feld</a:t>
            </a:r>
          </a:p>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for</a:t>
            </a:r>
            <a:r>
              <a:rPr lang="de-DE" altLang="de-DE" sz="1800" b="1" dirty="0">
                <a:latin typeface="Courier New" panose="02070309020205020404" pitchFamily="49" charset="0"/>
                <a:cs typeface="Courier New" panose="02070309020205020404" pitchFamily="49" charset="0"/>
              </a:rPr>
              <a:t>(i=0;i&lt;3;i++){        //</a:t>
            </a:r>
            <a:r>
              <a:rPr lang="de-DE" altLang="de-DE" sz="1800" b="1" dirty="0" err="1">
                <a:latin typeface="Courier New" panose="02070309020205020404" pitchFamily="49" charset="0"/>
                <a:cs typeface="Courier New" panose="02070309020205020404" pitchFamily="49" charset="0"/>
              </a:rPr>
              <a:t>äussere</a:t>
            </a:r>
            <a:r>
              <a:rPr lang="de-DE" altLang="de-DE" sz="1800" b="1" dirty="0">
                <a:latin typeface="Courier New" panose="02070309020205020404" pitchFamily="49" charset="0"/>
                <a:cs typeface="Courier New" panose="02070309020205020404" pitchFamily="49" charset="0"/>
              </a:rPr>
              <a:t> Schleife</a:t>
            </a:r>
          </a:p>
          <a:p>
            <a:pPr eaLnBrk="1" hangingPunct="1">
              <a:spcBef>
                <a:spcPct val="0"/>
              </a:spcBef>
              <a:buFontTx/>
              <a:buNone/>
            </a:pP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for</a:t>
            </a:r>
            <a:r>
              <a:rPr lang="de-DE" altLang="de-DE" sz="1800" b="1" dirty="0">
                <a:latin typeface="Courier New" panose="02070309020205020404" pitchFamily="49" charset="0"/>
                <a:cs typeface="Courier New" panose="02070309020205020404" pitchFamily="49" charset="0"/>
              </a:rPr>
              <a:t>(j=0;j&lt;3;j++){     //innere Schleife</a:t>
            </a:r>
          </a:p>
          <a:p>
            <a:pPr eaLnBrk="1" hangingPunct="1">
              <a:spcBef>
                <a:spcPct val="0"/>
              </a:spcBef>
              <a:buFontTx/>
              <a:buNone/>
            </a:pP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matrix</a:t>
            </a:r>
            <a:r>
              <a:rPr lang="de-DE" altLang="de-DE" sz="1800" b="1" dirty="0">
                <a:latin typeface="Courier New" panose="02070309020205020404" pitchFamily="49" charset="0"/>
                <a:cs typeface="Courier New" panose="02070309020205020404" pitchFamily="49" charset="0"/>
              </a:rPr>
              <a:t>[i][j]=</a:t>
            </a:r>
            <a:r>
              <a:rPr lang="de-DE" altLang="de-DE" sz="1800" b="1" dirty="0" err="1">
                <a:latin typeface="Courier New" panose="02070309020205020404" pitchFamily="49" charset="0"/>
                <a:cs typeface="Courier New" panose="02070309020205020404" pitchFamily="49" charset="0"/>
              </a:rPr>
              <a:t>i+j</a:t>
            </a:r>
            <a:r>
              <a:rPr lang="de-DE" altLang="de-DE" sz="1800" b="1" dirty="0">
                <a:latin typeface="Courier New" panose="02070309020205020404" pitchFamily="49" charset="0"/>
                <a:cs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cs typeface="Courier New" panose="02070309020205020404" pitchFamily="49" charset="0"/>
              </a:rPr>
              <a:t>   }</a:t>
            </a:r>
          </a:p>
          <a:p>
            <a:pPr eaLnBrk="1" hangingPunct="1">
              <a:spcBef>
                <a:spcPct val="0"/>
              </a:spcBef>
              <a:buFontTx/>
              <a:buNone/>
            </a:pPr>
            <a:r>
              <a:rPr lang="de-DE" altLang="de-DE" sz="1800" b="1" dirty="0">
                <a:latin typeface="Courier New" panose="02070309020205020404" pitchFamily="49" charset="0"/>
                <a:cs typeface="Courier New" panose="02070309020205020404" pitchFamily="49" charset="0"/>
              </a:rPr>
              <a:t>}</a:t>
            </a:r>
          </a:p>
        </p:txBody>
      </p:sp>
      <p:sp>
        <p:nvSpPr>
          <p:cNvPr id="30754" name="Line 37">
            <a:extLst>
              <a:ext uri="{FF2B5EF4-FFF2-40B4-BE49-F238E27FC236}">
                <a16:creationId xmlns:a16="http://schemas.microsoft.com/office/drawing/2014/main" id="{D5A7FF09-A128-4BEC-BB62-89CDBEAC0BB3}"/>
              </a:ext>
            </a:extLst>
          </p:cNvPr>
          <p:cNvSpPr>
            <a:spLocks noChangeShapeType="1"/>
          </p:cNvSpPr>
          <p:nvPr/>
        </p:nvSpPr>
        <p:spPr bwMode="auto">
          <a:xfrm>
            <a:off x="2146300" y="2895600"/>
            <a:ext cx="0" cy="419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30755" name="Text Box 38">
            <a:extLst>
              <a:ext uri="{FF2B5EF4-FFF2-40B4-BE49-F238E27FC236}">
                <a16:creationId xmlns:a16="http://schemas.microsoft.com/office/drawing/2014/main" id="{AC9524C6-F0E0-4D61-A5CF-3C1159FA3474}"/>
              </a:ext>
            </a:extLst>
          </p:cNvPr>
          <p:cNvSpPr txBox="1">
            <a:spLocks noChangeArrowheads="1"/>
          </p:cNvSpPr>
          <p:nvPr/>
        </p:nvSpPr>
        <p:spPr bwMode="auto">
          <a:xfrm>
            <a:off x="3895725" y="34401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2</a:t>
            </a:r>
          </a:p>
        </p:txBody>
      </p:sp>
      <p:sp>
        <p:nvSpPr>
          <p:cNvPr id="30756" name="Text Box 39">
            <a:extLst>
              <a:ext uri="{FF2B5EF4-FFF2-40B4-BE49-F238E27FC236}">
                <a16:creationId xmlns:a16="http://schemas.microsoft.com/office/drawing/2014/main" id="{B1F52405-3CDE-47E0-A8E4-E5688B5444AE}"/>
              </a:ext>
            </a:extLst>
          </p:cNvPr>
          <p:cNvSpPr txBox="1">
            <a:spLocks noChangeArrowheads="1"/>
          </p:cNvSpPr>
          <p:nvPr/>
        </p:nvSpPr>
        <p:spPr bwMode="auto">
          <a:xfrm>
            <a:off x="1774825" y="2622550"/>
            <a:ext cx="1958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latin typeface="Courier New" panose="02070309020205020404" pitchFamily="49" charset="0"/>
                <a:cs typeface="Courier New" panose="02070309020205020404" pitchFamily="49" charset="0"/>
              </a:rPr>
              <a:t>&amp;matrix[0][0]</a:t>
            </a:r>
          </a:p>
        </p:txBody>
      </p:sp>
      <p:sp>
        <p:nvSpPr>
          <p:cNvPr id="30757" name="Text Box 40">
            <a:extLst>
              <a:ext uri="{FF2B5EF4-FFF2-40B4-BE49-F238E27FC236}">
                <a16:creationId xmlns:a16="http://schemas.microsoft.com/office/drawing/2014/main" id="{09D178B9-BF03-482E-BF3F-DDFD1E332771}"/>
              </a:ext>
            </a:extLst>
          </p:cNvPr>
          <p:cNvSpPr txBox="1">
            <a:spLocks noChangeArrowheads="1"/>
          </p:cNvSpPr>
          <p:nvPr/>
        </p:nvSpPr>
        <p:spPr bwMode="auto">
          <a:xfrm>
            <a:off x="1965325" y="375761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i=0</a:t>
            </a:r>
          </a:p>
        </p:txBody>
      </p:sp>
      <p:sp>
        <p:nvSpPr>
          <p:cNvPr id="30758" name="Text Box 41">
            <a:extLst>
              <a:ext uri="{FF2B5EF4-FFF2-40B4-BE49-F238E27FC236}">
                <a16:creationId xmlns:a16="http://schemas.microsoft.com/office/drawing/2014/main" id="{925EBAB6-6D56-49B1-9C10-B992C039CE4A}"/>
              </a:ext>
            </a:extLst>
          </p:cNvPr>
          <p:cNvSpPr txBox="1">
            <a:spLocks noChangeArrowheads="1"/>
          </p:cNvSpPr>
          <p:nvPr/>
        </p:nvSpPr>
        <p:spPr bwMode="auto">
          <a:xfrm>
            <a:off x="3349625" y="378301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i=1</a:t>
            </a:r>
          </a:p>
        </p:txBody>
      </p:sp>
      <p:sp>
        <p:nvSpPr>
          <p:cNvPr id="30759" name="Text Box 42">
            <a:extLst>
              <a:ext uri="{FF2B5EF4-FFF2-40B4-BE49-F238E27FC236}">
                <a16:creationId xmlns:a16="http://schemas.microsoft.com/office/drawing/2014/main" id="{452BF9DD-9188-4154-9D37-327933060A42}"/>
              </a:ext>
            </a:extLst>
          </p:cNvPr>
          <p:cNvSpPr txBox="1">
            <a:spLocks noChangeArrowheads="1"/>
          </p:cNvSpPr>
          <p:nvPr/>
        </p:nvSpPr>
        <p:spPr bwMode="auto">
          <a:xfrm>
            <a:off x="4797425" y="378301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i=2</a:t>
            </a:r>
          </a:p>
        </p:txBody>
      </p:sp>
      <p:sp>
        <p:nvSpPr>
          <p:cNvPr id="30760" name="Text Box 43">
            <a:extLst>
              <a:ext uri="{FF2B5EF4-FFF2-40B4-BE49-F238E27FC236}">
                <a16:creationId xmlns:a16="http://schemas.microsoft.com/office/drawing/2014/main" id="{63B334AE-1F91-409C-947B-7A5C0EA0FCA4}"/>
              </a:ext>
            </a:extLst>
          </p:cNvPr>
          <p:cNvSpPr txBox="1">
            <a:spLocks noChangeArrowheads="1"/>
          </p:cNvSpPr>
          <p:nvPr/>
        </p:nvSpPr>
        <p:spPr bwMode="auto">
          <a:xfrm>
            <a:off x="1978025" y="407511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j=0</a:t>
            </a:r>
          </a:p>
        </p:txBody>
      </p:sp>
      <p:sp>
        <p:nvSpPr>
          <p:cNvPr id="30761" name="Text Box 44">
            <a:extLst>
              <a:ext uri="{FF2B5EF4-FFF2-40B4-BE49-F238E27FC236}">
                <a16:creationId xmlns:a16="http://schemas.microsoft.com/office/drawing/2014/main" id="{16BDB457-4F04-4F96-B840-5609A1D45C43}"/>
              </a:ext>
            </a:extLst>
          </p:cNvPr>
          <p:cNvSpPr txBox="1">
            <a:spLocks noChangeArrowheads="1"/>
          </p:cNvSpPr>
          <p:nvPr/>
        </p:nvSpPr>
        <p:spPr bwMode="auto">
          <a:xfrm>
            <a:off x="2397125" y="407511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j=1</a:t>
            </a:r>
          </a:p>
        </p:txBody>
      </p:sp>
      <p:sp>
        <p:nvSpPr>
          <p:cNvPr id="30762" name="Text Box 45">
            <a:extLst>
              <a:ext uri="{FF2B5EF4-FFF2-40B4-BE49-F238E27FC236}">
                <a16:creationId xmlns:a16="http://schemas.microsoft.com/office/drawing/2014/main" id="{D46318E9-7D18-42E7-B321-6B5BE68256C3}"/>
              </a:ext>
            </a:extLst>
          </p:cNvPr>
          <p:cNvSpPr txBox="1">
            <a:spLocks noChangeArrowheads="1"/>
          </p:cNvSpPr>
          <p:nvPr/>
        </p:nvSpPr>
        <p:spPr bwMode="auto">
          <a:xfrm>
            <a:off x="2841625" y="406241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j=2</a:t>
            </a:r>
          </a:p>
        </p:txBody>
      </p:sp>
      <p:sp>
        <p:nvSpPr>
          <p:cNvPr id="30763" name="Text Box 46">
            <a:extLst>
              <a:ext uri="{FF2B5EF4-FFF2-40B4-BE49-F238E27FC236}">
                <a16:creationId xmlns:a16="http://schemas.microsoft.com/office/drawing/2014/main" id="{D0377EBA-BAEF-46DD-9746-CCD3965F2F6F}"/>
              </a:ext>
            </a:extLst>
          </p:cNvPr>
          <p:cNvSpPr txBox="1">
            <a:spLocks noChangeArrowheads="1"/>
          </p:cNvSpPr>
          <p:nvPr/>
        </p:nvSpPr>
        <p:spPr bwMode="auto">
          <a:xfrm>
            <a:off x="758825" y="5073650"/>
            <a:ext cx="182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latin typeface="Courier New" panose="02070309020205020404" pitchFamily="49" charset="0"/>
                <a:cs typeface="Courier New" panose="02070309020205020404" pitchFamily="49" charset="0"/>
              </a:rPr>
              <a:t>matrix[1][2]</a:t>
            </a:r>
          </a:p>
        </p:txBody>
      </p:sp>
      <p:sp>
        <p:nvSpPr>
          <p:cNvPr id="30764" name="Line 47">
            <a:extLst>
              <a:ext uri="{FF2B5EF4-FFF2-40B4-BE49-F238E27FC236}">
                <a16:creationId xmlns:a16="http://schemas.microsoft.com/office/drawing/2014/main" id="{4A6B6A58-32B9-43FE-9953-6FFEB252F657}"/>
              </a:ext>
            </a:extLst>
          </p:cNvPr>
          <p:cNvSpPr>
            <a:spLocks noChangeShapeType="1"/>
          </p:cNvSpPr>
          <p:nvPr/>
        </p:nvSpPr>
        <p:spPr bwMode="auto">
          <a:xfrm flipV="1">
            <a:off x="2032000" y="3657600"/>
            <a:ext cx="2425700" cy="1447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liennummernplatzhalter 3">
            <a:extLst>
              <a:ext uri="{FF2B5EF4-FFF2-40B4-BE49-F238E27FC236}">
                <a16:creationId xmlns:a16="http://schemas.microsoft.com/office/drawing/2014/main" id="{3190DE12-76F2-4F6D-857F-0A52DDCED64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B583DB33-FFA2-4059-B66D-85F7FC562E63}" type="slidenum">
              <a:rPr lang="de-DE" altLang="de-DE" sz="1400" smtClean="0"/>
              <a:pPr>
                <a:spcBef>
                  <a:spcPct val="0"/>
                </a:spcBef>
                <a:buFontTx/>
                <a:buNone/>
              </a:pPr>
              <a:t>20</a:t>
            </a:fld>
            <a:endParaRPr lang="de-DE" altLang="de-DE" sz="1400"/>
          </a:p>
        </p:txBody>
      </p:sp>
      <p:sp>
        <p:nvSpPr>
          <p:cNvPr id="32771" name="Rectangle 2">
            <a:extLst>
              <a:ext uri="{FF2B5EF4-FFF2-40B4-BE49-F238E27FC236}">
                <a16:creationId xmlns:a16="http://schemas.microsoft.com/office/drawing/2014/main" id="{40EED094-A545-406F-B88F-346DC84383E7}"/>
              </a:ext>
            </a:extLst>
          </p:cNvPr>
          <p:cNvSpPr>
            <a:spLocks noGrp="1" noChangeArrowheads="1"/>
          </p:cNvSpPr>
          <p:nvPr>
            <p:ph type="title"/>
          </p:nvPr>
        </p:nvSpPr>
        <p:spPr/>
        <p:txBody>
          <a:bodyPr/>
          <a:lstStyle/>
          <a:p>
            <a:pPr eaLnBrk="1" hangingPunct="1"/>
            <a:r>
              <a:rPr lang="de-DE" altLang="de-DE"/>
              <a:t>3. Zweidimensionale Felder: aufwändiger</a:t>
            </a:r>
          </a:p>
        </p:txBody>
      </p:sp>
      <p:sp>
        <p:nvSpPr>
          <p:cNvPr id="32772" name="Rectangle 3">
            <a:extLst>
              <a:ext uri="{FF2B5EF4-FFF2-40B4-BE49-F238E27FC236}">
                <a16:creationId xmlns:a16="http://schemas.microsoft.com/office/drawing/2014/main" id="{39F66D3B-6768-4775-A76A-E877F3EB463E}"/>
              </a:ext>
            </a:extLst>
          </p:cNvPr>
          <p:cNvSpPr>
            <a:spLocks noChangeArrowheads="1"/>
          </p:cNvSpPr>
          <p:nvPr/>
        </p:nvSpPr>
        <p:spPr bwMode="auto">
          <a:xfrm>
            <a:off x="642938" y="3336925"/>
            <a:ext cx="7010400" cy="461963"/>
          </a:xfrm>
          <a:prstGeom prst="rect">
            <a:avLst/>
          </a:prstGeom>
          <a:solidFill>
            <a:schemeClr val="bg1"/>
          </a:solid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endParaRPr lang="de-DE" altLang="de-DE" sz="1400"/>
          </a:p>
        </p:txBody>
      </p:sp>
      <p:sp>
        <p:nvSpPr>
          <p:cNvPr id="32773" name="Line 4">
            <a:extLst>
              <a:ext uri="{FF2B5EF4-FFF2-40B4-BE49-F238E27FC236}">
                <a16:creationId xmlns:a16="http://schemas.microsoft.com/office/drawing/2014/main" id="{46B5BB51-17DC-471A-9206-620D3C83DBC5}"/>
              </a:ext>
            </a:extLst>
          </p:cNvPr>
          <p:cNvSpPr>
            <a:spLocks noChangeShapeType="1"/>
          </p:cNvSpPr>
          <p:nvPr/>
        </p:nvSpPr>
        <p:spPr bwMode="auto">
          <a:xfrm>
            <a:off x="1081088" y="3336925"/>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2774" name="Line 5">
            <a:extLst>
              <a:ext uri="{FF2B5EF4-FFF2-40B4-BE49-F238E27FC236}">
                <a16:creationId xmlns:a16="http://schemas.microsoft.com/office/drawing/2014/main" id="{A6470425-9EC2-4502-B132-9EC70E7797D0}"/>
              </a:ext>
            </a:extLst>
          </p:cNvPr>
          <p:cNvSpPr>
            <a:spLocks noChangeShapeType="1"/>
          </p:cNvSpPr>
          <p:nvPr/>
        </p:nvSpPr>
        <p:spPr bwMode="auto">
          <a:xfrm>
            <a:off x="1504950" y="3357563"/>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2775" name="Line 6">
            <a:extLst>
              <a:ext uri="{FF2B5EF4-FFF2-40B4-BE49-F238E27FC236}">
                <a16:creationId xmlns:a16="http://schemas.microsoft.com/office/drawing/2014/main" id="{3632C8AB-8E7C-4AE6-9294-381D89BC5F5D}"/>
              </a:ext>
            </a:extLst>
          </p:cNvPr>
          <p:cNvSpPr>
            <a:spLocks noChangeShapeType="1"/>
          </p:cNvSpPr>
          <p:nvPr/>
        </p:nvSpPr>
        <p:spPr bwMode="auto">
          <a:xfrm>
            <a:off x="1939925" y="3341688"/>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2776" name="Line 7">
            <a:extLst>
              <a:ext uri="{FF2B5EF4-FFF2-40B4-BE49-F238E27FC236}">
                <a16:creationId xmlns:a16="http://schemas.microsoft.com/office/drawing/2014/main" id="{C37323EA-441F-4F15-8963-BD8D68656689}"/>
              </a:ext>
            </a:extLst>
          </p:cNvPr>
          <p:cNvSpPr>
            <a:spLocks noChangeShapeType="1"/>
          </p:cNvSpPr>
          <p:nvPr/>
        </p:nvSpPr>
        <p:spPr bwMode="auto">
          <a:xfrm>
            <a:off x="2411413" y="3349625"/>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2777" name="Line 8">
            <a:extLst>
              <a:ext uri="{FF2B5EF4-FFF2-40B4-BE49-F238E27FC236}">
                <a16:creationId xmlns:a16="http://schemas.microsoft.com/office/drawing/2014/main" id="{EDD3B66D-A531-4044-B955-AA75612B6133}"/>
              </a:ext>
            </a:extLst>
          </p:cNvPr>
          <p:cNvSpPr>
            <a:spLocks noChangeShapeType="1"/>
          </p:cNvSpPr>
          <p:nvPr/>
        </p:nvSpPr>
        <p:spPr bwMode="auto">
          <a:xfrm>
            <a:off x="2895600" y="3359150"/>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2778" name="Line 9">
            <a:extLst>
              <a:ext uri="{FF2B5EF4-FFF2-40B4-BE49-F238E27FC236}">
                <a16:creationId xmlns:a16="http://schemas.microsoft.com/office/drawing/2014/main" id="{ED252308-28B6-437C-AF8B-B5B65DBA2294}"/>
              </a:ext>
            </a:extLst>
          </p:cNvPr>
          <p:cNvSpPr>
            <a:spLocks noChangeShapeType="1"/>
          </p:cNvSpPr>
          <p:nvPr/>
        </p:nvSpPr>
        <p:spPr bwMode="auto">
          <a:xfrm>
            <a:off x="3344863" y="3355975"/>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2779" name="Line 10">
            <a:extLst>
              <a:ext uri="{FF2B5EF4-FFF2-40B4-BE49-F238E27FC236}">
                <a16:creationId xmlns:a16="http://schemas.microsoft.com/office/drawing/2014/main" id="{368BB425-5062-4B1C-9F42-FDCC3CD84AFB}"/>
              </a:ext>
            </a:extLst>
          </p:cNvPr>
          <p:cNvSpPr>
            <a:spLocks noChangeShapeType="1"/>
          </p:cNvSpPr>
          <p:nvPr/>
        </p:nvSpPr>
        <p:spPr bwMode="auto">
          <a:xfrm>
            <a:off x="3778250" y="3352800"/>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2780" name="Line 11">
            <a:extLst>
              <a:ext uri="{FF2B5EF4-FFF2-40B4-BE49-F238E27FC236}">
                <a16:creationId xmlns:a16="http://schemas.microsoft.com/office/drawing/2014/main" id="{392B270B-CD9F-4B8F-9A04-805746655588}"/>
              </a:ext>
            </a:extLst>
          </p:cNvPr>
          <p:cNvSpPr>
            <a:spLocks noChangeShapeType="1"/>
          </p:cNvSpPr>
          <p:nvPr/>
        </p:nvSpPr>
        <p:spPr bwMode="auto">
          <a:xfrm>
            <a:off x="4251325" y="3349625"/>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2781" name="Line 12">
            <a:extLst>
              <a:ext uri="{FF2B5EF4-FFF2-40B4-BE49-F238E27FC236}">
                <a16:creationId xmlns:a16="http://schemas.microsoft.com/office/drawing/2014/main" id="{E3CD431D-4D94-4DEA-BCC7-9C212E14F262}"/>
              </a:ext>
            </a:extLst>
          </p:cNvPr>
          <p:cNvSpPr>
            <a:spLocks noChangeShapeType="1"/>
          </p:cNvSpPr>
          <p:nvPr/>
        </p:nvSpPr>
        <p:spPr bwMode="auto">
          <a:xfrm>
            <a:off x="4699000" y="3346450"/>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2782" name="Line 13">
            <a:extLst>
              <a:ext uri="{FF2B5EF4-FFF2-40B4-BE49-F238E27FC236}">
                <a16:creationId xmlns:a16="http://schemas.microsoft.com/office/drawing/2014/main" id="{6598E149-0859-441F-9CCF-862F04F0DF49}"/>
              </a:ext>
            </a:extLst>
          </p:cNvPr>
          <p:cNvSpPr>
            <a:spLocks noChangeShapeType="1"/>
          </p:cNvSpPr>
          <p:nvPr/>
        </p:nvSpPr>
        <p:spPr bwMode="auto">
          <a:xfrm>
            <a:off x="5207000" y="3352800"/>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2783" name="Line 14">
            <a:extLst>
              <a:ext uri="{FF2B5EF4-FFF2-40B4-BE49-F238E27FC236}">
                <a16:creationId xmlns:a16="http://schemas.microsoft.com/office/drawing/2014/main" id="{50A039D9-DA0D-4654-A24D-B0728E50B55F}"/>
              </a:ext>
            </a:extLst>
          </p:cNvPr>
          <p:cNvSpPr>
            <a:spLocks noChangeShapeType="1"/>
          </p:cNvSpPr>
          <p:nvPr/>
        </p:nvSpPr>
        <p:spPr bwMode="auto">
          <a:xfrm>
            <a:off x="5667375" y="3351213"/>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2784" name="Line 15">
            <a:extLst>
              <a:ext uri="{FF2B5EF4-FFF2-40B4-BE49-F238E27FC236}">
                <a16:creationId xmlns:a16="http://schemas.microsoft.com/office/drawing/2014/main" id="{62172D57-DDB3-439C-9D60-E1FB0DC17622}"/>
              </a:ext>
            </a:extLst>
          </p:cNvPr>
          <p:cNvSpPr>
            <a:spLocks noChangeShapeType="1"/>
          </p:cNvSpPr>
          <p:nvPr/>
        </p:nvSpPr>
        <p:spPr bwMode="auto">
          <a:xfrm>
            <a:off x="6199188" y="3346450"/>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2785" name="Line 16">
            <a:extLst>
              <a:ext uri="{FF2B5EF4-FFF2-40B4-BE49-F238E27FC236}">
                <a16:creationId xmlns:a16="http://schemas.microsoft.com/office/drawing/2014/main" id="{C5846EAF-DB68-43A1-8151-94B870A74148}"/>
              </a:ext>
            </a:extLst>
          </p:cNvPr>
          <p:cNvSpPr>
            <a:spLocks noChangeShapeType="1"/>
          </p:cNvSpPr>
          <p:nvPr/>
        </p:nvSpPr>
        <p:spPr bwMode="auto">
          <a:xfrm>
            <a:off x="6683375" y="3354388"/>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2786" name="Line 17">
            <a:extLst>
              <a:ext uri="{FF2B5EF4-FFF2-40B4-BE49-F238E27FC236}">
                <a16:creationId xmlns:a16="http://schemas.microsoft.com/office/drawing/2014/main" id="{1035F806-045F-49C3-B429-98782E349461}"/>
              </a:ext>
            </a:extLst>
          </p:cNvPr>
          <p:cNvSpPr>
            <a:spLocks noChangeShapeType="1"/>
          </p:cNvSpPr>
          <p:nvPr/>
        </p:nvSpPr>
        <p:spPr bwMode="auto">
          <a:xfrm>
            <a:off x="7169150" y="3352800"/>
            <a:ext cx="0" cy="43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32787" name="Text Box 18">
            <a:extLst>
              <a:ext uri="{FF2B5EF4-FFF2-40B4-BE49-F238E27FC236}">
                <a16:creationId xmlns:a16="http://schemas.microsoft.com/office/drawing/2014/main" id="{99751212-B361-48B8-A33F-FE8A96567BDB}"/>
              </a:ext>
            </a:extLst>
          </p:cNvPr>
          <p:cNvSpPr txBox="1">
            <a:spLocks noChangeArrowheads="1"/>
          </p:cNvSpPr>
          <p:nvPr/>
        </p:nvSpPr>
        <p:spPr bwMode="auto">
          <a:xfrm>
            <a:off x="649288" y="3424238"/>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a:t>
            </a:r>
          </a:p>
        </p:txBody>
      </p:sp>
      <p:sp>
        <p:nvSpPr>
          <p:cNvPr id="32788" name="Text Box 19">
            <a:extLst>
              <a:ext uri="{FF2B5EF4-FFF2-40B4-BE49-F238E27FC236}">
                <a16:creationId xmlns:a16="http://schemas.microsoft.com/office/drawing/2014/main" id="{49020165-6E7E-4ACF-AA32-4FB844C2E884}"/>
              </a:ext>
            </a:extLst>
          </p:cNvPr>
          <p:cNvSpPr txBox="1">
            <a:spLocks noChangeArrowheads="1"/>
          </p:cNvSpPr>
          <p:nvPr/>
        </p:nvSpPr>
        <p:spPr bwMode="auto">
          <a:xfrm>
            <a:off x="1524000" y="3444875"/>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a:t>
            </a:r>
          </a:p>
        </p:txBody>
      </p:sp>
      <p:sp>
        <p:nvSpPr>
          <p:cNvPr id="32789" name="Text Box 20">
            <a:extLst>
              <a:ext uri="{FF2B5EF4-FFF2-40B4-BE49-F238E27FC236}">
                <a16:creationId xmlns:a16="http://schemas.microsoft.com/office/drawing/2014/main" id="{4D41BF54-16B2-431D-9A56-E55B2F9E26F2}"/>
              </a:ext>
            </a:extLst>
          </p:cNvPr>
          <p:cNvSpPr txBox="1">
            <a:spLocks noChangeArrowheads="1"/>
          </p:cNvSpPr>
          <p:nvPr/>
        </p:nvSpPr>
        <p:spPr bwMode="auto">
          <a:xfrm>
            <a:off x="1984375" y="342900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0</a:t>
            </a:r>
          </a:p>
        </p:txBody>
      </p:sp>
      <p:sp>
        <p:nvSpPr>
          <p:cNvPr id="32790" name="Text Box 21">
            <a:extLst>
              <a:ext uri="{FF2B5EF4-FFF2-40B4-BE49-F238E27FC236}">
                <a16:creationId xmlns:a16="http://schemas.microsoft.com/office/drawing/2014/main" id="{2D5F8326-C756-4D3A-A23B-05261D26EECC}"/>
              </a:ext>
            </a:extLst>
          </p:cNvPr>
          <p:cNvSpPr txBox="1">
            <a:spLocks noChangeArrowheads="1"/>
          </p:cNvSpPr>
          <p:nvPr/>
        </p:nvSpPr>
        <p:spPr bwMode="auto">
          <a:xfrm>
            <a:off x="2455863" y="343852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a:t>
            </a:r>
          </a:p>
        </p:txBody>
      </p:sp>
      <p:sp>
        <p:nvSpPr>
          <p:cNvPr id="32791" name="Text Box 22">
            <a:extLst>
              <a:ext uri="{FF2B5EF4-FFF2-40B4-BE49-F238E27FC236}">
                <a16:creationId xmlns:a16="http://schemas.microsoft.com/office/drawing/2014/main" id="{8F193DF4-0EB2-4A2B-B2E3-9C4D9B9BEB8E}"/>
              </a:ext>
            </a:extLst>
          </p:cNvPr>
          <p:cNvSpPr txBox="1">
            <a:spLocks noChangeArrowheads="1"/>
          </p:cNvSpPr>
          <p:nvPr/>
        </p:nvSpPr>
        <p:spPr bwMode="auto">
          <a:xfrm>
            <a:off x="2905125" y="344646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2</a:t>
            </a:r>
          </a:p>
        </p:txBody>
      </p:sp>
      <p:sp>
        <p:nvSpPr>
          <p:cNvPr id="32792" name="Text Box 23">
            <a:extLst>
              <a:ext uri="{FF2B5EF4-FFF2-40B4-BE49-F238E27FC236}">
                <a16:creationId xmlns:a16="http://schemas.microsoft.com/office/drawing/2014/main" id="{D6EBB106-8266-4CF2-A114-A2A1E51D8CE9}"/>
              </a:ext>
            </a:extLst>
          </p:cNvPr>
          <p:cNvSpPr txBox="1">
            <a:spLocks noChangeArrowheads="1"/>
          </p:cNvSpPr>
          <p:nvPr/>
        </p:nvSpPr>
        <p:spPr bwMode="auto">
          <a:xfrm>
            <a:off x="3375025" y="343217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1</a:t>
            </a:r>
          </a:p>
        </p:txBody>
      </p:sp>
      <p:sp>
        <p:nvSpPr>
          <p:cNvPr id="32793" name="Text Box 24">
            <a:extLst>
              <a:ext uri="{FF2B5EF4-FFF2-40B4-BE49-F238E27FC236}">
                <a16:creationId xmlns:a16="http://schemas.microsoft.com/office/drawing/2014/main" id="{232DE97F-4D83-4CDB-853A-974E6020A151}"/>
              </a:ext>
            </a:extLst>
          </p:cNvPr>
          <p:cNvSpPr txBox="1">
            <a:spLocks noChangeArrowheads="1"/>
          </p:cNvSpPr>
          <p:nvPr/>
        </p:nvSpPr>
        <p:spPr bwMode="auto">
          <a:xfrm>
            <a:off x="4281488" y="3422650"/>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3</a:t>
            </a:r>
          </a:p>
        </p:txBody>
      </p:sp>
      <p:sp>
        <p:nvSpPr>
          <p:cNvPr id="32794" name="Text Box 25">
            <a:extLst>
              <a:ext uri="{FF2B5EF4-FFF2-40B4-BE49-F238E27FC236}">
                <a16:creationId xmlns:a16="http://schemas.microsoft.com/office/drawing/2014/main" id="{4FBF6846-73F6-4F00-B074-F294F647D20B}"/>
              </a:ext>
            </a:extLst>
          </p:cNvPr>
          <p:cNvSpPr txBox="1">
            <a:spLocks noChangeArrowheads="1"/>
          </p:cNvSpPr>
          <p:nvPr/>
        </p:nvSpPr>
        <p:spPr bwMode="auto">
          <a:xfrm>
            <a:off x="4754563" y="341947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2</a:t>
            </a:r>
          </a:p>
        </p:txBody>
      </p:sp>
      <p:sp>
        <p:nvSpPr>
          <p:cNvPr id="32795" name="Text Box 26">
            <a:extLst>
              <a:ext uri="{FF2B5EF4-FFF2-40B4-BE49-F238E27FC236}">
                <a16:creationId xmlns:a16="http://schemas.microsoft.com/office/drawing/2014/main" id="{608316A1-6FBB-42E8-95B0-372172FDB67E}"/>
              </a:ext>
            </a:extLst>
          </p:cNvPr>
          <p:cNvSpPr txBox="1">
            <a:spLocks noChangeArrowheads="1"/>
          </p:cNvSpPr>
          <p:nvPr/>
        </p:nvSpPr>
        <p:spPr bwMode="auto">
          <a:xfrm>
            <a:off x="5237163" y="3405188"/>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3</a:t>
            </a:r>
          </a:p>
        </p:txBody>
      </p:sp>
      <p:sp>
        <p:nvSpPr>
          <p:cNvPr id="32796" name="Text Box 27">
            <a:extLst>
              <a:ext uri="{FF2B5EF4-FFF2-40B4-BE49-F238E27FC236}">
                <a16:creationId xmlns:a16="http://schemas.microsoft.com/office/drawing/2014/main" id="{506C2C39-A475-43CF-B07A-D89FCF2CCA9E}"/>
              </a:ext>
            </a:extLst>
          </p:cNvPr>
          <p:cNvSpPr txBox="1">
            <a:spLocks noChangeArrowheads="1"/>
          </p:cNvSpPr>
          <p:nvPr/>
        </p:nvSpPr>
        <p:spPr bwMode="auto">
          <a:xfrm>
            <a:off x="5746750" y="3413125"/>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4</a:t>
            </a:r>
          </a:p>
        </p:txBody>
      </p:sp>
      <p:sp>
        <p:nvSpPr>
          <p:cNvPr id="32797" name="Text Box 28">
            <a:extLst>
              <a:ext uri="{FF2B5EF4-FFF2-40B4-BE49-F238E27FC236}">
                <a16:creationId xmlns:a16="http://schemas.microsoft.com/office/drawing/2014/main" id="{0FB9C3D4-F805-45EC-AD6A-31E67AC3B6F6}"/>
              </a:ext>
            </a:extLst>
          </p:cNvPr>
          <p:cNvSpPr txBox="1">
            <a:spLocks noChangeArrowheads="1"/>
          </p:cNvSpPr>
          <p:nvPr/>
        </p:nvSpPr>
        <p:spPr bwMode="auto">
          <a:xfrm>
            <a:off x="6243638" y="340995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a:t>
            </a:r>
          </a:p>
        </p:txBody>
      </p:sp>
      <p:sp>
        <p:nvSpPr>
          <p:cNvPr id="32798" name="Text Box 29">
            <a:extLst>
              <a:ext uri="{FF2B5EF4-FFF2-40B4-BE49-F238E27FC236}">
                <a16:creationId xmlns:a16="http://schemas.microsoft.com/office/drawing/2014/main" id="{F974D84F-5E4B-4B59-BE26-9BF6F0CCC737}"/>
              </a:ext>
            </a:extLst>
          </p:cNvPr>
          <p:cNvSpPr txBox="1">
            <a:spLocks noChangeArrowheads="1"/>
          </p:cNvSpPr>
          <p:nvPr/>
        </p:nvSpPr>
        <p:spPr bwMode="auto">
          <a:xfrm>
            <a:off x="6726238" y="3417888"/>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a:t>
            </a:r>
          </a:p>
        </p:txBody>
      </p:sp>
      <p:sp>
        <p:nvSpPr>
          <p:cNvPr id="32799" name="Text Box 30">
            <a:extLst>
              <a:ext uri="{FF2B5EF4-FFF2-40B4-BE49-F238E27FC236}">
                <a16:creationId xmlns:a16="http://schemas.microsoft.com/office/drawing/2014/main" id="{406C7440-E950-4F83-A46C-6E4726A5AF1D}"/>
              </a:ext>
            </a:extLst>
          </p:cNvPr>
          <p:cNvSpPr txBox="1">
            <a:spLocks noChangeArrowheads="1"/>
          </p:cNvSpPr>
          <p:nvPr/>
        </p:nvSpPr>
        <p:spPr bwMode="auto">
          <a:xfrm>
            <a:off x="1092200" y="3414713"/>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a:t>
            </a:r>
          </a:p>
        </p:txBody>
      </p:sp>
      <p:sp>
        <p:nvSpPr>
          <p:cNvPr id="32800" name="Text Box 31">
            <a:extLst>
              <a:ext uri="{FF2B5EF4-FFF2-40B4-BE49-F238E27FC236}">
                <a16:creationId xmlns:a16="http://schemas.microsoft.com/office/drawing/2014/main" id="{7C939A87-4E38-40B6-AA1D-EEAB062349F7}"/>
              </a:ext>
            </a:extLst>
          </p:cNvPr>
          <p:cNvSpPr txBox="1">
            <a:spLocks noChangeArrowheads="1"/>
          </p:cNvSpPr>
          <p:nvPr/>
        </p:nvSpPr>
        <p:spPr bwMode="auto">
          <a:xfrm>
            <a:off x="7207250" y="3424238"/>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a:t>
            </a:r>
          </a:p>
        </p:txBody>
      </p:sp>
      <p:sp>
        <p:nvSpPr>
          <p:cNvPr id="32801" name="Text Box 32">
            <a:extLst>
              <a:ext uri="{FF2B5EF4-FFF2-40B4-BE49-F238E27FC236}">
                <a16:creationId xmlns:a16="http://schemas.microsoft.com/office/drawing/2014/main" id="{13A24F23-02A4-4C2B-B163-3BF5C4452DF6}"/>
              </a:ext>
            </a:extLst>
          </p:cNvPr>
          <p:cNvSpPr txBox="1">
            <a:spLocks noChangeArrowheads="1"/>
          </p:cNvSpPr>
          <p:nvPr/>
        </p:nvSpPr>
        <p:spPr bwMode="auto">
          <a:xfrm>
            <a:off x="555626" y="1836321"/>
            <a:ext cx="45720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b="1" dirty="0" err="1">
                <a:latin typeface="Courier New" panose="02070309020205020404" pitchFamily="49" charset="0"/>
                <a:cs typeface="Courier New" panose="02070309020205020404" pitchFamily="49" charset="0"/>
              </a:rPr>
              <a:t>int</a:t>
            </a:r>
            <a:r>
              <a:rPr lang="de-DE" altLang="de-DE" b="1" dirty="0">
                <a:latin typeface="Courier New" panose="02070309020205020404" pitchFamily="49" charset="0"/>
                <a:cs typeface="Courier New" panose="02070309020205020404" pitchFamily="49" charset="0"/>
              </a:rPr>
              <a:t> </a:t>
            </a:r>
            <a:r>
              <a:rPr lang="de-DE" altLang="de-DE" b="1" dirty="0" err="1">
                <a:latin typeface="Courier New" panose="02070309020205020404" pitchFamily="49" charset="0"/>
                <a:cs typeface="Courier New" panose="02070309020205020404" pitchFamily="49" charset="0"/>
              </a:rPr>
              <a:t>matrix</a:t>
            </a:r>
            <a:r>
              <a:rPr lang="de-DE" altLang="de-DE" b="1" dirty="0">
                <a:latin typeface="Courier New" panose="02070309020205020404" pitchFamily="49" charset="0"/>
                <a:cs typeface="Courier New" panose="02070309020205020404" pitchFamily="49" charset="0"/>
              </a:rPr>
              <a:t>[3][3];</a:t>
            </a:r>
          </a:p>
          <a:p>
            <a:pPr eaLnBrk="1" hangingPunct="1">
              <a:spcBef>
                <a:spcPct val="0"/>
              </a:spcBef>
              <a:buFontTx/>
              <a:buNone/>
            </a:pPr>
            <a:r>
              <a:rPr lang="de-DE" altLang="de-DE" b="1" dirty="0" err="1">
                <a:latin typeface="Courier New" panose="02070309020205020404" pitchFamily="49" charset="0"/>
                <a:cs typeface="Courier New" panose="02070309020205020404" pitchFamily="49" charset="0"/>
              </a:rPr>
              <a:t>for</a:t>
            </a:r>
            <a:r>
              <a:rPr lang="de-DE" altLang="de-DE" b="1" dirty="0">
                <a:latin typeface="Courier New" panose="02070309020205020404" pitchFamily="49" charset="0"/>
                <a:cs typeface="Courier New" panose="02070309020205020404" pitchFamily="49" charset="0"/>
              </a:rPr>
              <a:t>(j=0;j&lt;3;j++){</a:t>
            </a:r>
          </a:p>
          <a:p>
            <a:pPr eaLnBrk="1" hangingPunct="1">
              <a:spcBef>
                <a:spcPct val="0"/>
              </a:spcBef>
              <a:buFontTx/>
              <a:buNone/>
            </a:pPr>
            <a:r>
              <a:rPr lang="de-DE" altLang="de-DE" b="1" dirty="0">
                <a:latin typeface="Courier New" panose="02070309020205020404" pitchFamily="49" charset="0"/>
                <a:cs typeface="Courier New" panose="02070309020205020404" pitchFamily="49" charset="0"/>
              </a:rPr>
              <a:t>   </a:t>
            </a:r>
            <a:r>
              <a:rPr lang="de-DE" altLang="de-DE" b="1" dirty="0" err="1">
                <a:latin typeface="Courier New" panose="02070309020205020404" pitchFamily="49" charset="0"/>
                <a:cs typeface="Courier New" panose="02070309020205020404" pitchFamily="49" charset="0"/>
              </a:rPr>
              <a:t>for</a:t>
            </a:r>
            <a:r>
              <a:rPr lang="de-DE" altLang="de-DE" b="1" dirty="0">
                <a:latin typeface="Courier New" panose="02070309020205020404" pitchFamily="49" charset="0"/>
                <a:cs typeface="Courier New" panose="02070309020205020404" pitchFamily="49" charset="0"/>
              </a:rPr>
              <a:t>(i=0;i&lt;3;i++){</a:t>
            </a:r>
          </a:p>
          <a:p>
            <a:pPr eaLnBrk="1" hangingPunct="1">
              <a:spcBef>
                <a:spcPct val="0"/>
              </a:spcBef>
              <a:buFontTx/>
              <a:buNone/>
            </a:pPr>
            <a:r>
              <a:rPr lang="de-DE" altLang="de-DE" b="1" dirty="0">
                <a:latin typeface="Courier New" panose="02070309020205020404" pitchFamily="49" charset="0"/>
                <a:cs typeface="Courier New" panose="02070309020205020404" pitchFamily="49" charset="0"/>
              </a:rPr>
              <a:t>        </a:t>
            </a:r>
            <a:r>
              <a:rPr lang="de-DE" altLang="de-DE" b="1" dirty="0" err="1">
                <a:latin typeface="Courier New" panose="02070309020205020404" pitchFamily="49" charset="0"/>
                <a:cs typeface="Courier New" panose="02070309020205020404" pitchFamily="49" charset="0"/>
              </a:rPr>
              <a:t>matrix</a:t>
            </a:r>
            <a:r>
              <a:rPr lang="de-DE" altLang="de-DE" b="1" dirty="0">
                <a:latin typeface="Courier New" panose="02070309020205020404" pitchFamily="49" charset="0"/>
                <a:cs typeface="Courier New" panose="02070309020205020404" pitchFamily="49" charset="0"/>
              </a:rPr>
              <a:t>[i][j]=</a:t>
            </a:r>
            <a:r>
              <a:rPr lang="de-DE" altLang="de-DE" b="1" dirty="0" err="1">
                <a:latin typeface="Courier New" panose="02070309020205020404" pitchFamily="49" charset="0"/>
                <a:cs typeface="Courier New" panose="02070309020205020404" pitchFamily="49" charset="0"/>
              </a:rPr>
              <a:t>i+j</a:t>
            </a:r>
            <a:r>
              <a:rPr lang="de-DE" altLang="de-DE" b="1" dirty="0">
                <a:latin typeface="Courier New" panose="02070309020205020404" pitchFamily="49" charset="0"/>
                <a:cs typeface="Courier New" panose="02070309020205020404" pitchFamily="49" charset="0"/>
              </a:rPr>
              <a:t>;</a:t>
            </a:r>
          </a:p>
          <a:p>
            <a:pPr eaLnBrk="1" hangingPunct="1">
              <a:spcBef>
                <a:spcPct val="0"/>
              </a:spcBef>
              <a:buFontTx/>
              <a:buNone/>
            </a:pPr>
            <a:r>
              <a:rPr lang="de-DE" altLang="de-DE" b="1" dirty="0">
                <a:latin typeface="Courier New" panose="02070309020205020404" pitchFamily="49" charset="0"/>
                <a:cs typeface="Courier New" panose="02070309020205020404" pitchFamily="49" charset="0"/>
              </a:rPr>
              <a:t>   }</a:t>
            </a:r>
          </a:p>
          <a:p>
            <a:pPr eaLnBrk="1" hangingPunct="1">
              <a:spcBef>
                <a:spcPct val="0"/>
              </a:spcBef>
              <a:buFontTx/>
              <a:buNone/>
            </a:pPr>
            <a:r>
              <a:rPr lang="de-DE" altLang="de-DE" b="1" dirty="0">
                <a:latin typeface="Courier New" panose="02070309020205020404" pitchFamily="49" charset="0"/>
                <a:cs typeface="Courier New" panose="02070309020205020404" pitchFamily="49" charset="0"/>
              </a:rPr>
              <a:t>}</a:t>
            </a:r>
          </a:p>
        </p:txBody>
      </p:sp>
      <p:sp>
        <p:nvSpPr>
          <p:cNvPr id="32802" name="Text Box 34">
            <a:extLst>
              <a:ext uri="{FF2B5EF4-FFF2-40B4-BE49-F238E27FC236}">
                <a16:creationId xmlns:a16="http://schemas.microsoft.com/office/drawing/2014/main" id="{690A8754-CDFA-4148-8819-96E2D1771EF7}"/>
              </a:ext>
            </a:extLst>
          </p:cNvPr>
          <p:cNvSpPr txBox="1">
            <a:spLocks noChangeArrowheads="1"/>
          </p:cNvSpPr>
          <p:nvPr/>
        </p:nvSpPr>
        <p:spPr bwMode="auto">
          <a:xfrm>
            <a:off x="3895725" y="344011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a:t>2</a:t>
            </a:r>
          </a:p>
        </p:txBody>
      </p:sp>
      <p:sp>
        <p:nvSpPr>
          <p:cNvPr id="32803" name="Text Box 36">
            <a:extLst>
              <a:ext uri="{FF2B5EF4-FFF2-40B4-BE49-F238E27FC236}">
                <a16:creationId xmlns:a16="http://schemas.microsoft.com/office/drawing/2014/main" id="{0C45E803-9396-4ADF-B851-7B3D3AF9141A}"/>
              </a:ext>
            </a:extLst>
          </p:cNvPr>
          <p:cNvSpPr txBox="1">
            <a:spLocks noChangeArrowheads="1"/>
          </p:cNvSpPr>
          <p:nvPr/>
        </p:nvSpPr>
        <p:spPr bwMode="auto">
          <a:xfrm>
            <a:off x="1965325" y="375761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i=0</a:t>
            </a:r>
          </a:p>
        </p:txBody>
      </p:sp>
      <p:sp>
        <p:nvSpPr>
          <p:cNvPr id="32804" name="Text Box 37">
            <a:extLst>
              <a:ext uri="{FF2B5EF4-FFF2-40B4-BE49-F238E27FC236}">
                <a16:creationId xmlns:a16="http://schemas.microsoft.com/office/drawing/2014/main" id="{B2E960D0-3515-477C-B8A0-5C3771358362}"/>
              </a:ext>
            </a:extLst>
          </p:cNvPr>
          <p:cNvSpPr txBox="1">
            <a:spLocks noChangeArrowheads="1"/>
          </p:cNvSpPr>
          <p:nvPr/>
        </p:nvSpPr>
        <p:spPr bwMode="auto">
          <a:xfrm>
            <a:off x="3349625" y="378301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i=1</a:t>
            </a:r>
          </a:p>
        </p:txBody>
      </p:sp>
      <p:sp>
        <p:nvSpPr>
          <p:cNvPr id="32805" name="Text Box 38">
            <a:extLst>
              <a:ext uri="{FF2B5EF4-FFF2-40B4-BE49-F238E27FC236}">
                <a16:creationId xmlns:a16="http://schemas.microsoft.com/office/drawing/2014/main" id="{C3A40E6B-5639-4B96-AD0D-29C15B5D3B88}"/>
              </a:ext>
            </a:extLst>
          </p:cNvPr>
          <p:cNvSpPr txBox="1">
            <a:spLocks noChangeArrowheads="1"/>
          </p:cNvSpPr>
          <p:nvPr/>
        </p:nvSpPr>
        <p:spPr bwMode="auto">
          <a:xfrm>
            <a:off x="4797425" y="378301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i=2</a:t>
            </a:r>
          </a:p>
        </p:txBody>
      </p:sp>
      <p:sp>
        <p:nvSpPr>
          <p:cNvPr id="32806" name="Text Box 39">
            <a:extLst>
              <a:ext uri="{FF2B5EF4-FFF2-40B4-BE49-F238E27FC236}">
                <a16:creationId xmlns:a16="http://schemas.microsoft.com/office/drawing/2014/main" id="{EEB12F46-D0FF-412D-9695-41C738C9C7A6}"/>
              </a:ext>
            </a:extLst>
          </p:cNvPr>
          <p:cNvSpPr txBox="1">
            <a:spLocks noChangeArrowheads="1"/>
          </p:cNvSpPr>
          <p:nvPr/>
        </p:nvSpPr>
        <p:spPr bwMode="auto">
          <a:xfrm>
            <a:off x="1978025" y="407511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j=0</a:t>
            </a:r>
          </a:p>
        </p:txBody>
      </p:sp>
      <p:sp>
        <p:nvSpPr>
          <p:cNvPr id="32807" name="Text Box 40">
            <a:extLst>
              <a:ext uri="{FF2B5EF4-FFF2-40B4-BE49-F238E27FC236}">
                <a16:creationId xmlns:a16="http://schemas.microsoft.com/office/drawing/2014/main" id="{732EB0F7-DFB8-4B77-AD4B-18D64A1C0325}"/>
              </a:ext>
            </a:extLst>
          </p:cNvPr>
          <p:cNvSpPr txBox="1">
            <a:spLocks noChangeArrowheads="1"/>
          </p:cNvSpPr>
          <p:nvPr/>
        </p:nvSpPr>
        <p:spPr bwMode="auto">
          <a:xfrm>
            <a:off x="2397125" y="407511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j=1</a:t>
            </a:r>
          </a:p>
        </p:txBody>
      </p:sp>
      <p:sp>
        <p:nvSpPr>
          <p:cNvPr id="32808" name="Text Box 41">
            <a:extLst>
              <a:ext uri="{FF2B5EF4-FFF2-40B4-BE49-F238E27FC236}">
                <a16:creationId xmlns:a16="http://schemas.microsoft.com/office/drawing/2014/main" id="{6CCB0762-6AF6-4582-8CC0-F2209D24B8DD}"/>
              </a:ext>
            </a:extLst>
          </p:cNvPr>
          <p:cNvSpPr txBox="1">
            <a:spLocks noChangeArrowheads="1"/>
          </p:cNvSpPr>
          <p:nvPr/>
        </p:nvSpPr>
        <p:spPr bwMode="auto">
          <a:xfrm>
            <a:off x="2841625" y="4062413"/>
            <a:ext cx="495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j=2</a:t>
            </a:r>
          </a:p>
        </p:txBody>
      </p:sp>
      <p:sp>
        <p:nvSpPr>
          <p:cNvPr id="2" name="Textfeld 1">
            <a:extLst>
              <a:ext uri="{FF2B5EF4-FFF2-40B4-BE49-F238E27FC236}">
                <a16:creationId xmlns:a16="http://schemas.microsoft.com/office/drawing/2014/main" id="{984BFFC2-87F3-4E98-A857-137E7B38AD84}"/>
              </a:ext>
            </a:extLst>
          </p:cNvPr>
          <p:cNvSpPr txBox="1"/>
          <p:nvPr/>
        </p:nvSpPr>
        <p:spPr>
          <a:xfrm>
            <a:off x="379029" y="890588"/>
            <a:ext cx="8397437" cy="923330"/>
          </a:xfrm>
          <a:prstGeom prst="rect">
            <a:avLst/>
          </a:prstGeom>
          <a:noFill/>
        </p:spPr>
        <p:txBody>
          <a:bodyPr wrap="square" rtlCol="0">
            <a:spAutoFit/>
          </a:bodyPr>
          <a:lstStyle/>
          <a:p>
            <a:r>
              <a:rPr lang="de-DE" dirty="0">
                <a:latin typeface="Calibri" panose="020F0502020204030204" pitchFamily="34" charset="0"/>
                <a:cs typeface="Calibri" panose="020F0502020204030204" pitchFamily="34" charset="0"/>
              </a:rPr>
              <a:t>Vertauscht man in den Schleifen die Zeilen (i) mit den Spalten (j), hat der Rechner mehr zu tun, da Felder zeilenweise hintereinander abgespeichert sind. Der Rechner muss dann aufwändiger im Speicher hin- und </a:t>
            </a:r>
            <a:r>
              <a:rPr lang="de-DE" dirty="0" err="1">
                <a:latin typeface="Calibri" panose="020F0502020204030204" pitchFamily="34" charset="0"/>
                <a:cs typeface="Calibri" panose="020F0502020204030204" pitchFamily="34" charset="0"/>
              </a:rPr>
              <a:t>herhüpfen</a:t>
            </a:r>
            <a:r>
              <a:rPr lang="de-DE" dirty="0">
                <a:latin typeface="Calibri" panose="020F0502020204030204" pitchFamily="34" charset="0"/>
                <a:cs typeface="Calibri" panose="020F0502020204030204" pitchFamily="34" charset="0"/>
              </a:rPr>
              <a:t>.</a:t>
            </a:r>
          </a:p>
        </p:txBody>
      </p:sp>
      <p:sp>
        <p:nvSpPr>
          <p:cNvPr id="3" name="Textfeld 2">
            <a:extLst>
              <a:ext uri="{FF2B5EF4-FFF2-40B4-BE49-F238E27FC236}">
                <a16:creationId xmlns:a16="http://schemas.microsoft.com/office/drawing/2014/main" id="{24EE493F-B51D-42D5-AEFF-083F07A61797}"/>
              </a:ext>
            </a:extLst>
          </p:cNvPr>
          <p:cNvSpPr txBox="1"/>
          <p:nvPr/>
        </p:nvSpPr>
        <p:spPr>
          <a:xfrm>
            <a:off x="406021" y="5837019"/>
            <a:ext cx="4477508" cy="646331"/>
          </a:xfrm>
          <a:prstGeom prst="rect">
            <a:avLst/>
          </a:prstGeom>
          <a:noFill/>
        </p:spPr>
        <p:txBody>
          <a:bodyPr wrap="none" rtlCol="0">
            <a:spAutoFit/>
          </a:bodyPr>
          <a:lstStyle/>
          <a:p>
            <a:r>
              <a:rPr lang="de-DE" dirty="0"/>
              <a:t>Eselsbrücke: "Zeile zuerst, Spalte später".</a:t>
            </a:r>
            <a:br>
              <a:rPr lang="de-DE" dirty="0"/>
            </a:br>
            <a:endParaRPr lang="de-DE"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liennummernplatzhalter 2">
            <a:extLst>
              <a:ext uri="{FF2B5EF4-FFF2-40B4-BE49-F238E27FC236}">
                <a16:creationId xmlns:a16="http://schemas.microsoft.com/office/drawing/2014/main" id="{8E07CCAF-D519-4837-885B-8B04E270A12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906EBD6B-163F-4553-93D5-80BDBA60C6FE}" type="slidenum">
              <a:rPr lang="de-DE" altLang="de-DE" sz="1400" smtClean="0"/>
              <a:pPr>
                <a:spcBef>
                  <a:spcPct val="0"/>
                </a:spcBef>
                <a:buFontTx/>
                <a:buNone/>
              </a:pPr>
              <a:t>21</a:t>
            </a:fld>
            <a:endParaRPr lang="de-DE" altLang="de-DE" sz="1400"/>
          </a:p>
        </p:txBody>
      </p:sp>
      <p:sp>
        <p:nvSpPr>
          <p:cNvPr id="543746" name="AutoShape 2">
            <a:extLst>
              <a:ext uri="{FF2B5EF4-FFF2-40B4-BE49-F238E27FC236}">
                <a16:creationId xmlns:a16="http://schemas.microsoft.com/office/drawing/2014/main" id="{A623AC4C-32D1-4F1D-AB12-4D6EEEC775CA}"/>
              </a:ext>
            </a:extLst>
          </p:cNvPr>
          <p:cNvSpPr>
            <a:spLocks noChangeArrowheads="1"/>
          </p:cNvSpPr>
          <p:nvPr/>
        </p:nvSpPr>
        <p:spPr bwMode="auto">
          <a:xfrm>
            <a:off x="2419350" y="2749550"/>
            <a:ext cx="1862138" cy="1074738"/>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47" name="AutoShape 3">
            <a:extLst>
              <a:ext uri="{FF2B5EF4-FFF2-40B4-BE49-F238E27FC236}">
                <a16:creationId xmlns:a16="http://schemas.microsoft.com/office/drawing/2014/main" id="{1BCE7085-000D-4630-9ECB-C8C0906F228F}"/>
              </a:ext>
            </a:extLst>
          </p:cNvPr>
          <p:cNvSpPr>
            <a:spLocks noChangeArrowheads="1"/>
          </p:cNvSpPr>
          <p:nvPr/>
        </p:nvSpPr>
        <p:spPr bwMode="auto">
          <a:xfrm>
            <a:off x="3989388" y="2749550"/>
            <a:ext cx="1862137" cy="1074738"/>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48" name="AutoShape 4">
            <a:extLst>
              <a:ext uri="{FF2B5EF4-FFF2-40B4-BE49-F238E27FC236}">
                <a16:creationId xmlns:a16="http://schemas.microsoft.com/office/drawing/2014/main" id="{AE7AAF92-29C3-4367-BE0C-C561CCF30B08}"/>
              </a:ext>
            </a:extLst>
          </p:cNvPr>
          <p:cNvSpPr>
            <a:spLocks noChangeArrowheads="1"/>
          </p:cNvSpPr>
          <p:nvPr/>
        </p:nvSpPr>
        <p:spPr bwMode="auto">
          <a:xfrm>
            <a:off x="5561013" y="2749550"/>
            <a:ext cx="1862137" cy="1074738"/>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49" name="AutoShape 5">
            <a:extLst>
              <a:ext uri="{FF2B5EF4-FFF2-40B4-BE49-F238E27FC236}">
                <a16:creationId xmlns:a16="http://schemas.microsoft.com/office/drawing/2014/main" id="{8F1C913F-72E4-46F1-B1D8-C7B239A1021A}"/>
              </a:ext>
            </a:extLst>
          </p:cNvPr>
          <p:cNvSpPr>
            <a:spLocks noChangeArrowheads="1"/>
          </p:cNvSpPr>
          <p:nvPr/>
        </p:nvSpPr>
        <p:spPr bwMode="auto">
          <a:xfrm>
            <a:off x="7132638" y="2749550"/>
            <a:ext cx="1862137" cy="1074738"/>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50" name="AutoShape 6">
            <a:extLst>
              <a:ext uri="{FF2B5EF4-FFF2-40B4-BE49-F238E27FC236}">
                <a16:creationId xmlns:a16="http://schemas.microsoft.com/office/drawing/2014/main" id="{29A21CCA-0605-46A3-8703-8F7E8B301152}"/>
              </a:ext>
            </a:extLst>
          </p:cNvPr>
          <p:cNvSpPr>
            <a:spLocks noChangeArrowheads="1"/>
          </p:cNvSpPr>
          <p:nvPr/>
        </p:nvSpPr>
        <p:spPr bwMode="auto">
          <a:xfrm>
            <a:off x="2419350" y="1947863"/>
            <a:ext cx="1862138"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51" name="AutoShape 7">
            <a:extLst>
              <a:ext uri="{FF2B5EF4-FFF2-40B4-BE49-F238E27FC236}">
                <a16:creationId xmlns:a16="http://schemas.microsoft.com/office/drawing/2014/main" id="{A1888E35-2046-4397-967F-11EE608FE219}"/>
              </a:ext>
            </a:extLst>
          </p:cNvPr>
          <p:cNvSpPr>
            <a:spLocks noChangeArrowheads="1"/>
          </p:cNvSpPr>
          <p:nvPr/>
        </p:nvSpPr>
        <p:spPr bwMode="auto">
          <a:xfrm>
            <a:off x="3989388" y="1947863"/>
            <a:ext cx="1862137"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52" name="AutoShape 8">
            <a:extLst>
              <a:ext uri="{FF2B5EF4-FFF2-40B4-BE49-F238E27FC236}">
                <a16:creationId xmlns:a16="http://schemas.microsoft.com/office/drawing/2014/main" id="{041735F0-9694-412E-B560-7BF3741B032F}"/>
              </a:ext>
            </a:extLst>
          </p:cNvPr>
          <p:cNvSpPr>
            <a:spLocks noChangeArrowheads="1"/>
          </p:cNvSpPr>
          <p:nvPr/>
        </p:nvSpPr>
        <p:spPr bwMode="auto">
          <a:xfrm>
            <a:off x="5561013" y="1947863"/>
            <a:ext cx="1862137"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53" name="AutoShape 9">
            <a:extLst>
              <a:ext uri="{FF2B5EF4-FFF2-40B4-BE49-F238E27FC236}">
                <a16:creationId xmlns:a16="http://schemas.microsoft.com/office/drawing/2014/main" id="{F1CD43B4-DFAC-4B47-9C5C-B0DA069E7C9A}"/>
              </a:ext>
            </a:extLst>
          </p:cNvPr>
          <p:cNvSpPr>
            <a:spLocks noChangeArrowheads="1"/>
          </p:cNvSpPr>
          <p:nvPr/>
        </p:nvSpPr>
        <p:spPr bwMode="auto">
          <a:xfrm>
            <a:off x="7132638" y="1947863"/>
            <a:ext cx="1862137"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34827" name="Text Box 10">
            <a:extLst>
              <a:ext uri="{FF2B5EF4-FFF2-40B4-BE49-F238E27FC236}">
                <a16:creationId xmlns:a16="http://schemas.microsoft.com/office/drawing/2014/main" id="{8E224919-888C-459F-9A47-644E35D8637F}"/>
              </a:ext>
            </a:extLst>
          </p:cNvPr>
          <p:cNvSpPr txBox="1">
            <a:spLocks noChangeArrowheads="1"/>
          </p:cNvSpPr>
          <p:nvPr/>
        </p:nvSpPr>
        <p:spPr bwMode="auto">
          <a:xfrm>
            <a:off x="615950" y="280988"/>
            <a:ext cx="791210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5749" tIns="37874" rIns="75749" bIns="37874">
            <a:spAutoFit/>
          </a:bodyPr>
          <a:lstStyle>
            <a:lvl1pPr defTabSz="757238">
              <a:spcBef>
                <a:spcPct val="20000"/>
              </a:spcBef>
              <a:buChar char="•"/>
              <a:defRPr sz="1600">
                <a:solidFill>
                  <a:schemeClr val="tx1"/>
                </a:solidFill>
                <a:latin typeface="Arial" panose="020B0604020202020204" pitchFamily="34" charset="0"/>
              </a:defRPr>
            </a:lvl1pPr>
            <a:lvl2pPr marL="742950" indent="-285750" defTabSz="757238">
              <a:spcBef>
                <a:spcPct val="20000"/>
              </a:spcBef>
              <a:buChar char="–"/>
              <a:defRPr sz="1400">
                <a:solidFill>
                  <a:schemeClr val="tx1"/>
                </a:solidFill>
                <a:latin typeface="Arial" panose="020B0604020202020204" pitchFamily="34" charset="0"/>
              </a:defRPr>
            </a:lvl2pPr>
            <a:lvl3pPr marL="1143000" indent="-228600" defTabSz="757238">
              <a:spcBef>
                <a:spcPct val="20000"/>
              </a:spcBef>
              <a:buChar char="•"/>
              <a:defRPr sz="1600">
                <a:solidFill>
                  <a:schemeClr val="tx1"/>
                </a:solidFill>
                <a:latin typeface="Arial" panose="020B0604020202020204" pitchFamily="34" charset="0"/>
              </a:defRPr>
            </a:lvl3pPr>
            <a:lvl4pPr marL="1600200" indent="-228600" defTabSz="757238">
              <a:spcBef>
                <a:spcPct val="20000"/>
              </a:spcBef>
              <a:buChar char="–"/>
              <a:defRPr sz="1600">
                <a:solidFill>
                  <a:schemeClr val="tx1"/>
                </a:solidFill>
                <a:latin typeface="Arial" panose="020B0604020202020204" pitchFamily="34" charset="0"/>
              </a:defRPr>
            </a:lvl4pPr>
            <a:lvl5pPr marL="2057400" indent="-228600" defTabSz="757238">
              <a:spcBef>
                <a:spcPct val="20000"/>
              </a:spcBef>
              <a:buChar char="»"/>
              <a:defRPr sz="1600">
                <a:solidFill>
                  <a:schemeClr val="tx1"/>
                </a:solidFill>
                <a:latin typeface="Arial" panose="020B0604020202020204" pitchFamily="34" charset="0"/>
              </a:defRPr>
            </a:lvl5pPr>
            <a:lvl6pPr marL="25146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2700" dirty="0">
                <a:latin typeface="Calibri" panose="020F0502020204030204" pitchFamily="34" charset="0"/>
                <a:cs typeface="Calibri" panose="020F0502020204030204" pitchFamily="34" charset="0"/>
              </a:rPr>
              <a:t>3. Dreidimensionales Feld</a:t>
            </a:r>
          </a:p>
        </p:txBody>
      </p:sp>
      <p:sp>
        <p:nvSpPr>
          <p:cNvPr id="34828" name="Rectangle 11">
            <a:extLst>
              <a:ext uri="{FF2B5EF4-FFF2-40B4-BE49-F238E27FC236}">
                <a16:creationId xmlns:a16="http://schemas.microsoft.com/office/drawing/2014/main" id="{C4E98B4C-EBBF-48FF-9979-A2599E7F5BE0}"/>
              </a:ext>
            </a:extLst>
          </p:cNvPr>
          <p:cNvSpPr>
            <a:spLocks noChangeArrowheads="1"/>
          </p:cNvSpPr>
          <p:nvPr/>
        </p:nvSpPr>
        <p:spPr bwMode="auto">
          <a:xfrm>
            <a:off x="557213" y="836613"/>
            <a:ext cx="7854950"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5749" tIns="37874" rIns="75749" bIns="37874"/>
          <a:lstStyle>
            <a:lvl1pPr defTabSz="762000">
              <a:spcBef>
                <a:spcPct val="20000"/>
              </a:spcBef>
              <a:buChar char="•"/>
              <a:tabLst>
                <a:tab pos="285750" algn="l"/>
                <a:tab pos="571500" algn="l"/>
                <a:tab pos="3235325" algn="l"/>
                <a:tab pos="3521075" algn="l"/>
                <a:tab pos="3806825" algn="l"/>
              </a:tabLst>
              <a:defRPr sz="1600">
                <a:solidFill>
                  <a:schemeClr val="tx1"/>
                </a:solidFill>
                <a:latin typeface="Arial" panose="020B0604020202020204" pitchFamily="34" charset="0"/>
              </a:defRPr>
            </a:lvl1pPr>
            <a:lvl2pPr marL="742950" indent="-285750" defTabSz="762000">
              <a:spcBef>
                <a:spcPct val="20000"/>
              </a:spcBef>
              <a:buChar char="–"/>
              <a:tabLst>
                <a:tab pos="285750" algn="l"/>
                <a:tab pos="571500" algn="l"/>
                <a:tab pos="3235325" algn="l"/>
                <a:tab pos="3521075" algn="l"/>
                <a:tab pos="3806825" algn="l"/>
              </a:tabLst>
              <a:defRPr sz="1400">
                <a:solidFill>
                  <a:schemeClr val="tx1"/>
                </a:solidFill>
                <a:latin typeface="Arial" panose="020B0604020202020204" pitchFamily="34" charset="0"/>
              </a:defRPr>
            </a:lvl2pPr>
            <a:lvl3pPr marL="1143000" indent="-228600" defTabSz="762000">
              <a:spcBef>
                <a:spcPct val="20000"/>
              </a:spcBef>
              <a:buChar char="•"/>
              <a:tabLst>
                <a:tab pos="285750" algn="l"/>
                <a:tab pos="571500" algn="l"/>
                <a:tab pos="3235325" algn="l"/>
                <a:tab pos="3521075" algn="l"/>
                <a:tab pos="3806825" algn="l"/>
              </a:tabLst>
              <a:defRPr sz="1600">
                <a:solidFill>
                  <a:schemeClr val="tx1"/>
                </a:solidFill>
                <a:latin typeface="Arial" panose="020B0604020202020204" pitchFamily="34" charset="0"/>
              </a:defRPr>
            </a:lvl3pPr>
            <a:lvl4pPr marL="1600200" indent="-228600" defTabSz="762000">
              <a:spcBef>
                <a:spcPct val="20000"/>
              </a:spcBef>
              <a:buChar char="–"/>
              <a:tabLst>
                <a:tab pos="285750" algn="l"/>
                <a:tab pos="571500" algn="l"/>
                <a:tab pos="3235325" algn="l"/>
                <a:tab pos="3521075" algn="l"/>
                <a:tab pos="3806825" algn="l"/>
              </a:tabLst>
              <a:defRPr sz="1600">
                <a:solidFill>
                  <a:schemeClr val="tx1"/>
                </a:solidFill>
                <a:latin typeface="Arial" panose="020B0604020202020204" pitchFamily="34" charset="0"/>
              </a:defRPr>
            </a:lvl4pPr>
            <a:lvl5pPr marL="2057400" indent="-228600" defTabSz="762000">
              <a:spcBef>
                <a:spcPct val="20000"/>
              </a:spcBef>
              <a:buChar char="»"/>
              <a:tabLst>
                <a:tab pos="285750" algn="l"/>
                <a:tab pos="571500" algn="l"/>
                <a:tab pos="3235325" algn="l"/>
                <a:tab pos="3521075" algn="l"/>
                <a:tab pos="3806825" algn="l"/>
              </a:tabLst>
              <a:defRPr sz="16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tabLst>
                <a:tab pos="285750" algn="l"/>
                <a:tab pos="571500" algn="l"/>
                <a:tab pos="3235325" algn="l"/>
                <a:tab pos="3521075" algn="l"/>
                <a:tab pos="3806825" algn="l"/>
              </a:tabLst>
              <a:defRPr sz="16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tabLst>
                <a:tab pos="285750" algn="l"/>
                <a:tab pos="571500" algn="l"/>
                <a:tab pos="3235325" algn="l"/>
                <a:tab pos="3521075" algn="l"/>
                <a:tab pos="3806825" algn="l"/>
              </a:tabLst>
              <a:defRPr sz="16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tabLst>
                <a:tab pos="285750" algn="l"/>
                <a:tab pos="571500" algn="l"/>
                <a:tab pos="3235325" algn="l"/>
                <a:tab pos="3521075" algn="l"/>
                <a:tab pos="3806825" algn="l"/>
              </a:tabLst>
              <a:defRPr sz="16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tabLst>
                <a:tab pos="285750" algn="l"/>
                <a:tab pos="571500" algn="l"/>
                <a:tab pos="3235325" algn="l"/>
                <a:tab pos="3521075" algn="l"/>
                <a:tab pos="3806825" algn="l"/>
              </a:tabLst>
              <a:defRPr sz="1600">
                <a:solidFill>
                  <a:schemeClr val="tx1"/>
                </a:solidFill>
                <a:latin typeface="Arial" panose="020B0604020202020204" pitchFamily="34" charset="0"/>
              </a:defRPr>
            </a:lvl9pPr>
          </a:lstStyle>
          <a:p>
            <a:pPr eaLnBrk="1" hangingPunct="1"/>
            <a:endParaRPr lang="de-DE" altLang="de-DE" sz="2000">
              <a:latin typeface="Times New Roman" panose="02020603050405020304" pitchFamily="18" charset="0"/>
            </a:endParaRPr>
          </a:p>
        </p:txBody>
      </p:sp>
      <p:sp>
        <p:nvSpPr>
          <p:cNvPr id="34829" name="Rectangle 12">
            <a:extLst>
              <a:ext uri="{FF2B5EF4-FFF2-40B4-BE49-F238E27FC236}">
                <a16:creationId xmlns:a16="http://schemas.microsoft.com/office/drawing/2014/main" id="{A7242A9E-B662-4506-8403-6B3080515566}"/>
              </a:ext>
            </a:extLst>
          </p:cNvPr>
          <p:cNvSpPr>
            <a:spLocks noChangeArrowheads="1"/>
          </p:cNvSpPr>
          <p:nvPr/>
        </p:nvSpPr>
        <p:spPr bwMode="auto">
          <a:xfrm>
            <a:off x="439738" y="836613"/>
            <a:ext cx="8199437"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5749" tIns="37874" rIns="75749" bIns="37874"/>
          <a:lstStyle>
            <a:lvl1pPr marL="342900" indent="-342900">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buFont typeface="Wingdings" panose="05000000000000000000" pitchFamily="2" charset="2"/>
              <a:buChar char="§"/>
            </a:pPr>
            <a:endParaRPr lang="de-DE" altLang="de-DE" sz="1800">
              <a:latin typeface="Times New Roman" panose="02020603050405020304" pitchFamily="18" charset="0"/>
            </a:endParaRPr>
          </a:p>
        </p:txBody>
      </p:sp>
      <p:graphicFrame>
        <p:nvGraphicFramePr>
          <p:cNvPr id="34830" name="Object 13">
            <a:extLst>
              <a:ext uri="{FF2B5EF4-FFF2-40B4-BE49-F238E27FC236}">
                <a16:creationId xmlns:a16="http://schemas.microsoft.com/office/drawing/2014/main" id="{85405C7A-22B0-445B-8189-E16F38AE403C}"/>
              </a:ext>
            </a:extLst>
          </p:cNvPr>
          <p:cNvGraphicFramePr>
            <a:graphicFrameLocks noChangeAspect="1"/>
          </p:cNvGraphicFramePr>
          <p:nvPr/>
        </p:nvGraphicFramePr>
        <p:xfrm>
          <a:off x="0" y="0"/>
          <a:ext cx="738188" cy="169863"/>
        </p:xfrm>
        <a:graphic>
          <a:graphicData uri="http://schemas.openxmlformats.org/presentationml/2006/ole">
            <mc:AlternateContent xmlns:mc="http://schemas.openxmlformats.org/markup-compatibility/2006">
              <mc:Choice xmlns:v="urn:schemas-microsoft-com:vml" Requires="v">
                <p:oleObj spid="_x0000_s1027" name="Formel" r:id="rId5" imgW="435285" imgH="677109" progId="Equation.DSMT4">
                  <p:embed/>
                </p:oleObj>
              </mc:Choice>
              <mc:Fallback>
                <p:oleObj name="Formel" r:id="rId5" imgW="435285" imgH="677109"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738188" cy="169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3758" name="AutoShape 14">
            <a:extLst>
              <a:ext uri="{FF2B5EF4-FFF2-40B4-BE49-F238E27FC236}">
                <a16:creationId xmlns:a16="http://schemas.microsoft.com/office/drawing/2014/main" id="{78262741-1A7D-4CE4-9071-01879B165FA7}"/>
              </a:ext>
            </a:extLst>
          </p:cNvPr>
          <p:cNvSpPr>
            <a:spLocks noChangeArrowheads="1"/>
          </p:cNvSpPr>
          <p:nvPr/>
        </p:nvSpPr>
        <p:spPr bwMode="auto">
          <a:xfrm>
            <a:off x="2417763" y="1146175"/>
            <a:ext cx="1863725" cy="1074738"/>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59" name="AutoShape 15">
            <a:extLst>
              <a:ext uri="{FF2B5EF4-FFF2-40B4-BE49-F238E27FC236}">
                <a16:creationId xmlns:a16="http://schemas.microsoft.com/office/drawing/2014/main" id="{B76BB455-2377-4375-BC7E-75722DB7A14E}"/>
              </a:ext>
            </a:extLst>
          </p:cNvPr>
          <p:cNvSpPr>
            <a:spLocks noChangeArrowheads="1"/>
          </p:cNvSpPr>
          <p:nvPr/>
        </p:nvSpPr>
        <p:spPr bwMode="auto">
          <a:xfrm>
            <a:off x="3987800" y="1146175"/>
            <a:ext cx="1863725" cy="1074738"/>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60" name="AutoShape 16">
            <a:extLst>
              <a:ext uri="{FF2B5EF4-FFF2-40B4-BE49-F238E27FC236}">
                <a16:creationId xmlns:a16="http://schemas.microsoft.com/office/drawing/2014/main" id="{AD4B8F9C-667D-4774-8E2D-E34E52824687}"/>
              </a:ext>
            </a:extLst>
          </p:cNvPr>
          <p:cNvSpPr>
            <a:spLocks noChangeArrowheads="1"/>
          </p:cNvSpPr>
          <p:nvPr/>
        </p:nvSpPr>
        <p:spPr bwMode="auto">
          <a:xfrm>
            <a:off x="5559425" y="1146175"/>
            <a:ext cx="1863725" cy="1074738"/>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61" name="AutoShape 17">
            <a:extLst>
              <a:ext uri="{FF2B5EF4-FFF2-40B4-BE49-F238E27FC236}">
                <a16:creationId xmlns:a16="http://schemas.microsoft.com/office/drawing/2014/main" id="{5A88B9CF-DC27-4FBC-8332-77ABE56C9C1A}"/>
              </a:ext>
            </a:extLst>
          </p:cNvPr>
          <p:cNvSpPr>
            <a:spLocks noChangeArrowheads="1"/>
          </p:cNvSpPr>
          <p:nvPr/>
        </p:nvSpPr>
        <p:spPr bwMode="auto">
          <a:xfrm>
            <a:off x="7131050" y="1146175"/>
            <a:ext cx="1862138" cy="1074738"/>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62" name="AutoShape 18">
            <a:extLst>
              <a:ext uri="{FF2B5EF4-FFF2-40B4-BE49-F238E27FC236}">
                <a16:creationId xmlns:a16="http://schemas.microsoft.com/office/drawing/2014/main" id="{44D08168-CE8A-4E70-8C8B-56E878BE51C6}"/>
              </a:ext>
            </a:extLst>
          </p:cNvPr>
          <p:cNvSpPr>
            <a:spLocks noChangeArrowheads="1"/>
          </p:cNvSpPr>
          <p:nvPr/>
        </p:nvSpPr>
        <p:spPr bwMode="auto">
          <a:xfrm>
            <a:off x="2187575" y="2998788"/>
            <a:ext cx="1862138"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63" name="AutoShape 19">
            <a:extLst>
              <a:ext uri="{FF2B5EF4-FFF2-40B4-BE49-F238E27FC236}">
                <a16:creationId xmlns:a16="http://schemas.microsoft.com/office/drawing/2014/main" id="{6F5413DF-566A-41DF-A872-17C122D35B87}"/>
              </a:ext>
            </a:extLst>
          </p:cNvPr>
          <p:cNvSpPr>
            <a:spLocks noChangeArrowheads="1"/>
          </p:cNvSpPr>
          <p:nvPr/>
        </p:nvSpPr>
        <p:spPr bwMode="auto">
          <a:xfrm>
            <a:off x="3757613" y="2998788"/>
            <a:ext cx="1862137"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64" name="AutoShape 20">
            <a:extLst>
              <a:ext uri="{FF2B5EF4-FFF2-40B4-BE49-F238E27FC236}">
                <a16:creationId xmlns:a16="http://schemas.microsoft.com/office/drawing/2014/main" id="{F87C3C30-C065-4056-9265-9250B1BDE87F}"/>
              </a:ext>
            </a:extLst>
          </p:cNvPr>
          <p:cNvSpPr>
            <a:spLocks noChangeArrowheads="1"/>
          </p:cNvSpPr>
          <p:nvPr/>
        </p:nvSpPr>
        <p:spPr bwMode="auto">
          <a:xfrm>
            <a:off x="5329238" y="2998788"/>
            <a:ext cx="1862137"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65" name="AutoShape 21">
            <a:extLst>
              <a:ext uri="{FF2B5EF4-FFF2-40B4-BE49-F238E27FC236}">
                <a16:creationId xmlns:a16="http://schemas.microsoft.com/office/drawing/2014/main" id="{96EC63CC-21D9-40A4-BF54-D60A9135839A}"/>
              </a:ext>
            </a:extLst>
          </p:cNvPr>
          <p:cNvSpPr>
            <a:spLocks noChangeArrowheads="1"/>
          </p:cNvSpPr>
          <p:nvPr/>
        </p:nvSpPr>
        <p:spPr bwMode="auto">
          <a:xfrm>
            <a:off x="6900863" y="2998788"/>
            <a:ext cx="1862137"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66" name="AutoShape 22">
            <a:extLst>
              <a:ext uri="{FF2B5EF4-FFF2-40B4-BE49-F238E27FC236}">
                <a16:creationId xmlns:a16="http://schemas.microsoft.com/office/drawing/2014/main" id="{F8876C75-9AD3-4BFE-BD30-C944E661420B}"/>
              </a:ext>
            </a:extLst>
          </p:cNvPr>
          <p:cNvSpPr>
            <a:spLocks noChangeArrowheads="1"/>
          </p:cNvSpPr>
          <p:nvPr/>
        </p:nvSpPr>
        <p:spPr bwMode="auto">
          <a:xfrm>
            <a:off x="2187575" y="2195513"/>
            <a:ext cx="1862138" cy="1076325"/>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67" name="AutoShape 23">
            <a:extLst>
              <a:ext uri="{FF2B5EF4-FFF2-40B4-BE49-F238E27FC236}">
                <a16:creationId xmlns:a16="http://schemas.microsoft.com/office/drawing/2014/main" id="{00803FAB-3E0A-4FEE-A841-DCCD0F09DEF4}"/>
              </a:ext>
            </a:extLst>
          </p:cNvPr>
          <p:cNvSpPr>
            <a:spLocks noChangeArrowheads="1"/>
          </p:cNvSpPr>
          <p:nvPr/>
        </p:nvSpPr>
        <p:spPr bwMode="auto">
          <a:xfrm>
            <a:off x="3757613" y="2195513"/>
            <a:ext cx="1862137" cy="1076325"/>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68" name="AutoShape 24">
            <a:extLst>
              <a:ext uri="{FF2B5EF4-FFF2-40B4-BE49-F238E27FC236}">
                <a16:creationId xmlns:a16="http://schemas.microsoft.com/office/drawing/2014/main" id="{631494B0-F3B0-491C-9339-3E824D42E139}"/>
              </a:ext>
            </a:extLst>
          </p:cNvPr>
          <p:cNvSpPr>
            <a:spLocks noChangeArrowheads="1"/>
          </p:cNvSpPr>
          <p:nvPr/>
        </p:nvSpPr>
        <p:spPr bwMode="auto">
          <a:xfrm>
            <a:off x="5329238" y="2195513"/>
            <a:ext cx="1862137" cy="1076325"/>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69" name="AutoShape 25">
            <a:extLst>
              <a:ext uri="{FF2B5EF4-FFF2-40B4-BE49-F238E27FC236}">
                <a16:creationId xmlns:a16="http://schemas.microsoft.com/office/drawing/2014/main" id="{1E9F46E0-A994-459A-A248-0896B2632B0F}"/>
              </a:ext>
            </a:extLst>
          </p:cNvPr>
          <p:cNvSpPr>
            <a:spLocks noChangeArrowheads="1"/>
          </p:cNvSpPr>
          <p:nvPr/>
        </p:nvSpPr>
        <p:spPr bwMode="auto">
          <a:xfrm>
            <a:off x="6900863" y="2195513"/>
            <a:ext cx="1862137"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70" name="AutoShape 26">
            <a:extLst>
              <a:ext uri="{FF2B5EF4-FFF2-40B4-BE49-F238E27FC236}">
                <a16:creationId xmlns:a16="http://schemas.microsoft.com/office/drawing/2014/main" id="{DE854F0F-F906-418B-92CE-74C3163958E7}"/>
              </a:ext>
            </a:extLst>
          </p:cNvPr>
          <p:cNvSpPr>
            <a:spLocks noChangeArrowheads="1"/>
          </p:cNvSpPr>
          <p:nvPr/>
        </p:nvSpPr>
        <p:spPr bwMode="auto">
          <a:xfrm>
            <a:off x="2185988" y="1392238"/>
            <a:ext cx="1862137"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71" name="AutoShape 27">
            <a:extLst>
              <a:ext uri="{FF2B5EF4-FFF2-40B4-BE49-F238E27FC236}">
                <a16:creationId xmlns:a16="http://schemas.microsoft.com/office/drawing/2014/main" id="{04694898-B72B-46D9-911A-1E50BA19DF10}"/>
              </a:ext>
            </a:extLst>
          </p:cNvPr>
          <p:cNvSpPr>
            <a:spLocks noChangeArrowheads="1"/>
          </p:cNvSpPr>
          <p:nvPr/>
        </p:nvSpPr>
        <p:spPr bwMode="auto">
          <a:xfrm>
            <a:off x="3756025" y="1392238"/>
            <a:ext cx="1862138"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72" name="AutoShape 28">
            <a:extLst>
              <a:ext uri="{FF2B5EF4-FFF2-40B4-BE49-F238E27FC236}">
                <a16:creationId xmlns:a16="http://schemas.microsoft.com/office/drawing/2014/main" id="{468096CE-1FE8-455D-8910-2A531AEC6CEF}"/>
              </a:ext>
            </a:extLst>
          </p:cNvPr>
          <p:cNvSpPr>
            <a:spLocks noChangeArrowheads="1"/>
          </p:cNvSpPr>
          <p:nvPr/>
        </p:nvSpPr>
        <p:spPr bwMode="auto">
          <a:xfrm>
            <a:off x="5327650" y="1392238"/>
            <a:ext cx="1862138"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73" name="AutoShape 29">
            <a:extLst>
              <a:ext uri="{FF2B5EF4-FFF2-40B4-BE49-F238E27FC236}">
                <a16:creationId xmlns:a16="http://schemas.microsoft.com/office/drawing/2014/main" id="{BB8614BF-7292-4368-A5C8-E9F8BEB99D54}"/>
              </a:ext>
            </a:extLst>
          </p:cNvPr>
          <p:cNvSpPr>
            <a:spLocks noChangeArrowheads="1"/>
          </p:cNvSpPr>
          <p:nvPr/>
        </p:nvSpPr>
        <p:spPr bwMode="auto">
          <a:xfrm>
            <a:off x="6899275" y="1392238"/>
            <a:ext cx="1862138"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74" name="AutoShape 30">
            <a:extLst>
              <a:ext uri="{FF2B5EF4-FFF2-40B4-BE49-F238E27FC236}">
                <a16:creationId xmlns:a16="http://schemas.microsoft.com/office/drawing/2014/main" id="{59482383-216A-4A7D-B54A-B543AC96372E}"/>
              </a:ext>
            </a:extLst>
          </p:cNvPr>
          <p:cNvSpPr>
            <a:spLocks noChangeArrowheads="1"/>
          </p:cNvSpPr>
          <p:nvPr/>
        </p:nvSpPr>
        <p:spPr bwMode="auto">
          <a:xfrm>
            <a:off x="1952625" y="3243263"/>
            <a:ext cx="1862138" cy="1076325"/>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75" name="AutoShape 31">
            <a:extLst>
              <a:ext uri="{FF2B5EF4-FFF2-40B4-BE49-F238E27FC236}">
                <a16:creationId xmlns:a16="http://schemas.microsoft.com/office/drawing/2014/main" id="{4A8B4158-8749-4FFC-80AB-0BD673812D0E}"/>
              </a:ext>
            </a:extLst>
          </p:cNvPr>
          <p:cNvSpPr>
            <a:spLocks noChangeArrowheads="1"/>
          </p:cNvSpPr>
          <p:nvPr/>
        </p:nvSpPr>
        <p:spPr bwMode="auto">
          <a:xfrm>
            <a:off x="3522663" y="3243263"/>
            <a:ext cx="1862137" cy="1076325"/>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76" name="AutoShape 32">
            <a:extLst>
              <a:ext uri="{FF2B5EF4-FFF2-40B4-BE49-F238E27FC236}">
                <a16:creationId xmlns:a16="http://schemas.microsoft.com/office/drawing/2014/main" id="{4EBDFD5F-0358-42A3-BCF9-19646E669B2F}"/>
              </a:ext>
            </a:extLst>
          </p:cNvPr>
          <p:cNvSpPr>
            <a:spLocks noChangeArrowheads="1"/>
          </p:cNvSpPr>
          <p:nvPr/>
        </p:nvSpPr>
        <p:spPr bwMode="auto">
          <a:xfrm>
            <a:off x="5094288" y="3243263"/>
            <a:ext cx="1862137" cy="1076325"/>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77" name="AutoShape 33">
            <a:extLst>
              <a:ext uri="{FF2B5EF4-FFF2-40B4-BE49-F238E27FC236}">
                <a16:creationId xmlns:a16="http://schemas.microsoft.com/office/drawing/2014/main" id="{7110CEC7-B6A8-4D44-A7D3-1C1B9B4A5CEA}"/>
              </a:ext>
            </a:extLst>
          </p:cNvPr>
          <p:cNvSpPr>
            <a:spLocks noChangeArrowheads="1"/>
          </p:cNvSpPr>
          <p:nvPr/>
        </p:nvSpPr>
        <p:spPr bwMode="auto">
          <a:xfrm>
            <a:off x="6665913" y="3243263"/>
            <a:ext cx="1862137" cy="1076325"/>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78" name="AutoShape 34">
            <a:extLst>
              <a:ext uri="{FF2B5EF4-FFF2-40B4-BE49-F238E27FC236}">
                <a16:creationId xmlns:a16="http://schemas.microsoft.com/office/drawing/2014/main" id="{F0A9149E-F494-488C-A0A5-C53BFC41C19F}"/>
              </a:ext>
            </a:extLst>
          </p:cNvPr>
          <p:cNvSpPr>
            <a:spLocks noChangeArrowheads="1"/>
          </p:cNvSpPr>
          <p:nvPr/>
        </p:nvSpPr>
        <p:spPr bwMode="auto">
          <a:xfrm>
            <a:off x="1952625" y="2443163"/>
            <a:ext cx="1862138"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79" name="AutoShape 35">
            <a:extLst>
              <a:ext uri="{FF2B5EF4-FFF2-40B4-BE49-F238E27FC236}">
                <a16:creationId xmlns:a16="http://schemas.microsoft.com/office/drawing/2014/main" id="{1F2AC87A-C319-4F23-9648-632C96C9A1F5}"/>
              </a:ext>
            </a:extLst>
          </p:cNvPr>
          <p:cNvSpPr>
            <a:spLocks noChangeArrowheads="1"/>
          </p:cNvSpPr>
          <p:nvPr/>
        </p:nvSpPr>
        <p:spPr bwMode="auto">
          <a:xfrm>
            <a:off x="3522663" y="2443163"/>
            <a:ext cx="1862137"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80" name="AutoShape 36">
            <a:extLst>
              <a:ext uri="{FF2B5EF4-FFF2-40B4-BE49-F238E27FC236}">
                <a16:creationId xmlns:a16="http://schemas.microsoft.com/office/drawing/2014/main" id="{76FE6A0B-4ED6-46DA-868D-AD23673384BA}"/>
              </a:ext>
            </a:extLst>
          </p:cNvPr>
          <p:cNvSpPr>
            <a:spLocks noChangeArrowheads="1"/>
          </p:cNvSpPr>
          <p:nvPr/>
        </p:nvSpPr>
        <p:spPr bwMode="auto">
          <a:xfrm>
            <a:off x="5094288" y="2443163"/>
            <a:ext cx="1862137"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81" name="AutoShape 37">
            <a:extLst>
              <a:ext uri="{FF2B5EF4-FFF2-40B4-BE49-F238E27FC236}">
                <a16:creationId xmlns:a16="http://schemas.microsoft.com/office/drawing/2014/main" id="{1187CA4E-1590-4B6F-A670-F6F9C6959E1C}"/>
              </a:ext>
            </a:extLst>
          </p:cNvPr>
          <p:cNvSpPr>
            <a:spLocks noChangeArrowheads="1"/>
          </p:cNvSpPr>
          <p:nvPr/>
        </p:nvSpPr>
        <p:spPr bwMode="auto">
          <a:xfrm>
            <a:off x="6665913" y="2443163"/>
            <a:ext cx="1862137"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82" name="AutoShape 38">
            <a:extLst>
              <a:ext uri="{FF2B5EF4-FFF2-40B4-BE49-F238E27FC236}">
                <a16:creationId xmlns:a16="http://schemas.microsoft.com/office/drawing/2014/main" id="{421A6A7F-9B9B-4C03-B569-B23BA3B8C281}"/>
              </a:ext>
            </a:extLst>
          </p:cNvPr>
          <p:cNvSpPr>
            <a:spLocks noChangeArrowheads="1"/>
          </p:cNvSpPr>
          <p:nvPr/>
        </p:nvSpPr>
        <p:spPr bwMode="auto">
          <a:xfrm>
            <a:off x="1951038" y="1639888"/>
            <a:ext cx="1862137"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83" name="AutoShape 39">
            <a:extLst>
              <a:ext uri="{FF2B5EF4-FFF2-40B4-BE49-F238E27FC236}">
                <a16:creationId xmlns:a16="http://schemas.microsoft.com/office/drawing/2014/main" id="{78F5029F-97B9-42B3-81BA-EF0F800498A3}"/>
              </a:ext>
            </a:extLst>
          </p:cNvPr>
          <p:cNvSpPr>
            <a:spLocks noChangeArrowheads="1"/>
          </p:cNvSpPr>
          <p:nvPr/>
        </p:nvSpPr>
        <p:spPr bwMode="auto">
          <a:xfrm>
            <a:off x="3521075" y="1639888"/>
            <a:ext cx="1863725"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84" name="AutoShape 40">
            <a:extLst>
              <a:ext uri="{FF2B5EF4-FFF2-40B4-BE49-F238E27FC236}">
                <a16:creationId xmlns:a16="http://schemas.microsoft.com/office/drawing/2014/main" id="{45EB0489-9105-4478-BA5D-60D78E3925B3}"/>
              </a:ext>
            </a:extLst>
          </p:cNvPr>
          <p:cNvSpPr>
            <a:spLocks noChangeArrowheads="1"/>
          </p:cNvSpPr>
          <p:nvPr/>
        </p:nvSpPr>
        <p:spPr bwMode="auto">
          <a:xfrm>
            <a:off x="5092700" y="1639888"/>
            <a:ext cx="1862138"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sp>
        <p:nvSpPr>
          <p:cNvPr id="543785" name="AutoShape 41">
            <a:extLst>
              <a:ext uri="{FF2B5EF4-FFF2-40B4-BE49-F238E27FC236}">
                <a16:creationId xmlns:a16="http://schemas.microsoft.com/office/drawing/2014/main" id="{66DAA6FE-07A3-40C7-AB58-7ACBE8AAC110}"/>
              </a:ext>
            </a:extLst>
          </p:cNvPr>
          <p:cNvSpPr>
            <a:spLocks noChangeArrowheads="1"/>
          </p:cNvSpPr>
          <p:nvPr/>
        </p:nvSpPr>
        <p:spPr bwMode="auto">
          <a:xfrm>
            <a:off x="6664325" y="1639888"/>
            <a:ext cx="1862138" cy="1074737"/>
          </a:xfrm>
          <a:prstGeom prst="cube">
            <a:avLst>
              <a:gd name="adj" fmla="val 25000"/>
            </a:avLst>
          </a:prstGeom>
          <a:gradFill rotWithShape="1">
            <a:gsLst>
              <a:gs pos="0">
                <a:schemeClr val="accent1">
                  <a:alpha val="50000"/>
                </a:schemeClr>
              </a:gs>
              <a:gs pos="100000">
                <a:schemeClr val="accent1">
                  <a:gamma/>
                  <a:tint val="13725"/>
                  <a:invGamma/>
                </a:schemeClr>
              </a:gs>
            </a:gsLst>
            <a:path path="rect">
              <a:fillToRect l="50000" t="50000" r="50000" b="50000"/>
            </a:path>
          </a:gradFill>
          <a:ln w="9525">
            <a:solidFill>
              <a:schemeClr val="tx1"/>
            </a:solidFill>
            <a:miter lim="800000"/>
            <a:headEnd/>
            <a:tailEnd/>
          </a:ln>
          <a:effectLst/>
        </p:spPr>
        <p:txBody>
          <a:bodyPr wrap="none" anchor="ctr"/>
          <a:lstStyle/>
          <a:p>
            <a:pPr eaLnBrk="1" hangingPunct="1">
              <a:defRPr/>
            </a:pPr>
            <a:endParaRPr lang="de-DE">
              <a:latin typeface="Arial" charset="0"/>
            </a:endParaRPr>
          </a:p>
        </p:txBody>
      </p:sp>
      <p:grpSp>
        <p:nvGrpSpPr>
          <p:cNvPr id="2" name="Group 42">
            <a:extLst>
              <a:ext uri="{FF2B5EF4-FFF2-40B4-BE49-F238E27FC236}">
                <a16:creationId xmlns:a16="http://schemas.microsoft.com/office/drawing/2014/main" id="{3A349EAC-892E-44E2-A9CA-E02FC9DCC17A}"/>
              </a:ext>
            </a:extLst>
          </p:cNvPr>
          <p:cNvGrpSpPr>
            <a:grpSpLocks/>
          </p:cNvGrpSpPr>
          <p:nvPr/>
        </p:nvGrpSpPr>
        <p:grpSpPr bwMode="auto">
          <a:xfrm>
            <a:off x="673100" y="1146175"/>
            <a:ext cx="3879850" cy="3270250"/>
            <a:chOff x="540" y="706"/>
            <a:chExt cx="3024" cy="2404"/>
          </a:xfrm>
        </p:grpSpPr>
        <p:grpSp>
          <p:nvGrpSpPr>
            <p:cNvPr id="34863" name="Group 43">
              <a:extLst>
                <a:ext uri="{FF2B5EF4-FFF2-40B4-BE49-F238E27FC236}">
                  <a16:creationId xmlns:a16="http://schemas.microsoft.com/office/drawing/2014/main" id="{23D6DCDC-E792-4660-B642-12FC0F75C14E}"/>
                </a:ext>
              </a:extLst>
            </p:cNvPr>
            <p:cNvGrpSpPr>
              <a:grpSpLocks/>
            </p:cNvGrpSpPr>
            <p:nvPr/>
          </p:nvGrpSpPr>
          <p:grpSpPr bwMode="auto">
            <a:xfrm>
              <a:off x="540" y="706"/>
              <a:ext cx="1028" cy="2404"/>
              <a:chOff x="540" y="706"/>
              <a:chExt cx="1028" cy="2404"/>
            </a:xfrm>
          </p:grpSpPr>
          <p:sp>
            <p:nvSpPr>
              <p:cNvPr id="34865" name="Line 44">
                <a:extLst>
                  <a:ext uri="{FF2B5EF4-FFF2-40B4-BE49-F238E27FC236}">
                    <a16:creationId xmlns:a16="http://schemas.microsoft.com/office/drawing/2014/main" id="{D6B47AD8-9F28-4AD2-B95C-5FDD1186B6BD}"/>
                  </a:ext>
                </a:extLst>
              </p:cNvPr>
              <p:cNvSpPr>
                <a:spLocks noChangeShapeType="1"/>
              </p:cNvSpPr>
              <p:nvPr/>
            </p:nvSpPr>
            <p:spPr bwMode="auto">
              <a:xfrm flipV="1">
                <a:off x="842" y="706"/>
                <a:ext cx="726" cy="680"/>
              </a:xfrm>
              <a:prstGeom prst="line">
                <a:avLst/>
              </a:prstGeom>
              <a:noFill/>
              <a:ln w="63500">
                <a:solidFill>
                  <a:srgbClr val="3333F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de-DE"/>
              </a:p>
            </p:txBody>
          </p:sp>
          <p:sp>
            <p:nvSpPr>
              <p:cNvPr id="34866" name="Text Box 45">
                <a:extLst>
                  <a:ext uri="{FF2B5EF4-FFF2-40B4-BE49-F238E27FC236}">
                    <a16:creationId xmlns:a16="http://schemas.microsoft.com/office/drawing/2014/main" id="{3A94D8F6-8134-4505-9FCC-8297750DCCD4}"/>
                  </a:ext>
                </a:extLst>
              </p:cNvPr>
              <p:cNvSpPr txBox="1">
                <a:spLocks noChangeArrowheads="1"/>
              </p:cNvSpPr>
              <p:nvPr/>
            </p:nvSpPr>
            <p:spPr bwMode="auto">
              <a:xfrm>
                <a:off x="903" y="8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5749" tIns="37874" rIns="75749" bIns="37874">
                <a:spAutoFit/>
              </a:bodyPr>
              <a:lstStyle>
                <a:lvl1pPr defTabSz="757238">
                  <a:spcBef>
                    <a:spcPct val="20000"/>
                  </a:spcBef>
                  <a:buChar char="•"/>
                  <a:defRPr sz="1600">
                    <a:solidFill>
                      <a:schemeClr val="tx1"/>
                    </a:solidFill>
                    <a:latin typeface="Arial" panose="020B0604020202020204" pitchFamily="34" charset="0"/>
                  </a:defRPr>
                </a:lvl1pPr>
                <a:lvl2pPr marL="742950" indent="-285750" defTabSz="757238">
                  <a:spcBef>
                    <a:spcPct val="20000"/>
                  </a:spcBef>
                  <a:buChar char="–"/>
                  <a:defRPr sz="1400">
                    <a:solidFill>
                      <a:schemeClr val="tx1"/>
                    </a:solidFill>
                    <a:latin typeface="Arial" panose="020B0604020202020204" pitchFamily="34" charset="0"/>
                  </a:defRPr>
                </a:lvl2pPr>
                <a:lvl3pPr marL="1143000" indent="-228600" defTabSz="757238">
                  <a:spcBef>
                    <a:spcPct val="20000"/>
                  </a:spcBef>
                  <a:buChar char="•"/>
                  <a:defRPr sz="1600">
                    <a:solidFill>
                      <a:schemeClr val="tx1"/>
                    </a:solidFill>
                    <a:latin typeface="Arial" panose="020B0604020202020204" pitchFamily="34" charset="0"/>
                  </a:defRPr>
                </a:lvl3pPr>
                <a:lvl4pPr marL="1600200" indent="-228600" defTabSz="757238">
                  <a:spcBef>
                    <a:spcPct val="20000"/>
                  </a:spcBef>
                  <a:buChar char="–"/>
                  <a:defRPr sz="1600">
                    <a:solidFill>
                      <a:schemeClr val="tx1"/>
                    </a:solidFill>
                    <a:latin typeface="Arial" panose="020B0604020202020204" pitchFamily="34" charset="0"/>
                  </a:defRPr>
                </a:lvl4pPr>
                <a:lvl5pPr marL="2057400" indent="-228600" defTabSz="757238">
                  <a:spcBef>
                    <a:spcPct val="20000"/>
                  </a:spcBef>
                  <a:buChar char="»"/>
                  <a:defRPr sz="1600">
                    <a:solidFill>
                      <a:schemeClr val="tx1"/>
                    </a:solidFill>
                    <a:latin typeface="Arial" panose="020B0604020202020204" pitchFamily="34" charset="0"/>
                  </a:defRPr>
                </a:lvl5pPr>
                <a:lvl6pPr marL="25146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2000">
                    <a:solidFill>
                      <a:srgbClr val="3333FF"/>
                    </a:solidFill>
                  </a:rPr>
                  <a:t>k</a:t>
                </a:r>
              </a:p>
            </p:txBody>
          </p:sp>
          <p:sp>
            <p:nvSpPr>
              <p:cNvPr id="34867" name="Line 46">
                <a:extLst>
                  <a:ext uri="{FF2B5EF4-FFF2-40B4-BE49-F238E27FC236}">
                    <a16:creationId xmlns:a16="http://schemas.microsoft.com/office/drawing/2014/main" id="{A31CF838-5A74-4BA0-B715-2510B1EF44EE}"/>
                  </a:ext>
                </a:extLst>
              </p:cNvPr>
              <p:cNvSpPr>
                <a:spLocks noChangeShapeType="1"/>
              </p:cNvSpPr>
              <p:nvPr/>
            </p:nvSpPr>
            <p:spPr bwMode="auto">
              <a:xfrm>
                <a:off x="842" y="1386"/>
                <a:ext cx="0" cy="1724"/>
              </a:xfrm>
              <a:prstGeom prst="line">
                <a:avLst/>
              </a:prstGeom>
              <a:noFill/>
              <a:ln w="57150">
                <a:solidFill>
                  <a:schemeClr va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de-DE"/>
              </a:p>
            </p:txBody>
          </p:sp>
          <p:sp>
            <p:nvSpPr>
              <p:cNvPr id="34868" name="Text Box 47">
                <a:extLst>
                  <a:ext uri="{FF2B5EF4-FFF2-40B4-BE49-F238E27FC236}">
                    <a16:creationId xmlns:a16="http://schemas.microsoft.com/office/drawing/2014/main" id="{20C3F5A6-9331-442D-989E-58B150CD8875}"/>
                  </a:ext>
                </a:extLst>
              </p:cNvPr>
              <p:cNvSpPr txBox="1">
                <a:spLocks noChangeArrowheads="1"/>
              </p:cNvSpPr>
              <p:nvPr/>
            </p:nvSpPr>
            <p:spPr bwMode="auto">
              <a:xfrm>
                <a:off x="540" y="1869"/>
                <a:ext cx="1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5749" tIns="37874" rIns="75749" bIns="37874">
                <a:spAutoFit/>
              </a:bodyPr>
              <a:lstStyle>
                <a:lvl1pPr defTabSz="757238">
                  <a:spcBef>
                    <a:spcPct val="20000"/>
                  </a:spcBef>
                  <a:buChar char="•"/>
                  <a:defRPr sz="1600">
                    <a:solidFill>
                      <a:schemeClr val="tx1"/>
                    </a:solidFill>
                    <a:latin typeface="Arial" panose="020B0604020202020204" pitchFamily="34" charset="0"/>
                  </a:defRPr>
                </a:lvl1pPr>
                <a:lvl2pPr marL="742950" indent="-285750" defTabSz="757238">
                  <a:spcBef>
                    <a:spcPct val="20000"/>
                  </a:spcBef>
                  <a:buChar char="–"/>
                  <a:defRPr sz="1400">
                    <a:solidFill>
                      <a:schemeClr val="tx1"/>
                    </a:solidFill>
                    <a:latin typeface="Arial" panose="020B0604020202020204" pitchFamily="34" charset="0"/>
                  </a:defRPr>
                </a:lvl2pPr>
                <a:lvl3pPr marL="1143000" indent="-228600" defTabSz="757238">
                  <a:spcBef>
                    <a:spcPct val="20000"/>
                  </a:spcBef>
                  <a:buChar char="•"/>
                  <a:defRPr sz="1600">
                    <a:solidFill>
                      <a:schemeClr val="tx1"/>
                    </a:solidFill>
                    <a:latin typeface="Arial" panose="020B0604020202020204" pitchFamily="34" charset="0"/>
                  </a:defRPr>
                </a:lvl3pPr>
                <a:lvl4pPr marL="1600200" indent="-228600" defTabSz="757238">
                  <a:spcBef>
                    <a:spcPct val="20000"/>
                  </a:spcBef>
                  <a:buChar char="–"/>
                  <a:defRPr sz="1600">
                    <a:solidFill>
                      <a:schemeClr val="tx1"/>
                    </a:solidFill>
                    <a:latin typeface="Arial" panose="020B0604020202020204" pitchFamily="34" charset="0"/>
                  </a:defRPr>
                </a:lvl4pPr>
                <a:lvl5pPr marL="2057400" indent="-228600" defTabSz="757238">
                  <a:spcBef>
                    <a:spcPct val="20000"/>
                  </a:spcBef>
                  <a:buChar char="»"/>
                  <a:defRPr sz="1600">
                    <a:solidFill>
                      <a:schemeClr val="tx1"/>
                    </a:solidFill>
                    <a:latin typeface="Arial" panose="020B0604020202020204" pitchFamily="34" charset="0"/>
                  </a:defRPr>
                </a:lvl5pPr>
                <a:lvl6pPr marL="25146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2000">
                    <a:solidFill>
                      <a:schemeClr val="hlink"/>
                    </a:solidFill>
                  </a:rPr>
                  <a:t>i</a:t>
                </a:r>
              </a:p>
            </p:txBody>
          </p:sp>
        </p:grpSp>
        <p:sp>
          <p:nvSpPr>
            <p:cNvPr id="34864" name="Line 48">
              <a:extLst>
                <a:ext uri="{FF2B5EF4-FFF2-40B4-BE49-F238E27FC236}">
                  <a16:creationId xmlns:a16="http://schemas.microsoft.com/office/drawing/2014/main" id="{48D80B6B-B120-4717-8DEC-17D91A3B2D71}"/>
                </a:ext>
              </a:extLst>
            </p:cNvPr>
            <p:cNvSpPr>
              <a:spLocks noChangeShapeType="1"/>
            </p:cNvSpPr>
            <p:nvPr/>
          </p:nvSpPr>
          <p:spPr bwMode="auto">
            <a:xfrm>
              <a:off x="842" y="1386"/>
              <a:ext cx="2722" cy="0"/>
            </a:xfrm>
            <a:prstGeom prst="line">
              <a:avLst/>
            </a:prstGeom>
            <a:noFill/>
            <a:ln w="57150">
              <a:solidFill>
                <a:schemeClr val="accent2"/>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de-DE"/>
            </a:p>
          </p:txBody>
        </p:sp>
      </p:grpSp>
      <p:sp>
        <p:nvSpPr>
          <p:cNvPr id="543793" name="Text Box 49">
            <a:extLst>
              <a:ext uri="{FF2B5EF4-FFF2-40B4-BE49-F238E27FC236}">
                <a16:creationId xmlns:a16="http://schemas.microsoft.com/office/drawing/2014/main" id="{06F4FE7C-F1C6-41DB-8EB8-F2273CDD8424}"/>
              </a:ext>
            </a:extLst>
          </p:cNvPr>
          <p:cNvSpPr txBox="1">
            <a:spLocks noChangeArrowheads="1"/>
          </p:cNvSpPr>
          <p:nvPr/>
        </p:nvSpPr>
        <p:spPr bwMode="auto">
          <a:xfrm>
            <a:off x="1471613" y="2087563"/>
            <a:ext cx="20320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5749" tIns="37874" rIns="75749" bIns="37874">
            <a:spAutoFit/>
          </a:bodyPr>
          <a:lstStyle>
            <a:lvl1pPr defTabSz="757238">
              <a:spcBef>
                <a:spcPct val="20000"/>
              </a:spcBef>
              <a:buChar char="•"/>
              <a:defRPr sz="1600">
                <a:solidFill>
                  <a:schemeClr val="tx1"/>
                </a:solidFill>
                <a:latin typeface="Arial" panose="020B0604020202020204" pitchFamily="34" charset="0"/>
              </a:defRPr>
            </a:lvl1pPr>
            <a:lvl2pPr marL="742950" indent="-285750" defTabSz="757238">
              <a:spcBef>
                <a:spcPct val="20000"/>
              </a:spcBef>
              <a:buChar char="–"/>
              <a:defRPr sz="1400">
                <a:solidFill>
                  <a:schemeClr val="tx1"/>
                </a:solidFill>
                <a:latin typeface="Arial" panose="020B0604020202020204" pitchFamily="34" charset="0"/>
              </a:defRPr>
            </a:lvl2pPr>
            <a:lvl3pPr marL="1143000" indent="-228600" defTabSz="757238">
              <a:spcBef>
                <a:spcPct val="20000"/>
              </a:spcBef>
              <a:buChar char="•"/>
              <a:defRPr sz="1600">
                <a:solidFill>
                  <a:schemeClr val="tx1"/>
                </a:solidFill>
                <a:latin typeface="Arial" panose="020B0604020202020204" pitchFamily="34" charset="0"/>
              </a:defRPr>
            </a:lvl3pPr>
            <a:lvl4pPr marL="1600200" indent="-228600" defTabSz="757238">
              <a:spcBef>
                <a:spcPct val="20000"/>
              </a:spcBef>
              <a:buChar char="–"/>
              <a:defRPr sz="1600">
                <a:solidFill>
                  <a:schemeClr val="tx1"/>
                </a:solidFill>
                <a:latin typeface="Arial" panose="020B0604020202020204" pitchFamily="34" charset="0"/>
              </a:defRPr>
            </a:lvl4pPr>
            <a:lvl5pPr marL="2057400" indent="-228600" defTabSz="757238">
              <a:spcBef>
                <a:spcPct val="20000"/>
              </a:spcBef>
              <a:buChar char="»"/>
              <a:defRPr sz="1600">
                <a:solidFill>
                  <a:schemeClr val="tx1"/>
                </a:solidFill>
                <a:latin typeface="Arial" panose="020B0604020202020204" pitchFamily="34" charset="0"/>
              </a:defRPr>
            </a:lvl5pPr>
            <a:lvl6pPr marL="25146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2000">
                <a:solidFill>
                  <a:schemeClr val="accent2"/>
                </a:solidFill>
              </a:rPr>
              <a:t>j</a:t>
            </a:r>
          </a:p>
        </p:txBody>
      </p:sp>
      <p:sp>
        <p:nvSpPr>
          <p:cNvPr id="543794" name="Text Box 50">
            <a:extLst>
              <a:ext uri="{FF2B5EF4-FFF2-40B4-BE49-F238E27FC236}">
                <a16:creationId xmlns:a16="http://schemas.microsoft.com/office/drawing/2014/main" id="{81F6DF7E-9386-48B1-923C-C97EBA1EEA4A}"/>
              </a:ext>
            </a:extLst>
          </p:cNvPr>
          <p:cNvSpPr txBox="1">
            <a:spLocks noChangeArrowheads="1"/>
          </p:cNvSpPr>
          <p:nvPr/>
        </p:nvSpPr>
        <p:spPr bwMode="auto">
          <a:xfrm>
            <a:off x="340565" y="4517142"/>
            <a:ext cx="5692956" cy="1615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5749" tIns="37874" rIns="75749" bIns="37874">
            <a:spAutoFit/>
          </a:bodyPr>
          <a:lstStyle>
            <a:lvl1pPr defTabSz="757238">
              <a:spcBef>
                <a:spcPct val="20000"/>
              </a:spcBef>
              <a:buChar char="•"/>
              <a:defRPr sz="1600">
                <a:solidFill>
                  <a:schemeClr val="tx1"/>
                </a:solidFill>
                <a:latin typeface="Arial" panose="020B0604020202020204" pitchFamily="34" charset="0"/>
              </a:defRPr>
            </a:lvl1pPr>
            <a:lvl2pPr marL="742950" indent="-285750" defTabSz="757238">
              <a:spcBef>
                <a:spcPct val="20000"/>
              </a:spcBef>
              <a:buChar char="–"/>
              <a:defRPr sz="1400">
                <a:solidFill>
                  <a:schemeClr val="tx1"/>
                </a:solidFill>
                <a:latin typeface="Arial" panose="020B0604020202020204" pitchFamily="34" charset="0"/>
              </a:defRPr>
            </a:lvl2pPr>
            <a:lvl3pPr marL="1143000" indent="-228600" defTabSz="757238">
              <a:spcBef>
                <a:spcPct val="20000"/>
              </a:spcBef>
              <a:buChar char="•"/>
              <a:defRPr sz="1600">
                <a:solidFill>
                  <a:schemeClr val="tx1"/>
                </a:solidFill>
                <a:latin typeface="Arial" panose="020B0604020202020204" pitchFamily="34" charset="0"/>
              </a:defRPr>
            </a:lvl3pPr>
            <a:lvl4pPr marL="1600200" indent="-228600" defTabSz="757238">
              <a:spcBef>
                <a:spcPct val="20000"/>
              </a:spcBef>
              <a:buChar char="–"/>
              <a:defRPr sz="1600">
                <a:solidFill>
                  <a:schemeClr val="tx1"/>
                </a:solidFill>
                <a:latin typeface="Arial" panose="020B0604020202020204" pitchFamily="34" charset="0"/>
              </a:defRPr>
            </a:lvl4pPr>
            <a:lvl5pPr marL="2057400" indent="-228600" defTabSz="757238">
              <a:spcBef>
                <a:spcPct val="20000"/>
              </a:spcBef>
              <a:buChar char="»"/>
              <a:defRPr sz="1600">
                <a:solidFill>
                  <a:schemeClr val="tx1"/>
                </a:solidFill>
                <a:latin typeface="Arial" panose="020B0604020202020204" pitchFamily="34" charset="0"/>
              </a:defRPr>
            </a:lvl5pPr>
            <a:lvl6pPr marL="25146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defTabSz="757238"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2000" b="1" dirty="0" err="1">
                <a:solidFill>
                  <a:srgbClr val="3333FF"/>
                </a:solidFill>
                <a:latin typeface="Courier New" panose="02070309020205020404" pitchFamily="49" charset="0"/>
                <a:cs typeface="Courier New" panose="02070309020205020404" pitchFamily="49" charset="0"/>
              </a:rPr>
              <a:t>for</a:t>
            </a:r>
            <a:r>
              <a:rPr lang="de-DE" altLang="de-DE" sz="2000" b="1" dirty="0">
                <a:solidFill>
                  <a:srgbClr val="3333FF"/>
                </a:solidFill>
                <a:latin typeface="Courier New" panose="02070309020205020404" pitchFamily="49" charset="0"/>
                <a:cs typeface="Courier New" panose="02070309020205020404" pitchFamily="49" charset="0"/>
              </a:rPr>
              <a:t> (k=0;k&lt;3;k++){</a:t>
            </a:r>
          </a:p>
          <a:p>
            <a:pPr eaLnBrk="1" hangingPunct="1">
              <a:spcBef>
                <a:spcPct val="0"/>
              </a:spcBef>
              <a:buFontTx/>
              <a:buNone/>
            </a:pPr>
            <a:r>
              <a:rPr lang="de-DE" altLang="de-DE" sz="2000" b="1" dirty="0">
                <a:latin typeface="Courier New" panose="02070309020205020404" pitchFamily="49" charset="0"/>
                <a:cs typeface="Courier New" panose="02070309020205020404" pitchFamily="49" charset="0"/>
              </a:rPr>
              <a:t>	</a:t>
            </a:r>
            <a:r>
              <a:rPr lang="de-DE" altLang="de-DE" sz="2000" b="1" dirty="0" err="1">
                <a:solidFill>
                  <a:schemeClr val="hlink"/>
                </a:solidFill>
                <a:latin typeface="Courier New" panose="02070309020205020404" pitchFamily="49" charset="0"/>
                <a:cs typeface="Courier New" panose="02070309020205020404" pitchFamily="49" charset="0"/>
              </a:rPr>
              <a:t>for</a:t>
            </a:r>
            <a:r>
              <a:rPr lang="de-DE" altLang="de-DE" sz="2000" b="1" dirty="0">
                <a:solidFill>
                  <a:schemeClr val="hlink"/>
                </a:solidFill>
                <a:latin typeface="Courier New" panose="02070309020205020404" pitchFamily="49" charset="0"/>
                <a:cs typeface="Courier New" panose="02070309020205020404" pitchFamily="49" charset="0"/>
              </a:rPr>
              <a:t> (i=0;i&lt;3;i++){</a:t>
            </a:r>
          </a:p>
          <a:p>
            <a:pPr eaLnBrk="1" hangingPunct="1">
              <a:spcBef>
                <a:spcPct val="0"/>
              </a:spcBef>
              <a:buFontTx/>
              <a:buNone/>
            </a:pPr>
            <a:r>
              <a:rPr lang="de-DE" altLang="de-DE" sz="2000" b="1" dirty="0">
                <a:latin typeface="Courier New" panose="02070309020205020404" pitchFamily="49" charset="0"/>
                <a:cs typeface="Courier New" panose="02070309020205020404" pitchFamily="49" charset="0"/>
              </a:rPr>
              <a:t>		</a:t>
            </a:r>
            <a:r>
              <a:rPr lang="de-DE" altLang="de-DE" sz="2000" b="1" dirty="0" err="1">
                <a:solidFill>
                  <a:schemeClr val="accent2"/>
                </a:solidFill>
                <a:latin typeface="Courier New" panose="02070309020205020404" pitchFamily="49" charset="0"/>
                <a:cs typeface="Courier New" panose="02070309020205020404" pitchFamily="49" charset="0"/>
              </a:rPr>
              <a:t>for</a:t>
            </a:r>
            <a:r>
              <a:rPr lang="de-DE" altLang="de-DE" sz="2000" b="1" dirty="0">
                <a:solidFill>
                  <a:schemeClr val="accent2"/>
                </a:solidFill>
                <a:latin typeface="Courier New" panose="02070309020205020404" pitchFamily="49" charset="0"/>
                <a:cs typeface="Courier New" panose="02070309020205020404" pitchFamily="49" charset="0"/>
              </a:rPr>
              <a:t> (j=0;j&lt;4;j++)</a:t>
            </a:r>
            <a:r>
              <a:rPr lang="de-DE" altLang="de-DE" sz="2000" b="1" dirty="0">
                <a:latin typeface="Courier New" panose="02070309020205020404" pitchFamily="49" charset="0"/>
                <a:cs typeface="Courier New" panose="02070309020205020404" pitchFamily="49" charset="0"/>
              </a:rPr>
              <a:t>{</a:t>
            </a:r>
          </a:p>
          <a:p>
            <a:pPr eaLnBrk="1" hangingPunct="1">
              <a:spcBef>
                <a:spcPct val="0"/>
              </a:spcBef>
              <a:buFontTx/>
              <a:buNone/>
            </a:pPr>
            <a:r>
              <a:rPr lang="de-DE" altLang="de-DE" sz="2000" b="1" dirty="0">
                <a:latin typeface="Courier New" panose="02070309020205020404" pitchFamily="49" charset="0"/>
                <a:cs typeface="Courier New" panose="02070309020205020404" pitchFamily="49" charset="0"/>
              </a:rPr>
              <a:t>             </a:t>
            </a:r>
            <a:r>
              <a:rPr lang="de-DE" altLang="de-DE" sz="2000" b="1" dirty="0" err="1">
                <a:latin typeface="Courier New" panose="02070309020205020404" pitchFamily="49" charset="0"/>
                <a:cs typeface="Courier New" panose="02070309020205020404" pitchFamily="49" charset="0"/>
              </a:rPr>
              <a:t>wuerfel</a:t>
            </a:r>
            <a:r>
              <a:rPr lang="de-DE" altLang="de-DE" sz="2000" b="1" dirty="0">
                <a:solidFill>
                  <a:srgbClr val="3333FF"/>
                </a:solidFill>
                <a:latin typeface="Courier New" panose="02070309020205020404" pitchFamily="49" charset="0"/>
                <a:cs typeface="Courier New" panose="02070309020205020404" pitchFamily="49" charset="0"/>
              </a:rPr>
              <a:t>[k]</a:t>
            </a:r>
            <a:r>
              <a:rPr lang="de-DE" altLang="de-DE" sz="2000" b="1" dirty="0">
                <a:solidFill>
                  <a:schemeClr val="hlink"/>
                </a:solidFill>
                <a:latin typeface="Courier New" panose="02070309020205020404" pitchFamily="49" charset="0"/>
                <a:cs typeface="Courier New" panose="02070309020205020404" pitchFamily="49" charset="0"/>
              </a:rPr>
              <a:t>[i]</a:t>
            </a:r>
            <a:r>
              <a:rPr lang="de-DE" altLang="de-DE" sz="2000" b="1" dirty="0">
                <a:solidFill>
                  <a:schemeClr val="accent2"/>
                </a:solidFill>
                <a:latin typeface="Courier New" panose="02070309020205020404" pitchFamily="49" charset="0"/>
                <a:cs typeface="Courier New" panose="02070309020205020404" pitchFamily="49" charset="0"/>
              </a:rPr>
              <a:t>[j]</a:t>
            </a:r>
            <a:r>
              <a:rPr lang="de-DE" altLang="de-DE" sz="2000" b="1" dirty="0">
                <a:latin typeface="Courier New" panose="02070309020205020404" pitchFamily="49" charset="0"/>
                <a:cs typeface="Courier New" panose="02070309020205020404" pitchFamily="49" charset="0"/>
              </a:rPr>
              <a:t>=</a:t>
            </a:r>
            <a:r>
              <a:rPr lang="de-DE" altLang="de-DE" sz="2000" b="1" dirty="0" err="1">
                <a:latin typeface="Courier New" panose="02070309020205020404" pitchFamily="49" charset="0"/>
                <a:cs typeface="Courier New" panose="02070309020205020404" pitchFamily="49" charset="0"/>
              </a:rPr>
              <a:t>i+j+k</a:t>
            </a:r>
            <a:r>
              <a:rPr lang="de-DE" altLang="de-DE" sz="2000" b="1" dirty="0">
                <a:latin typeface="Courier New" panose="02070309020205020404" pitchFamily="49" charset="0"/>
                <a:cs typeface="Courier New" panose="02070309020205020404" pitchFamily="49" charset="0"/>
              </a:rPr>
              <a:t>;</a:t>
            </a:r>
          </a:p>
          <a:p>
            <a:pPr eaLnBrk="1" hangingPunct="1">
              <a:spcBef>
                <a:spcPct val="0"/>
              </a:spcBef>
              <a:buFontTx/>
              <a:buNone/>
            </a:pPr>
            <a:r>
              <a:rPr lang="de-DE" altLang="de-DE" sz="2000" b="1" dirty="0">
                <a:latin typeface="Courier New" panose="02070309020205020404" pitchFamily="49" charset="0"/>
                <a:cs typeface="Courier New" panose="02070309020205020404" pitchFamily="49" charset="0"/>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43761"/>
                                        </p:tgtEl>
                                        <p:attrNameLst>
                                          <p:attrName>style.visibility</p:attrName>
                                        </p:attrNameLst>
                                      </p:cBhvr>
                                      <p:to>
                                        <p:strVal val="visible"/>
                                      </p:to>
                                    </p:set>
                                    <p:animEffect transition="in" filter="blinds(horizontal)">
                                      <p:cBhvr>
                                        <p:cTn id="7" dur="500"/>
                                        <p:tgtEl>
                                          <p:spTgt spid="543761"/>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43760"/>
                                        </p:tgtEl>
                                        <p:attrNameLst>
                                          <p:attrName>style.visibility</p:attrName>
                                        </p:attrNameLst>
                                      </p:cBhvr>
                                      <p:to>
                                        <p:strVal val="visible"/>
                                      </p:to>
                                    </p:set>
                                    <p:animEffect transition="in" filter="blinds(horizontal)">
                                      <p:cBhvr>
                                        <p:cTn id="11" dur="500"/>
                                        <p:tgtEl>
                                          <p:spTgt spid="543760"/>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543759"/>
                                        </p:tgtEl>
                                        <p:attrNameLst>
                                          <p:attrName>style.visibility</p:attrName>
                                        </p:attrNameLst>
                                      </p:cBhvr>
                                      <p:to>
                                        <p:strVal val="visible"/>
                                      </p:to>
                                    </p:set>
                                    <p:animEffect transition="in" filter="blinds(horizontal)">
                                      <p:cBhvr>
                                        <p:cTn id="15" dur="500"/>
                                        <p:tgtEl>
                                          <p:spTgt spid="543759"/>
                                        </p:tgtEl>
                                      </p:cBhvr>
                                    </p:animEffect>
                                  </p:childTnLst>
                                </p:cTn>
                              </p:par>
                            </p:childTnLst>
                          </p:cTn>
                        </p:par>
                        <p:par>
                          <p:cTn id="16" fill="hold" nodeType="afterGroup">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543758"/>
                                        </p:tgtEl>
                                        <p:attrNameLst>
                                          <p:attrName>style.visibility</p:attrName>
                                        </p:attrNameLst>
                                      </p:cBhvr>
                                      <p:to>
                                        <p:strVal val="visible"/>
                                      </p:to>
                                    </p:set>
                                    <p:animEffect transition="in" filter="blinds(horizontal)">
                                      <p:cBhvr>
                                        <p:cTn id="19" dur="500"/>
                                        <p:tgtEl>
                                          <p:spTgt spid="543758"/>
                                        </p:tgtEl>
                                      </p:cBhvr>
                                    </p:animEffect>
                                  </p:childTnLst>
                                </p:cTn>
                              </p:par>
                            </p:childTnLst>
                          </p:cTn>
                        </p:par>
                        <p:par>
                          <p:cTn id="20" fill="hold" nodeType="afterGroup">
                            <p:stCondLst>
                              <p:cond delay="2000"/>
                            </p:stCondLst>
                            <p:childTnLst>
                              <p:par>
                                <p:cTn id="21" presetID="3" presetClass="entr" presetSubtype="10" fill="hold" grpId="0" nodeType="afterEffect">
                                  <p:stCondLst>
                                    <p:cond delay="0"/>
                                  </p:stCondLst>
                                  <p:childTnLst>
                                    <p:set>
                                      <p:cBhvr>
                                        <p:cTn id="22" dur="1" fill="hold">
                                          <p:stCondLst>
                                            <p:cond delay="0"/>
                                          </p:stCondLst>
                                        </p:cTn>
                                        <p:tgtEl>
                                          <p:spTgt spid="543753"/>
                                        </p:tgtEl>
                                        <p:attrNameLst>
                                          <p:attrName>style.visibility</p:attrName>
                                        </p:attrNameLst>
                                      </p:cBhvr>
                                      <p:to>
                                        <p:strVal val="visible"/>
                                      </p:to>
                                    </p:set>
                                    <p:animEffect transition="in" filter="blinds(horizontal)">
                                      <p:cBhvr>
                                        <p:cTn id="23" dur="500"/>
                                        <p:tgtEl>
                                          <p:spTgt spid="543753"/>
                                        </p:tgtEl>
                                      </p:cBhvr>
                                    </p:animEffect>
                                  </p:childTnLst>
                                </p:cTn>
                              </p:par>
                            </p:childTnLst>
                          </p:cTn>
                        </p:par>
                        <p:par>
                          <p:cTn id="24" fill="hold" nodeType="afterGroup">
                            <p:stCondLst>
                              <p:cond delay="2500"/>
                            </p:stCondLst>
                            <p:childTnLst>
                              <p:par>
                                <p:cTn id="25" presetID="3" presetClass="entr" presetSubtype="10" fill="hold" grpId="0" nodeType="afterEffect">
                                  <p:stCondLst>
                                    <p:cond delay="0"/>
                                  </p:stCondLst>
                                  <p:childTnLst>
                                    <p:set>
                                      <p:cBhvr>
                                        <p:cTn id="26" dur="1" fill="hold">
                                          <p:stCondLst>
                                            <p:cond delay="0"/>
                                          </p:stCondLst>
                                        </p:cTn>
                                        <p:tgtEl>
                                          <p:spTgt spid="543752"/>
                                        </p:tgtEl>
                                        <p:attrNameLst>
                                          <p:attrName>style.visibility</p:attrName>
                                        </p:attrNameLst>
                                      </p:cBhvr>
                                      <p:to>
                                        <p:strVal val="visible"/>
                                      </p:to>
                                    </p:set>
                                    <p:animEffect transition="in" filter="blinds(horizontal)">
                                      <p:cBhvr>
                                        <p:cTn id="27" dur="500"/>
                                        <p:tgtEl>
                                          <p:spTgt spid="543752"/>
                                        </p:tgtEl>
                                      </p:cBhvr>
                                    </p:animEffect>
                                  </p:childTnLst>
                                </p:cTn>
                              </p:par>
                            </p:childTnLst>
                          </p:cTn>
                        </p:par>
                        <p:par>
                          <p:cTn id="28" fill="hold" nodeType="afterGroup">
                            <p:stCondLst>
                              <p:cond delay="3000"/>
                            </p:stCondLst>
                            <p:childTnLst>
                              <p:par>
                                <p:cTn id="29" presetID="3" presetClass="entr" presetSubtype="10" fill="hold" grpId="0" nodeType="afterEffect">
                                  <p:stCondLst>
                                    <p:cond delay="0"/>
                                  </p:stCondLst>
                                  <p:childTnLst>
                                    <p:set>
                                      <p:cBhvr>
                                        <p:cTn id="30" dur="1" fill="hold">
                                          <p:stCondLst>
                                            <p:cond delay="0"/>
                                          </p:stCondLst>
                                        </p:cTn>
                                        <p:tgtEl>
                                          <p:spTgt spid="543751"/>
                                        </p:tgtEl>
                                        <p:attrNameLst>
                                          <p:attrName>style.visibility</p:attrName>
                                        </p:attrNameLst>
                                      </p:cBhvr>
                                      <p:to>
                                        <p:strVal val="visible"/>
                                      </p:to>
                                    </p:set>
                                    <p:animEffect transition="in" filter="blinds(horizontal)">
                                      <p:cBhvr>
                                        <p:cTn id="31" dur="500"/>
                                        <p:tgtEl>
                                          <p:spTgt spid="543751"/>
                                        </p:tgtEl>
                                      </p:cBhvr>
                                    </p:animEffect>
                                  </p:childTnLst>
                                </p:cTn>
                              </p:par>
                            </p:childTnLst>
                          </p:cTn>
                        </p:par>
                        <p:par>
                          <p:cTn id="32" fill="hold" nodeType="afterGroup">
                            <p:stCondLst>
                              <p:cond delay="3500"/>
                            </p:stCondLst>
                            <p:childTnLst>
                              <p:par>
                                <p:cTn id="33" presetID="3" presetClass="entr" presetSubtype="10" fill="hold" grpId="0" nodeType="afterEffect">
                                  <p:stCondLst>
                                    <p:cond delay="0"/>
                                  </p:stCondLst>
                                  <p:childTnLst>
                                    <p:set>
                                      <p:cBhvr>
                                        <p:cTn id="34" dur="1" fill="hold">
                                          <p:stCondLst>
                                            <p:cond delay="0"/>
                                          </p:stCondLst>
                                        </p:cTn>
                                        <p:tgtEl>
                                          <p:spTgt spid="543750"/>
                                        </p:tgtEl>
                                        <p:attrNameLst>
                                          <p:attrName>style.visibility</p:attrName>
                                        </p:attrNameLst>
                                      </p:cBhvr>
                                      <p:to>
                                        <p:strVal val="visible"/>
                                      </p:to>
                                    </p:set>
                                    <p:animEffect transition="in" filter="blinds(horizontal)">
                                      <p:cBhvr>
                                        <p:cTn id="35" dur="500"/>
                                        <p:tgtEl>
                                          <p:spTgt spid="543750"/>
                                        </p:tgtEl>
                                      </p:cBhvr>
                                    </p:animEffect>
                                  </p:childTnLst>
                                </p:cTn>
                              </p:par>
                            </p:childTnLst>
                          </p:cTn>
                        </p:par>
                        <p:par>
                          <p:cTn id="36" fill="hold" nodeType="afterGroup">
                            <p:stCondLst>
                              <p:cond delay="4000"/>
                            </p:stCondLst>
                            <p:childTnLst>
                              <p:par>
                                <p:cTn id="37" presetID="3" presetClass="entr" presetSubtype="10" fill="hold" grpId="0" nodeType="afterEffect">
                                  <p:stCondLst>
                                    <p:cond delay="0"/>
                                  </p:stCondLst>
                                  <p:childTnLst>
                                    <p:set>
                                      <p:cBhvr>
                                        <p:cTn id="38" dur="1" fill="hold">
                                          <p:stCondLst>
                                            <p:cond delay="0"/>
                                          </p:stCondLst>
                                        </p:cTn>
                                        <p:tgtEl>
                                          <p:spTgt spid="543749"/>
                                        </p:tgtEl>
                                        <p:attrNameLst>
                                          <p:attrName>style.visibility</p:attrName>
                                        </p:attrNameLst>
                                      </p:cBhvr>
                                      <p:to>
                                        <p:strVal val="visible"/>
                                      </p:to>
                                    </p:set>
                                    <p:animEffect transition="in" filter="blinds(horizontal)">
                                      <p:cBhvr>
                                        <p:cTn id="39" dur="500"/>
                                        <p:tgtEl>
                                          <p:spTgt spid="543749"/>
                                        </p:tgtEl>
                                      </p:cBhvr>
                                    </p:animEffect>
                                  </p:childTnLst>
                                </p:cTn>
                              </p:par>
                            </p:childTnLst>
                          </p:cTn>
                        </p:par>
                        <p:par>
                          <p:cTn id="40" fill="hold" nodeType="afterGroup">
                            <p:stCondLst>
                              <p:cond delay="4500"/>
                            </p:stCondLst>
                            <p:childTnLst>
                              <p:par>
                                <p:cTn id="41" presetID="3" presetClass="entr" presetSubtype="10" fill="hold" grpId="0" nodeType="afterEffect">
                                  <p:stCondLst>
                                    <p:cond delay="0"/>
                                  </p:stCondLst>
                                  <p:childTnLst>
                                    <p:set>
                                      <p:cBhvr>
                                        <p:cTn id="42" dur="1" fill="hold">
                                          <p:stCondLst>
                                            <p:cond delay="0"/>
                                          </p:stCondLst>
                                        </p:cTn>
                                        <p:tgtEl>
                                          <p:spTgt spid="543748"/>
                                        </p:tgtEl>
                                        <p:attrNameLst>
                                          <p:attrName>style.visibility</p:attrName>
                                        </p:attrNameLst>
                                      </p:cBhvr>
                                      <p:to>
                                        <p:strVal val="visible"/>
                                      </p:to>
                                    </p:set>
                                    <p:animEffect transition="in" filter="blinds(horizontal)">
                                      <p:cBhvr>
                                        <p:cTn id="43" dur="500"/>
                                        <p:tgtEl>
                                          <p:spTgt spid="543748"/>
                                        </p:tgtEl>
                                      </p:cBhvr>
                                    </p:animEffect>
                                  </p:childTnLst>
                                </p:cTn>
                              </p:par>
                            </p:childTnLst>
                          </p:cTn>
                        </p:par>
                        <p:par>
                          <p:cTn id="44" fill="hold" nodeType="afterGroup">
                            <p:stCondLst>
                              <p:cond delay="5000"/>
                            </p:stCondLst>
                            <p:childTnLst>
                              <p:par>
                                <p:cTn id="45" presetID="3" presetClass="entr" presetSubtype="10" fill="hold" grpId="0" nodeType="afterEffect">
                                  <p:stCondLst>
                                    <p:cond delay="0"/>
                                  </p:stCondLst>
                                  <p:childTnLst>
                                    <p:set>
                                      <p:cBhvr>
                                        <p:cTn id="46" dur="1" fill="hold">
                                          <p:stCondLst>
                                            <p:cond delay="0"/>
                                          </p:stCondLst>
                                        </p:cTn>
                                        <p:tgtEl>
                                          <p:spTgt spid="543747"/>
                                        </p:tgtEl>
                                        <p:attrNameLst>
                                          <p:attrName>style.visibility</p:attrName>
                                        </p:attrNameLst>
                                      </p:cBhvr>
                                      <p:to>
                                        <p:strVal val="visible"/>
                                      </p:to>
                                    </p:set>
                                    <p:animEffect transition="in" filter="blinds(horizontal)">
                                      <p:cBhvr>
                                        <p:cTn id="47" dur="500"/>
                                        <p:tgtEl>
                                          <p:spTgt spid="543747"/>
                                        </p:tgtEl>
                                      </p:cBhvr>
                                    </p:animEffect>
                                  </p:childTnLst>
                                </p:cTn>
                              </p:par>
                            </p:childTnLst>
                          </p:cTn>
                        </p:par>
                        <p:par>
                          <p:cTn id="48" fill="hold" nodeType="afterGroup">
                            <p:stCondLst>
                              <p:cond delay="5500"/>
                            </p:stCondLst>
                            <p:childTnLst>
                              <p:par>
                                <p:cTn id="49" presetID="3" presetClass="entr" presetSubtype="10" fill="hold" grpId="0" nodeType="afterEffect">
                                  <p:stCondLst>
                                    <p:cond delay="0"/>
                                  </p:stCondLst>
                                  <p:childTnLst>
                                    <p:set>
                                      <p:cBhvr>
                                        <p:cTn id="50" dur="1" fill="hold">
                                          <p:stCondLst>
                                            <p:cond delay="0"/>
                                          </p:stCondLst>
                                        </p:cTn>
                                        <p:tgtEl>
                                          <p:spTgt spid="543746"/>
                                        </p:tgtEl>
                                        <p:attrNameLst>
                                          <p:attrName>style.visibility</p:attrName>
                                        </p:attrNameLst>
                                      </p:cBhvr>
                                      <p:to>
                                        <p:strVal val="visible"/>
                                      </p:to>
                                    </p:set>
                                    <p:animEffect transition="in" filter="blinds(horizontal)">
                                      <p:cBhvr>
                                        <p:cTn id="51" dur="500"/>
                                        <p:tgtEl>
                                          <p:spTgt spid="543746"/>
                                        </p:tgtEl>
                                      </p:cBhvr>
                                    </p:animEffect>
                                  </p:childTnLst>
                                </p:cTn>
                              </p:par>
                            </p:childTnLst>
                          </p:cTn>
                        </p:par>
                        <p:par>
                          <p:cTn id="52" fill="hold" nodeType="afterGroup">
                            <p:stCondLst>
                              <p:cond delay="6000"/>
                            </p:stCondLst>
                            <p:childTnLst>
                              <p:par>
                                <p:cTn id="53" presetID="3" presetClass="entr" presetSubtype="10" fill="hold" grpId="0" nodeType="afterEffect">
                                  <p:stCondLst>
                                    <p:cond delay="0"/>
                                  </p:stCondLst>
                                  <p:childTnLst>
                                    <p:set>
                                      <p:cBhvr>
                                        <p:cTn id="54" dur="1" fill="hold">
                                          <p:stCondLst>
                                            <p:cond delay="0"/>
                                          </p:stCondLst>
                                        </p:cTn>
                                        <p:tgtEl>
                                          <p:spTgt spid="543773"/>
                                        </p:tgtEl>
                                        <p:attrNameLst>
                                          <p:attrName>style.visibility</p:attrName>
                                        </p:attrNameLst>
                                      </p:cBhvr>
                                      <p:to>
                                        <p:strVal val="visible"/>
                                      </p:to>
                                    </p:set>
                                    <p:animEffect transition="in" filter="blinds(horizontal)">
                                      <p:cBhvr>
                                        <p:cTn id="55" dur="500"/>
                                        <p:tgtEl>
                                          <p:spTgt spid="543773"/>
                                        </p:tgtEl>
                                      </p:cBhvr>
                                    </p:animEffect>
                                  </p:childTnLst>
                                </p:cTn>
                              </p:par>
                            </p:childTnLst>
                          </p:cTn>
                        </p:par>
                        <p:par>
                          <p:cTn id="56" fill="hold" nodeType="afterGroup">
                            <p:stCondLst>
                              <p:cond delay="6500"/>
                            </p:stCondLst>
                            <p:childTnLst>
                              <p:par>
                                <p:cTn id="57" presetID="3" presetClass="entr" presetSubtype="10" fill="hold" grpId="0" nodeType="afterEffect">
                                  <p:stCondLst>
                                    <p:cond delay="0"/>
                                  </p:stCondLst>
                                  <p:childTnLst>
                                    <p:set>
                                      <p:cBhvr>
                                        <p:cTn id="58" dur="1" fill="hold">
                                          <p:stCondLst>
                                            <p:cond delay="0"/>
                                          </p:stCondLst>
                                        </p:cTn>
                                        <p:tgtEl>
                                          <p:spTgt spid="543772"/>
                                        </p:tgtEl>
                                        <p:attrNameLst>
                                          <p:attrName>style.visibility</p:attrName>
                                        </p:attrNameLst>
                                      </p:cBhvr>
                                      <p:to>
                                        <p:strVal val="visible"/>
                                      </p:to>
                                    </p:set>
                                    <p:animEffect transition="in" filter="blinds(horizontal)">
                                      <p:cBhvr>
                                        <p:cTn id="59" dur="500"/>
                                        <p:tgtEl>
                                          <p:spTgt spid="543772"/>
                                        </p:tgtEl>
                                      </p:cBhvr>
                                    </p:animEffect>
                                  </p:childTnLst>
                                </p:cTn>
                              </p:par>
                            </p:childTnLst>
                          </p:cTn>
                        </p:par>
                        <p:par>
                          <p:cTn id="60" fill="hold" nodeType="afterGroup">
                            <p:stCondLst>
                              <p:cond delay="7000"/>
                            </p:stCondLst>
                            <p:childTnLst>
                              <p:par>
                                <p:cTn id="61" presetID="3" presetClass="entr" presetSubtype="10" fill="hold" grpId="0" nodeType="afterEffect">
                                  <p:stCondLst>
                                    <p:cond delay="0"/>
                                  </p:stCondLst>
                                  <p:childTnLst>
                                    <p:set>
                                      <p:cBhvr>
                                        <p:cTn id="62" dur="1" fill="hold">
                                          <p:stCondLst>
                                            <p:cond delay="0"/>
                                          </p:stCondLst>
                                        </p:cTn>
                                        <p:tgtEl>
                                          <p:spTgt spid="543771"/>
                                        </p:tgtEl>
                                        <p:attrNameLst>
                                          <p:attrName>style.visibility</p:attrName>
                                        </p:attrNameLst>
                                      </p:cBhvr>
                                      <p:to>
                                        <p:strVal val="visible"/>
                                      </p:to>
                                    </p:set>
                                    <p:animEffect transition="in" filter="blinds(horizontal)">
                                      <p:cBhvr>
                                        <p:cTn id="63" dur="500"/>
                                        <p:tgtEl>
                                          <p:spTgt spid="543771"/>
                                        </p:tgtEl>
                                      </p:cBhvr>
                                    </p:animEffect>
                                  </p:childTnLst>
                                </p:cTn>
                              </p:par>
                            </p:childTnLst>
                          </p:cTn>
                        </p:par>
                        <p:par>
                          <p:cTn id="64" fill="hold" nodeType="afterGroup">
                            <p:stCondLst>
                              <p:cond delay="7500"/>
                            </p:stCondLst>
                            <p:childTnLst>
                              <p:par>
                                <p:cTn id="65" presetID="3" presetClass="entr" presetSubtype="10" fill="hold" grpId="0" nodeType="afterEffect">
                                  <p:stCondLst>
                                    <p:cond delay="0"/>
                                  </p:stCondLst>
                                  <p:childTnLst>
                                    <p:set>
                                      <p:cBhvr>
                                        <p:cTn id="66" dur="1" fill="hold">
                                          <p:stCondLst>
                                            <p:cond delay="0"/>
                                          </p:stCondLst>
                                        </p:cTn>
                                        <p:tgtEl>
                                          <p:spTgt spid="543770"/>
                                        </p:tgtEl>
                                        <p:attrNameLst>
                                          <p:attrName>style.visibility</p:attrName>
                                        </p:attrNameLst>
                                      </p:cBhvr>
                                      <p:to>
                                        <p:strVal val="visible"/>
                                      </p:to>
                                    </p:set>
                                    <p:animEffect transition="in" filter="blinds(horizontal)">
                                      <p:cBhvr>
                                        <p:cTn id="67" dur="500"/>
                                        <p:tgtEl>
                                          <p:spTgt spid="543770"/>
                                        </p:tgtEl>
                                      </p:cBhvr>
                                    </p:animEffect>
                                  </p:childTnLst>
                                </p:cTn>
                              </p:par>
                            </p:childTnLst>
                          </p:cTn>
                        </p:par>
                        <p:par>
                          <p:cTn id="68" fill="hold" nodeType="afterGroup">
                            <p:stCondLst>
                              <p:cond delay="8000"/>
                            </p:stCondLst>
                            <p:childTnLst>
                              <p:par>
                                <p:cTn id="69" presetID="3" presetClass="entr" presetSubtype="10" fill="hold" grpId="0" nodeType="afterEffect">
                                  <p:stCondLst>
                                    <p:cond delay="0"/>
                                  </p:stCondLst>
                                  <p:childTnLst>
                                    <p:set>
                                      <p:cBhvr>
                                        <p:cTn id="70" dur="1" fill="hold">
                                          <p:stCondLst>
                                            <p:cond delay="0"/>
                                          </p:stCondLst>
                                        </p:cTn>
                                        <p:tgtEl>
                                          <p:spTgt spid="543769"/>
                                        </p:tgtEl>
                                        <p:attrNameLst>
                                          <p:attrName>style.visibility</p:attrName>
                                        </p:attrNameLst>
                                      </p:cBhvr>
                                      <p:to>
                                        <p:strVal val="visible"/>
                                      </p:to>
                                    </p:set>
                                    <p:animEffect transition="in" filter="blinds(horizontal)">
                                      <p:cBhvr>
                                        <p:cTn id="71" dur="500"/>
                                        <p:tgtEl>
                                          <p:spTgt spid="543769"/>
                                        </p:tgtEl>
                                      </p:cBhvr>
                                    </p:animEffect>
                                  </p:childTnLst>
                                </p:cTn>
                              </p:par>
                            </p:childTnLst>
                          </p:cTn>
                        </p:par>
                        <p:par>
                          <p:cTn id="72" fill="hold" nodeType="afterGroup">
                            <p:stCondLst>
                              <p:cond delay="8500"/>
                            </p:stCondLst>
                            <p:childTnLst>
                              <p:par>
                                <p:cTn id="73" presetID="3" presetClass="entr" presetSubtype="10" fill="hold" grpId="0" nodeType="afterEffect">
                                  <p:stCondLst>
                                    <p:cond delay="0"/>
                                  </p:stCondLst>
                                  <p:childTnLst>
                                    <p:set>
                                      <p:cBhvr>
                                        <p:cTn id="74" dur="1" fill="hold">
                                          <p:stCondLst>
                                            <p:cond delay="0"/>
                                          </p:stCondLst>
                                        </p:cTn>
                                        <p:tgtEl>
                                          <p:spTgt spid="543768"/>
                                        </p:tgtEl>
                                        <p:attrNameLst>
                                          <p:attrName>style.visibility</p:attrName>
                                        </p:attrNameLst>
                                      </p:cBhvr>
                                      <p:to>
                                        <p:strVal val="visible"/>
                                      </p:to>
                                    </p:set>
                                    <p:animEffect transition="in" filter="blinds(horizontal)">
                                      <p:cBhvr>
                                        <p:cTn id="75" dur="500"/>
                                        <p:tgtEl>
                                          <p:spTgt spid="543768"/>
                                        </p:tgtEl>
                                      </p:cBhvr>
                                    </p:animEffect>
                                  </p:childTnLst>
                                </p:cTn>
                              </p:par>
                            </p:childTnLst>
                          </p:cTn>
                        </p:par>
                        <p:par>
                          <p:cTn id="76" fill="hold" nodeType="afterGroup">
                            <p:stCondLst>
                              <p:cond delay="9000"/>
                            </p:stCondLst>
                            <p:childTnLst>
                              <p:par>
                                <p:cTn id="77" presetID="3" presetClass="entr" presetSubtype="10" fill="hold" grpId="0" nodeType="afterEffect">
                                  <p:stCondLst>
                                    <p:cond delay="0"/>
                                  </p:stCondLst>
                                  <p:childTnLst>
                                    <p:set>
                                      <p:cBhvr>
                                        <p:cTn id="78" dur="1" fill="hold">
                                          <p:stCondLst>
                                            <p:cond delay="0"/>
                                          </p:stCondLst>
                                        </p:cTn>
                                        <p:tgtEl>
                                          <p:spTgt spid="543767"/>
                                        </p:tgtEl>
                                        <p:attrNameLst>
                                          <p:attrName>style.visibility</p:attrName>
                                        </p:attrNameLst>
                                      </p:cBhvr>
                                      <p:to>
                                        <p:strVal val="visible"/>
                                      </p:to>
                                    </p:set>
                                    <p:animEffect transition="in" filter="blinds(horizontal)">
                                      <p:cBhvr>
                                        <p:cTn id="79" dur="500"/>
                                        <p:tgtEl>
                                          <p:spTgt spid="543767"/>
                                        </p:tgtEl>
                                      </p:cBhvr>
                                    </p:animEffect>
                                  </p:childTnLst>
                                </p:cTn>
                              </p:par>
                            </p:childTnLst>
                          </p:cTn>
                        </p:par>
                        <p:par>
                          <p:cTn id="80" fill="hold" nodeType="afterGroup">
                            <p:stCondLst>
                              <p:cond delay="9500"/>
                            </p:stCondLst>
                            <p:childTnLst>
                              <p:par>
                                <p:cTn id="81" presetID="3" presetClass="entr" presetSubtype="10" fill="hold" grpId="0" nodeType="afterEffect">
                                  <p:stCondLst>
                                    <p:cond delay="0"/>
                                  </p:stCondLst>
                                  <p:childTnLst>
                                    <p:set>
                                      <p:cBhvr>
                                        <p:cTn id="82" dur="1" fill="hold">
                                          <p:stCondLst>
                                            <p:cond delay="0"/>
                                          </p:stCondLst>
                                        </p:cTn>
                                        <p:tgtEl>
                                          <p:spTgt spid="543766"/>
                                        </p:tgtEl>
                                        <p:attrNameLst>
                                          <p:attrName>style.visibility</p:attrName>
                                        </p:attrNameLst>
                                      </p:cBhvr>
                                      <p:to>
                                        <p:strVal val="visible"/>
                                      </p:to>
                                    </p:set>
                                    <p:animEffect transition="in" filter="blinds(horizontal)">
                                      <p:cBhvr>
                                        <p:cTn id="83" dur="500"/>
                                        <p:tgtEl>
                                          <p:spTgt spid="543766"/>
                                        </p:tgtEl>
                                      </p:cBhvr>
                                    </p:animEffect>
                                  </p:childTnLst>
                                </p:cTn>
                              </p:par>
                            </p:childTnLst>
                          </p:cTn>
                        </p:par>
                        <p:par>
                          <p:cTn id="84" fill="hold" nodeType="afterGroup">
                            <p:stCondLst>
                              <p:cond delay="10000"/>
                            </p:stCondLst>
                            <p:childTnLst>
                              <p:par>
                                <p:cTn id="85" presetID="3" presetClass="entr" presetSubtype="10" fill="hold" grpId="0" nodeType="afterEffect">
                                  <p:stCondLst>
                                    <p:cond delay="0"/>
                                  </p:stCondLst>
                                  <p:childTnLst>
                                    <p:set>
                                      <p:cBhvr>
                                        <p:cTn id="86" dur="1" fill="hold">
                                          <p:stCondLst>
                                            <p:cond delay="0"/>
                                          </p:stCondLst>
                                        </p:cTn>
                                        <p:tgtEl>
                                          <p:spTgt spid="543765"/>
                                        </p:tgtEl>
                                        <p:attrNameLst>
                                          <p:attrName>style.visibility</p:attrName>
                                        </p:attrNameLst>
                                      </p:cBhvr>
                                      <p:to>
                                        <p:strVal val="visible"/>
                                      </p:to>
                                    </p:set>
                                    <p:animEffect transition="in" filter="blinds(horizontal)">
                                      <p:cBhvr>
                                        <p:cTn id="87" dur="500"/>
                                        <p:tgtEl>
                                          <p:spTgt spid="543765"/>
                                        </p:tgtEl>
                                      </p:cBhvr>
                                    </p:animEffect>
                                  </p:childTnLst>
                                </p:cTn>
                              </p:par>
                            </p:childTnLst>
                          </p:cTn>
                        </p:par>
                        <p:par>
                          <p:cTn id="88" fill="hold" nodeType="afterGroup">
                            <p:stCondLst>
                              <p:cond delay="10500"/>
                            </p:stCondLst>
                            <p:childTnLst>
                              <p:par>
                                <p:cTn id="89" presetID="3" presetClass="entr" presetSubtype="10" fill="hold" grpId="0" nodeType="afterEffect">
                                  <p:stCondLst>
                                    <p:cond delay="0"/>
                                  </p:stCondLst>
                                  <p:childTnLst>
                                    <p:set>
                                      <p:cBhvr>
                                        <p:cTn id="90" dur="1" fill="hold">
                                          <p:stCondLst>
                                            <p:cond delay="0"/>
                                          </p:stCondLst>
                                        </p:cTn>
                                        <p:tgtEl>
                                          <p:spTgt spid="543764"/>
                                        </p:tgtEl>
                                        <p:attrNameLst>
                                          <p:attrName>style.visibility</p:attrName>
                                        </p:attrNameLst>
                                      </p:cBhvr>
                                      <p:to>
                                        <p:strVal val="visible"/>
                                      </p:to>
                                    </p:set>
                                    <p:animEffect transition="in" filter="blinds(horizontal)">
                                      <p:cBhvr>
                                        <p:cTn id="91" dur="500"/>
                                        <p:tgtEl>
                                          <p:spTgt spid="543764"/>
                                        </p:tgtEl>
                                      </p:cBhvr>
                                    </p:animEffect>
                                  </p:childTnLst>
                                </p:cTn>
                              </p:par>
                            </p:childTnLst>
                          </p:cTn>
                        </p:par>
                        <p:par>
                          <p:cTn id="92" fill="hold" nodeType="afterGroup">
                            <p:stCondLst>
                              <p:cond delay="11000"/>
                            </p:stCondLst>
                            <p:childTnLst>
                              <p:par>
                                <p:cTn id="93" presetID="3" presetClass="entr" presetSubtype="10" fill="hold" grpId="0" nodeType="afterEffect">
                                  <p:stCondLst>
                                    <p:cond delay="0"/>
                                  </p:stCondLst>
                                  <p:childTnLst>
                                    <p:set>
                                      <p:cBhvr>
                                        <p:cTn id="94" dur="1" fill="hold">
                                          <p:stCondLst>
                                            <p:cond delay="0"/>
                                          </p:stCondLst>
                                        </p:cTn>
                                        <p:tgtEl>
                                          <p:spTgt spid="543763"/>
                                        </p:tgtEl>
                                        <p:attrNameLst>
                                          <p:attrName>style.visibility</p:attrName>
                                        </p:attrNameLst>
                                      </p:cBhvr>
                                      <p:to>
                                        <p:strVal val="visible"/>
                                      </p:to>
                                    </p:set>
                                    <p:animEffect transition="in" filter="blinds(horizontal)">
                                      <p:cBhvr>
                                        <p:cTn id="95" dur="500"/>
                                        <p:tgtEl>
                                          <p:spTgt spid="543763"/>
                                        </p:tgtEl>
                                      </p:cBhvr>
                                    </p:animEffect>
                                  </p:childTnLst>
                                </p:cTn>
                              </p:par>
                            </p:childTnLst>
                          </p:cTn>
                        </p:par>
                        <p:par>
                          <p:cTn id="96" fill="hold" nodeType="afterGroup">
                            <p:stCondLst>
                              <p:cond delay="11500"/>
                            </p:stCondLst>
                            <p:childTnLst>
                              <p:par>
                                <p:cTn id="97" presetID="3" presetClass="entr" presetSubtype="10" fill="hold" grpId="0" nodeType="afterEffect">
                                  <p:stCondLst>
                                    <p:cond delay="0"/>
                                  </p:stCondLst>
                                  <p:childTnLst>
                                    <p:set>
                                      <p:cBhvr>
                                        <p:cTn id="98" dur="1" fill="hold">
                                          <p:stCondLst>
                                            <p:cond delay="0"/>
                                          </p:stCondLst>
                                        </p:cTn>
                                        <p:tgtEl>
                                          <p:spTgt spid="543762"/>
                                        </p:tgtEl>
                                        <p:attrNameLst>
                                          <p:attrName>style.visibility</p:attrName>
                                        </p:attrNameLst>
                                      </p:cBhvr>
                                      <p:to>
                                        <p:strVal val="visible"/>
                                      </p:to>
                                    </p:set>
                                    <p:animEffect transition="in" filter="blinds(horizontal)">
                                      <p:cBhvr>
                                        <p:cTn id="99" dur="500"/>
                                        <p:tgtEl>
                                          <p:spTgt spid="543762"/>
                                        </p:tgtEl>
                                      </p:cBhvr>
                                    </p:animEffect>
                                  </p:childTnLst>
                                </p:cTn>
                              </p:par>
                            </p:childTnLst>
                          </p:cTn>
                        </p:par>
                        <p:par>
                          <p:cTn id="100" fill="hold" nodeType="afterGroup">
                            <p:stCondLst>
                              <p:cond delay="12000"/>
                            </p:stCondLst>
                            <p:childTnLst>
                              <p:par>
                                <p:cTn id="101" presetID="3" presetClass="entr" presetSubtype="10" fill="hold" grpId="0" nodeType="afterEffect">
                                  <p:stCondLst>
                                    <p:cond delay="0"/>
                                  </p:stCondLst>
                                  <p:childTnLst>
                                    <p:set>
                                      <p:cBhvr>
                                        <p:cTn id="102" dur="1" fill="hold">
                                          <p:stCondLst>
                                            <p:cond delay="0"/>
                                          </p:stCondLst>
                                        </p:cTn>
                                        <p:tgtEl>
                                          <p:spTgt spid="543785"/>
                                        </p:tgtEl>
                                        <p:attrNameLst>
                                          <p:attrName>style.visibility</p:attrName>
                                        </p:attrNameLst>
                                      </p:cBhvr>
                                      <p:to>
                                        <p:strVal val="visible"/>
                                      </p:to>
                                    </p:set>
                                    <p:animEffect transition="in" filter="blinds(horizontal)">
                                      <p:cBhvr>
                                        <p:cTn id="103" dur="500"/>
                                        <p:tgtEl>
                                          <p:spTgt spid="543785"/>
                                        </p:tgtEl>
                                      </p:cBhvr>
                                    </p:animEffect>
                                  </p:childTnLst>
                                </p:cTn>
                              </p:par>
                            </p:childTnLst>
                          </p:cTn>
                        </p:par>
                        <p:par>
                          <p:cTn id="104" fill="hold" nodeType="afterGroup">
                            <p:stCondLst>
                              <p:cond delay="12500"/>
                            </p:stCondLst>
                            <p:childTnLst>
                              <p:par>
                                <p:cTn id="105" presetID="3" presetClass="entr" presetSubtype="10" fill="hold" grpId="0" nodeType="afterEffect">
                                  <p:stCondLst>
                                    <p:cond delay="0"/>
                                  </p:stCondLst>
                                  <p:childTnLst>
                                    <p:set>
                                      <p:cBhvr>
                                        <p:cTn id="106" dur="1" fill="hold">
                                          <p:stCondLst>
                                            <p:cond delay="0"/>
                                          </p:stCondLst>
                                        </p:cTn>
                                        <p:tgtEl>
                                          <p:spTgt spid="543784"/>
                                        </p:tgtEl>
                                        <p:attrNameLst>
                                          <p:attrName>style.visibility</p:attrName>
                                        </p:attrNameLst>
                                      </p:cBhvr>
                                      <p:to>
                                        <p:strVal val="visible"/>
                                      </p:to>
                                    </p:set>
                                    <p:animEffect transition="in" filter="blinds(horizontal)">
                                      <p:cBhvr>
                                        <p:cTn id="107" dur="500"/>
                                        <p:tgtEl>
                                          <p:spTgt spid="543784"/>
                                        </p:tgtEl>
                                      </p:cBhvr>
                                    </p:animEffect>
                                  </p:childTnLst>
                                </p:cTn>
                              </p:par>
                            </p:childTnLst>
                          </p:cTn>
                        </p:par>
                        <p:par>
                          <p:cTn id="108" fill="hold" nodeType="afterGroup">
                            <p:stCondLst>
                              <p:cond delay="13000"/>
                            </p:stCondLst>
                            <p:childTnLst>
                              <p:par>
                                <p:cTn id="109" presetID="3" presetClass="entr" presetSubtype="10" fill="hold" grpId="0" nodeType="afterEffect">
                                  <p:stCondLst>
                                    <p:cond delay="0"/>
                                  </p:stCondLst>
                                  <p:childTnLst>
                                    <p:set>
                                      <p:cBhvr>
                                        <p:cTn id="110" dur="1" fill="hold">
                                          <p:stCondLst>
                                            <p:cond delay="0"/>
                                          </p:stCondLst>
                                        </p:cTn>
                                        <p:tgtEl>
                                          <p:spTgt spid="543783"/>
                                        </p:tgtEl>
                                        <p:attrNameLst>
                                          <p:attrName>style.visibility</p:attrName>
                                        </p:attrNameLst>
                                      </p:cBhvr>
                                      <p:to>
                                        <p:strVal val="visible"/>
                                      </p:to>
                                    </p:set>
                                    <p:animEffect transition="in" filter="blinds(horizontal)">
                                      <p:cBhvr>
                                        <p:cTn id="111" dur="500"/>
                                        <p:tgtEl>
                                          <p:spTgt spid="543783"/>
                                        </p:tgtEl>
                                      </p:cBhvr>
                                    </p:animEffect>
                                  </p:childTnLst>
                                </p:cTn>
                              </p:par>
                            </p:childTnLst>
                          </p:cTn>
                        </p:par>
                        <p:par>
                          <p:cTn id="112" fill="hold" nodeType="afterGroup">
                            <p:stCondLst>
                              <p:cond delay="13500"/>
                            </p:stCondLst>
                            <p:childTnLst>
                              <p:par>
                                <p:cTn id="113" presetID="3" presetClass="entr" presetSubtype="10" fill="hold" grpId="0" nodeType="afterEffect">
                                  <p:stCondLst>
                                    <p:cond delay="0"/>
                                  </p:stCondLst>
                                  <p:childTnLst>
                                    <p:set>
                                      <p:cBhvr>
                                        <p:cTn id="114" dur="1" fill="hold">
                                          <p:stCondLst>
                                            <p:cond delay="0"/>
                                          </p:stCondLst>
                                        </p:cTn>
                                        <p:tgtEl>
                                          <p:spTgt spid="543782"/>
                                        </p:tgtEl>
                                        <p:attrNameLst>
                                          <p:attrName>style.visibility</p:attrName>
                                        </p:attrNameLst>
                                      </p:cBhvr>
                                      <p:to>
                                        <p:strVal val="visible"/>
                                      </p:to>
                                    </p:set>
                                    <p:animEffect transition="in" filter="blinds(horizontal)">
                                      <p:cBhvr>
                                        <p:cTn id="115" dur="500"/>
                                        <p:tgtEl>
                                          <p:spTgt spid="543782"/>
                                        </p:tgtEl>
                                      </p:cBhvr>
                                    </p:animEffect>
                                  </p:childTnLst>
                                </p:cTn>
                              </p:par>
                            </p:childTnLst>
                          </p:cTn>
                        </p:par>
                        <p:par>
                          <p:cTn id="116" fill="hold" nodeType="afterGroup">
                            <p:stCondLst>
                              <p:cond delay="14000"/>
                            </p:stCondLst>
                            <p:childTnLst>
                              <p:par>
                                <p:cTn id="117" presetID="3" presetClass="entr" presetSubtype="10" fill="hold" grpId="0" nodeType="afterEffect">
                                  <p:stCondLst>
                                    <p:cond delay="0"/>
                                  </p:stCondLst>
                                  <p:childTnLst>
                                    <p:set>
                                      <p:cBhvr>
                                        <p:cTn id="118" dur="1" fill="hold">
                                          <p:stCondLst>
                                            <p:cond delay="0"/>
                                          </p:stCondLst>
                                        </p:cTn>
                                        <p:tgtEl>
                                          <p:spTgt spid="543781"/>
                                        </p:tgtEl>
                                        <p:attrNameLst>
                                          <p:attrName>style.visibility</p:attrName>
                                        </p:attrNameLst>
                                      </p:cBhvr>
                                      <p:to>
                                        <p:strVal val="visible"/>
                                      </p:to>
                                    </p:set>
                                    <p:animEffect transition="in" filter="blinds(horizontal)">
                                      <p:cBhvr>
                                        <p:cTn id="119" dur="500"/>
                                        <p:tgtEl>
                                          <p:spTgt spid="543781"/>
                                        </p:tgtEl>
                                      </p:cBhvr>
                                    </p:animEffect>
                                  </p:childTnLst>
                                </p:cTn>
                              </p:par>
                            </p:childTnLst>
                          </p:cTn>
                        </p:par>
                        <p:par>
                          <p:cTn id="120" fill="hold" nodeType="afterGroup">
                            <p:stCondLst>
                              <p:cond delay="14500"/>
                            </p:stCondLst>
                            <p:childTnLst>
                              <p:par>
                                <p:cTn id="121" presetID="3" presetClass="entr" presetSubtype="10" fill="hold" grpId="0" nodeType="afterEffect">
                                  <p:stCondLst>
                                    <p:cond delay="0"/>
                                  </p:stCondLst>
                                  <p:childTnLst>
                                    <p:set>
                                      <p:cBhvr>
                                        <p:cTn id="122" dur="1" fill="hold">
                                          <p:stCondLst>
                                            <p:cond delay="0"/>
                                          </p:stCondLst>
                                        </p:cTn>
                                        <p:tgtEl>
                                          <p:spTgt spid="543780"/>
                                        </p:tgtEl>
                                        <p:attrNameLst>
                                          <p:attrName>style.visibility</p:attrName>
                                        </p:attrNameLst>
                                      </p:cBhvr>
                                      <p:to>
                                        <p:strVal val="visible"/>
                                      </p:to>
                                    </p:set>
                                    <p:animEffect transition="in" filter="blinds(horizontal)">
                                      <p:cBhvr>
                                        <p:cTn id="123" dur="500"/>
                                        <p:tgtEl>
                                          <p:spTgt spid="543780"/>
                                        </p:tgtEl>
                                      </p:cBhvr>
                                    </p:animEffect>
                                  </p:childTnLst>
                                </p:cTn>
                              </p:par>
                            </p:childTnLst>
                          </p:cTn>
                        </p:par>
                        <p:par>
                          <p:cTn id="124" fill="hold" nodeType="afterGroup">
                            <p:stCondLst>
                              <p:cond delay="15000"/>
                            </p:stCondLst>
                            <p:childTnLst>
                              <p:par>
                                <p:cTn id="125" presetID="3" presetClass="entr" presetSubtype="10" fill="hold" grpId="0" nodeType="afterEffect">
                                  <p:stCondLst>
                                    <p:cond delay="0"/>
                                  </p:stCondLst>
                                  <p:childTnLst>
                                    <p:set>
                                      <p:cBhvr>
                                        <p:cTn id="126" dur="1" fill="hold">
                                          <p:stCondLst>
                                            <p:cond delay="0"/>
                                          </p:stCondLst>
                                        </p:cTn>
                                        <p:tgtEl>
                                          <p:spTgt spid="543779"/>
                                        </p:tgtEl>
                                        <p:attrNameLst>
                                          <p:attrName>style.visibility</p:attrName>
                                        </p:attrNameLst>
                                      </p:cBhvr>
                                      <p:to>
                                        <p:strVal val="visible"/>
                                      </p:to>
                                    </p:set>
                                    <p:animEffect transition="in" filter="blinds(horizontal)">
                                      <p:cBhvr>
                                        <p:cTn id="127" dur="500"/>
                                        <p:tgtEl>
                                          <p:spTgt spid="543779"/>
                                        </p:tgtEl>
                                      </p:cBhvr>
                                    </p:animEffect>
                                  </p:childTnLst>
                                </p:cTn>
                              </p:par>
                            </p:childTnLst>
                          </p:cTn>
                        </p:par>
                        <p:par>
                          <p:cTn id="128" fill="hold" nodeType="afterGroup">
                            <p:stCondLst>
                              <p:cond delay="15500"/>
                            </p:stCondLst>
                            <p:childTnLst>
                              <p:par>
                                <p:cTn id="129" presetID="3" presetClass="entr" presetSubtype="10" fill="hold" grpId="0" nodeType="afterEffect">
                                  <p:stCondLst>
                                    <p:cond delay="0"/>
                                  </p:stCondLst>
                                  <p:childTnLst>
                                    <p:set>
                                      <p:cBhvr>
                                        <p:cTn id="130" dur="1" fill="hold">
                                          <p:stCondLst>
                                            <p:cond delay="0"/>
                                          </p:stCondLst>
                                        </p:cTn>
                                        <p:tgtEl>
                                          <p:spTgt spid="543778"/>
                                        </p:tgtEl>
                                        <p:attrNameLst>
                                          <p:attrName>style.visibility</p:attrName>
                                        </p:attrNameLst>
                                      </p:cBhvr>
                                      <p:to>
                                        <p:strVal val="visible"/>
                                      </p:to>
                                    </p:set>
                                    <p:animEffect transition="in" filter="blinds(horizontal)">
                                      <p:cBhvr>
                                        <p:cTn id="131" dur="500"/>
                                        <p:tgtEl>
                                          <p:spTgt spid="543778"/>
                                        </p:tgtEl>
                                      </p:cBhvr>
                                    </p:animEffect>
                                  </p:childTnLst>
                                </p:cTn>
                              </p:par>
                            </p:childTnLst>
                          </p:cTn>
                        </p:par>
                        <p:par>
                          <p:cTn id="132" fill="hold" nodeType="afterGroup">
                            <p:stCondLst>
                              <p:cond delay="16000"/>
                            </p:stCondLst>
                            <p:childTnLst>
                              <p:par>
                                <p:cTn id="133" presetID="3" presetClass="entr" presetSubtype="10" fill="hold" grpId="0" nodeType="afterEffect">
                                  <p:stCondLst>
                                    <p:cond delay="0"/>
                                  </p:stCondLst>
                                  <p:childTnLst>
                                    <p:set>
                                      <p:cBhvr>
                                        <p:cTn id="134" dur="1" fill="hold">
                                          <p:stCondLst>
                                            <p:cond delay="0"/>
                                          </p:stCondLst>
                                        </p:cTn>
                                        <p:tgtEl>
                                          <p:spTgt spid="543777"/>
                                        </p:tgtEl>
                                        <p:attrNameLst>
                                          <p:attrName>style.visibility</p:attrName>
                                        </p:attrNameLst>
                                      </p:cBhvr>
                                      <p:to>
                                        <p:strVal val="visible"/>
                                      </p:to>
                                    </p:set>
                                    <p:animEffect transition="in" filter="blinds(horizontal)">
                                      <p:cBhvr>
                                        <p:cTn id="135" dur="500"/>
                                        <p:tgtEl>
                                          <p:spTgt spid="543777"/>
                                        </p:tgtEl>
                                      </p:cBhvr>
                                    </p:animEffect>
                                  </p:childTnLst>
                                </p:cTn>
                              </p:par>
                            </p:childTnLst>
                          </p:cTn>
                        </p:par>
                        <p:par>
                          <p:cTn id="136" fill="hold" nodeType="afterGroup">
                            <p:stCondLst>
                              <p:cond delay="16500"/>
                            </p:stCondLst>
                            <p:childTnLst>
                              <p:par>
                                <p:cTn id="137" presetID="3" presetClass="entr" presetSubtype="10" fill="hold" grpId="0" nodeType="afterEffect">
                                  <p:stCondLst>
                                    <p:cond delay="0"/>
                                  </p:stCondLst>
                                  <p:childTnLst>
                                    <p:set>
                                      <p:cBhvr>
                                        <p:cTn id="138" dur="1" fill="hold">
                                          <p:stCondLst>
                                            <p:cond delay="0"/>
                                          </p:stCondLst>
                                        </p:cTn>
                                        <p:tgtEl>
                                          <p:spTgt spid="543776"/>
                                        </p:tgtEl>
                                        <p:attrNameLst>
                                          <p:attrName>style.visibility</p:attrName>
                                        </p:attrNameLst>
                                      </p:cBhvr>
                                      <p:to>
                                        <p:strVal val="visible"/>
                                      </p:to>
                                    </p:set>
                                    <p:animEffect transition="in" filter="blinds(horizontal)">
                                      <p:cBhvr>
                                        <p:cTn id="139" dur="500"/>
                                        <p:tgtEl>
                                          <p:spTgt spid="543776"/>
                                        </p:tgtEl>
                                      </p:cBhvr>
                                    </p:animEffect>
                                  </p:childTnLst>
                                </p:cTn>
                              </p:par>
                            </p:childTnLst>
                          </p:cTn>
                        </p:par>
                        <p:par>
                          <p:cTn id="140" fill="hold" nodeType="afterGroup">
                            <p:stCondLst>
                              <p:cond delay="17000"/>
                            </p:stCondLst>
                            <p:childTnLst>
                              <p:par>
                                <p:cTn id="141" presetID="3" presetClass="entr" presetSubtype="10" fill="hold" grpId="0" nodeType="afterEffect">
                                  <p:stCondLst>
                                    <p:cond delay="0"/>
                                  </p:stCondLst>
                                  <p:childTnLst>
                                    <p:set>
                                      <p:cBhvr>
                                        <p:cTn id="142" dur="1" fill="hold">
                                          <p:stCondLst>
                                            <p:cond delay="0"/>
                                          </p:stCondLst>
                                        </p:cTn>
                                        <p:tgtEl>
                                          <p:spTgt spid="543775"/>
                                        </p:tgtEl>
                                        <p:attrNameLst>
                                          <p:attrName>style.visibility</p:attrName>
                                        </p:attrNameLst>
                                      </p:cBhvr>
                                      <p:to>
                                        <p:strVal val="visible"/>
                                      </p:to>
                                    </p:set>
                                    <p:animEffect transition="in" filter="blinds(horizontal)">
                                      <p:cBhvr>
                                        <p:cTn id="143" dur="500"/>
                                        <p:tgtEl>
                                          <p:spTgt spid="543775"/>
                                        </p:tgtEl>
                                      </p:cBhvr>
                                    </p:animEffect>
                                  </p:childTnLst>
                                </p:cTn>
                              </p:par>
                            </p:childTnLst>
                          </p:cTn>
                        </p:par>
                        <p:par>
                          <p:cTn id="144" fill="hold" nodeType="afterGroup">
                            <p:stCondLst>
                              <p:cond delay="17500"/>
                            </p:stCondLst>
                            <p:childTnLst>
                              <p:par>
                                <p:cTn id="145" presetID="3" presetClass="entr" presetSubtype="10" fill="hold" grpId="0" nodeType="afterEffect">
                                  <p:stCondLst>
                                    <p:cond delay="0"/>
                                  </p:stCondLst>
                                  <p:childTnLst>
                                    <p:set>
                                      <p:cBhvr>
                                        <p:cTn id="146" dur="1" fill="hold">
                                          <p:stCondLst>
                                            <p:cond delay="0"/>
                                          </p:stCondLst>
                                        </p:cTn>
                                        <p:tgtEl>
                                          <p:spTgt spid="543774"/>
                                        </p:tgtEl>
                                        <p:attrNameLst>
                                          <p:attrName>style.visibility</p:attrName>
                                        </p:attrNameLst>
                                      </p:cBhvr>
                                      <p:to>
                                        <p:strVal val="visible"/>
                                      </p:to>
                                    </p:set>
                                    <p:animEffect transition="in" filter="blinds(horizontal)">
                                      <p:cBhvr>
                                        <p:cTn id="147" dur="500"/>
                                        <p:tgtEl>
                                          <p:spTgt spid="543774"/>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3" presetClass="entr" presetSubtype="10" fill="hold" nodeType="clickEffect">
                                  <p:stCondLst>
                                    <p:cond delay="0"/>
                                  </p:stCondLst>
                                  <p:childTnLst>
                                    <p:set>
                                      <p:cBhvr>
                                        <p:cTn id="151" dur="1" fill="hold">
                                          <p:stCondLst>
                                            <p:cond delay="0"/>
                                          </p:stCondLst>
                                        </p:cTn>
                                        <p:tgtEl>
                                          <p:spTgt spid="2"/>
                                        </p:tgtEl>
                                        <p:attrNameLst>
                                          <p:attrName>style.visibility</p:attrName>
                                        </p:attrNameLst>
                                      </p:cBhvr>
                                      <p:to>
                                        <p:strVal val="visible"/>
                                      </p:to>
                                    </p:set>
                                    <p:animEffect transition="in" filter="blinds(horizontal)">
                                      <p:cBhvr>
                                        <p:cTn id="152" dur="500"/>
                                        <p:tgtEl>
                                          <p:spTgt spid="2"/>
                                        </p:tgtEl>
                                      </p:cBhvr>
                                    </p:animEffect>
                                  </p:childTnLst>
                                </p:cTn>
                              </p:par>
                              <p:par>
                                <p:cTn id="153" presetID="3" presetClass="entr" presetSubtype="10" fill="hold" grpId="0" nodeType="withEffect">
                                  <p:stCondLst>
                                    <p:cond delay="0"/>
                                  </p:stCondLst>
                                  <p:childTnLst>
                                    <p:set>
                                      <p:cBhvr>
                                        <p:cTn id="154" dur="1" fill="hold">
                                          <p:stCondLst>
                                            <p:cond delay="0"/>
                                          </p:stCondLst>
                                        </p:cTn>
                                        <p:tgtEl>
                                          <p:spTgt spid="543793"/>
                                        </p:tgtEl>
                                        <p:attrNameLst>
                                          <p:attrName>style.visibility</p:attrName>
                                        </p:attrNameLst>
                                      </p:cBhvr>
                                      <p:to>
                                        <p:strVal val="visible"/>
                                      </p:to>
                                    </p:set>
                                    <p:animEffect transition="in" filter="blinds(horizontal)">
                                      <p:cBhvr>
                                        <p:cTn id="155" dur="500"/>
                                        <p:tgtEl>
                                          <p:spTgt spid="543793"/>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3" presetClass="entr" presetSubtype="10" fill="hold" grpId="0" nodeType="clickEffect">
                                  <p:stCondLst>
                                    <p:cond delay="0"/>
                                  </p:stCondLst>
                                  <p:childTnLst>
                                    <p:set>
                                      <p:cBhvr>
                                        <p:cTn id="159" dur="1" fill="hold">
                                          <p:stCondLst>
                                            <p:cond delay="0"/>
                                          </p:stCondLst>
                                        </p:cTn>
                                        <p:tgtEl>
                                          <p:spTgt spid="543794"/>
                                        </p:tgtEl>
                                        <p:attrNameLst>
                                          <p:attrName>style.visibility</p:attrName>
                                        </p:attrNameLst>
                                      </p:cBhvr>
                                      <p:to>
                                        <p:strVal val="visible"/>
                                      </p:to>
                                    </p:set>
                                    <p:animEffect transition="in" filter="blinds(horizontal)">
                                      <p:cBhvr>
                                        <p:cTn id="160" dur="500"/>
                                        <p:tgtEl>
                                          <p:spTgt spid="543794"/>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3" presetClass="exit" presetSubtype="10" fill="hold" grpId="1" nodeType="clickEffect">
                                  <p:stCondLst>
                                    <p:cond delay="0"/>
                                  </p:stCondLst>
                                  <p:childTnLst>
                                    <p:animEffect transition="out" filter="blinds(horizontal)">
                                      <p:cBhvr>
                                        <p:cTn id="164" dur="500"/>
                                        <p:tgtEl>
                                          <p:spTgt spid="543782"/>
                                        </p:tgtEl>
                                      </p:cBhvr>
                                    </p:animEffect>
                                    <p:set>
                                      <p:cBhvr>
                                        <p:cTn id="165" dur="1" fill="hold">
                                          <p:stCondLst>
                                            <p:cond delay="499"/>
                                          </p:stCondLst>
                                        </p:cTn>
                                        <p:tgtEl>
                                          <p:spTgt spid="543782"/>
                                        </p:tgtEl>
                                        <p:attrNameLst>
                                          <p:attrName>style.visibility</p:attrName>
                                        </p:attrNameLst>
                                      </p:cBhvr>
                                      <p:to>
                                        <p:strVal val="hidden"/>
                                      </p:to>
                                    </p:set>
                                  </p:childTnLst>
                                  <p:subTnLst>
                                    <p:audio>
                                      <p:cMediaNode>
                                        <p:cTn display="0" masterRel="sameClick">
                                          <p:stCondLst>
                                            <p:cond evt="begin" delay="0">
                                              <p:tn val="163"/>
                                            </p:cond>
                                          </p:stCondLst>
                                          <p:endCondLst>
                                            <p:cond evt="onStopAudio" delay="0">
                                              <p:tgtEl>
                                                <p:sldTgt/>
                                              </p:tgtEl>
                                            </p:cond>
                                          </p:endCondLst>
                                        </p:cTn>
                                        <p:tgtEl>
                                          <p:sndTgt r:embed="rId4" name="type.wav"/>
                                        </p:tgtEl>
                                      </p:cMediaNode>
                                    </p:audio>
                                  </p:subTnLst>
                                </p:cTn>
                              </p:par>
                            </p:childTnLst>
                          </p:cTn>
                        </p:par>
                        <p:par>
                          <p:cTn id="166" fill="hold" nodeType="afterGroup">
                            <p:stCondLst>
                              <p:cond delay="500"/>
                            </p:stCondLst>
                            <p:childTnLst>
                              <p:par>
                                <p:cTn id="167" presetID="3" presetClass="exit" presetSubtype="10" fill="hold" grpId="1" nodeType="afterEffect">
                                  <p:stCondLst>
                                    <p:cond delay="0"/>
                                  </p:stCondLst>
                                  <p:childTnLst>
                                    <p:animEffect transition="out" filter="blinds(horizontal)">
                                      <p:cBhvr>
                                        <p:cTn id="168" dur="500"/>
                                        <p:tgtEl>
                                          <p:spTgt spid="543783"/>
                                        </p:tgtEl>
                                      </p:cBhvr>
                                    </p:animEffect>
                                    <p:set>
                                      <p:cBhvr>
                                        <p:cTn id="169" dur="1" fill="hold">
                                          <p:stCondLst>
                                            <p:cond delay="499"/>
                                          </p:stCondLst>
                                        </p:cTn>
                                        <p:tgtEl>
                                          <p:spTgt spid="543783"/>
                                        </p:tgtEl>
                                        <p:attrNameLst>
                                          <p:attrName>style.visibility</p:attrName>
                                        </p:attrNameLst>
                                      </p:cBhvr>
                                      <p:to>
                                        <p:strVal val="hidden"/>
                                      </p:to>
                                    </p:set>
                                  </p:childTnLst>
                                  <p:subTnLst>
                                    <p:audio>
                                      <p:cMediaNode>
                                        <p:cTn display="0" masterRel="sameClick">
                                          <p:stCondLst>
                                            <p:cond evt="begin" delay="0">
                                              <p:tn val="167"/>
                                            </p:cond>
                                          </p:stCondLst>
                                          <p:endCondLst>
                                            <p:cond evt="onStopAudio" delay="0">
                                              <p:tgtEl>
                                                <p:sldTgt/>
                                              </p:tgtEl>
                                            </p:cond>
                                          </p:endCondLst>
                                        </p:cTn>
                                        <p:tgtEl>
                                          <p:sndTgt r:embed="rId4" name="type.wav"/>
                                        </p:tgtEl>
                                      </p:cMediaNode>
                                    </p:audio>
                                  </p:subTnLst>
                                </p:cTn>
                              </p:par>
                            </p:childTnLst>
                          </p:cTn>
                        </p:par>
                        <p:par>
                          <p:cTn id="170" fill="hold" nodeType="afterGroup">
                            <p:stCondLst>
                              <p:cond delay="1000"/>
                            </p:stCondLst>
                            <p:childTnLst>
                              <p:par>
                                <p:cTn id="171" presetID="3" presetClass="exit" presetSubtype="10" fill="hold" grpId="1" nodeType="afterEffect">
                                  <p:stCondLst>
                                    <p:cond delay="0"/>
                                  </p:stCondLst>
                                  <p:childTnLst>
                                    <p:animEffect transition="out" filter="blinds(horizontal)">
                                      <p:cBhvr>
                                        <p:cTn id="172" dur="500"/>
                                        <p:tgtEl>
                                          <p:spTgt spid="543784"/>
                                        </p:tgtEl>
                                      </p:cBhvr>
                                    </p:animEffect>
                                    <p:set>
                                      <p:cBhvr>
                                        <p:cTn id="173" dur="1" fill="hold">
                                          <p:stCondLst>
                                            <p:cond delay="499"/>
                                          </p:stCondLst>
                                        </p:cTn>
                                        <p:tgtEl>
                                          <p:spTgt spid="543784"/>
                                        </p:tgtEl>
                                        <p:attrNameLst>
                                          <p:attrName>style.visibility</p:attrName>
                                        </p:attrNameLst>
                                      </p:cBhvr>
                                      <p:to>
                                        <p:strVal val="hidden"/>
                                      </p:to>
                                    </p:set>
                                  </p:childTnLst>
                                  <p:subTnLst>
                                    <p:audio>
                                      <p:cMediaNode>
                                        <p:cTn display="0" masterRel="sameClick">
                                          <p:stCondLst>
                                            <p:cond evt="begin" delay="0">
                                              <p:tn val="171"/>
                                            </p:cond>
                                          </p:stCondLst>
                                          <p:endCondLst>
                                            <p:cond evt="onStopAudio" delay="0">
                                              <p:tgtEl>
                                                <p:sldTgt/>
                                              </p:tgtEl>
                                            </p:cond>
                                          </p:endCondLst>
                                        </p:cTn>
                                        <p:tgtEl>
                                          <p:sndTgt r:embed="rId4" name="type.wav"/>
                                        </p:tgtEl>
                                      </p:cMediaNode>
                                    </p:audio>
                                  </p:subTnLst>
                                </p:cTn>
                              </p:par>
                            </p:childTnLst>
                          </p:cTn>
                        </p:par>
                        <p:par>
                          <p:cTn id="174" fill="hold" nodeType="afterGroup">
                            <p:stCondLst>
                              <p:cond delay="1500"/>
                            </p:stCondLst>
                            <p:childTnLst>
                              <p:par>
                                <p:cTn id="175" presetID="3" presetClass="exit" presetSubtype="10" fill="hold" grpId="1" nodeType="afterEffect">
                                  <p:stCondLst>
                                    <p:cond delay="0"/>
                                  </p:stCondLst>
                                  <p:childTnLst>
                                    <p:animEffect transition="out" filter="blinds(horizontal)">
                                      <p:cBhvr>
                                        <p:cTn id="176" dur="500"/>
                                        <p:tgtEl>
                                          <p:spTgt spid="543785"/>
                                        </p:tgtEl>
                                      </p:cBhvr>
                                    </p:animEffect>
                                    <p:set>
                                      <p:cBhvr>
                                        <p:cTn id="177" dur="1" fill="hold">
                                          <p:stCondLst>
                                            <p:cond delay="499"/>
                                          </p:stCondLst>
                                        </p:cTn>
                                        <p:tgtEl>
                                          <p:spTgt spid="543785"/>
                                        </p:tgtEl>
                                        <p:attrNameLst>
                                          <p:attrName>style.visibility</p:attrName>
                                        </p:attrNameLst>
                                      </p:cBhvr>
                                      <p:to>
                                        <p:strVal val="hidden"/>
                                      </p:to>
                                    </p:set>
                                  </p:childTnLst>
                                  <p:subTnLst>
                                    <p:audio>
                                      <p:cMediaNode>
                                        <p:cTn display="0" masterRel="sameClick">
                                          <p:stCondLst>
                                            <p:cond evt="begin" delay="0">
                                              <p:tn val="175"/>
                                            </p:cond>
                                          </p:stCondLst>
                                          <p:endCondLst>
                                            <p:cond evt="onStopAudio" delay="0">
                                              <p:tgtEl>
                                                <p:sldTgt/>
                                              </p:tgtEl>
                                            </p:cond>
                                          </p:endCondLst>
                                        </p:cTn>
                                        <p:tgtEl>
                                          <p:sndTgt r:embed="rId4" name="type.wav"/>
                                        </p:tgtEl>
                                      </p:cMediaNode>
                                    </p:audio>
                                  </p:subTnLst>
                                </p:cTn>
                              </p:par>
                            </p:childTnLst>
                          </p:cTn>
                        </p:par>
                        <p:par>
                          <p:cTn id="178" fill="hold" nodeType="afterGroup">
                            <p:stCondLst>
                              <p:cond delay="2000"/>
                            </p:stCondLst>
                            <p:childTnLst>
                              <p:par>
                                <p:cTn id="179" presetID="3" presetClass="exit" presetSubtype="10" fill="hold" grpId="1" nodeType="afterEffect">
                                  <p:stCondLst>
                                    <p:cond delay="1000"/>
                                  </p:stCondLst>
                                  <p:childTnLst>
                                    <p:animEffect transition="out" filter="blinds(horizontal)">
                                      <p:cBhvr>
                                        <p:cTn id="180" dur="500"/>
                                        <p:tgtEl>
                                          <p:spTgt spid="543778"/>
                                        </p:tgtEl>
                                      </p:cBhvr>
                                    </p:animEffect>
                                    <p:set>
                                      <p:cBhvr>
                                        <p:cTn id="181" dur="1" fill="hold">
                                          <p:stCondLst>
                                            <p:cond delay="499"/>
                                          </p:stCondLst>
                                        </p:cTn>
                                        <p:tgtEl>
                                          <p:spTgt spid="543778"/>
                                        </p:tgtEl>
                                        <p:attrNameLst>
                                          <p:attrName>style.visibility</p:attrName>
                                        </p:attrNameLst>
                                      </p:cBhvr>
                                      <p:to>
                                        <p:strVal val="hidden"/>
                                      </p:to>
                                    </p:set>
                                  </p:childTnLst>
                                  <p:subTnLst>
                                    <p:audio>
                                      <p:cMediaNode>
                                        <p:cTn display="0" masterRel="sameClick">
                                          <p:stCondLst>
                                            <p:cond evt="begin" delay="0">
                                              <p:tn val="179"/>
                                            </p:cond>
                                          </p:stCondLst>
                                          <p:endCondLst>
                                            <p:cond evt="onStopAudio" delay="0">
                                              <p:tgtEl>
                                                <p:sldTgt/>
                                              </p:tgtEl>
                                            </p:cond>
                                          </p:endCondLst>
                                        </p:cTn>
                                        <p:tgtEl>
                                          <p:sndTgt r:embed="rId4" name="type.wav"/>
                                        </p:tgtEl>
                                      </p:cMediaNode>
                                    </p:audio>
                                  </p:subTnLst>
                                </p:cTn>
                              </p:par>
                            </p:childTnLst>
                          </p:cTn>
                        </p:par>
                        <p:par>
                          <p:cTn id="182" fill="hold" nodeType="afterGroup">
                            <p:stCondLst>
                              <p:cond delay="3500"/>
                            </p:stCondLst>
                            <p:childTnLst>
                              <p:par>
                                <p:cTn id="183" presetID="3" presetClass="exit" presetSubtype="10" fill="hold" grpId="1" nodeType="afterEffect">
                                  <p:stCondLst>
                                    <p:cond delay="0"/>
                                  </p:stCondLst>
                                  <p:childTnLst>
                                    <p:animEffect transition="out" filter="blinds(horizontal)">
                                      <p:cBhvr>
                                        <p:cTn id="184" dur="500"/>
                                        <p:tgtEl>
                                          <p:spTgt spid="543779"/>
                                        </p:tgtEl>
                                      </p:cBhvr>
                                    </p:animEffect>
                                    <p:set>
                                      <p:cBhvr>
                                        <p:cTn id="185" dur="1" fill="hold">
                                          <p:stCondLst>
                                            <p:cond delay="499"/>
                                          </p:stCondLst>
                                        </p:cTn>
                                        <p:tgtEl>
                                          <p:spTgt spid="543779"/>
                                        </p:tgtEl>
                                        <p:attrNameLst>
                                          <p:attrName>style.visibility</p:attrName>
                                        </p:attrNameLst>
                                      </p:cBhvr>
                                      <p:to>
                                        <p:strVal val="hidden"/>
                                      </p:to>
                                    </p:set>
                                  </p:childTnLst>
                                  <p:subTnLst>
                                    <p:audio>
                                      <p:cMediaNode>
                                        <p:cTn display="0" masterRel="sameClick">
                                          <p:stCondLst>
                                            <p:cond evt="begin" delay="0">
                                              <p:tn val="183"/>
                                            </p:cond>
                                          </p:stCondLst>
                                          <p:endCondLst>
                                            <p:cond evt="onStopAudio" delay="0">
                                              <p:tgtEl>
                                                <p:sldTgt/>
                                              </p:tgtEl>
                                            </p:cond>
                                          </p:endCondLst>
                                        </p:cTn>
                                        <p:tgtEl>
                                          <p:sndTgt r:embed="rId4" name="type.wav"/>
                                        </p:tgtEl>
                                      </p:cMediaNode>
                                    </p:audio>
                                  </p:subTnLst>
                                </p:cTn>
                              </p:par>
                            </p:childTnLst>
                          </p:cTn>
                        </p:par>
                        <p:par>
                          <p:cTn id="186" fill="hold" nodeType="afterGroup">
                            <p:stCondLst>
                              <p:cond delay="4000"/>
                            </p:stCondLst>
                            <p:childTnLst>
                              <p:par>
                                <p:cTn id="187" presetID="3" presetClass="exit" presetSubtype="10" fill="hold" grpId="1" nodeType="afterEffect">
                                  <p:stCondLst>
                                    <p:cond delay="0"/>
                                  </p:stCondLst>
                                  <p:childTnLst>
                                    <p:animEffect transition="out" filter="blinds(horizontal)">
                                      <p:cBhvr>
                                        <p:cTn id="188" dur="500"/>
                                        <p:tgtEl>
                                          <p:spTgt spid="543780"/>
                                        </p:tgtEl>
                                      </p:cBhvr>
                                    </p:animEffect>
                                    <p:set>
                                      <p:cBhvr>
                                        <p:cTn id="189" dur="1" fill="hold">
                                          <p:stCondLst>
                                            <p:cond delay="499"/>
                                          </p:stCondLst>
                                        </p:cTn>
                                        <p:tgtEl>
                                          <p:spTgt spid="543780"/>
                                        </p:tgtEl>
                                        <p:attrNameLst>
                                          <p:attrName>style.visibility</p:attrName>
                                        </p:attrNameLst>
                                      </p:cBhvr>
                                      <p:to>
                                        <p:strVal val="hidden"/>
                                      </p:to>
                                    </p:set>
                                  </p:childTnLst>
                                  <p:subTnLst>
                                    <p:audio>
                                      <p:cMediaNode>
                                        <p:cTn display="0" masterRel="sameClick">
                                          <p:stCondLst>
                                            <p:cond evt="begin" delay="0">
                                              <p:tn val="187"/>
                                            </p:cond>
                                          </p:stCondLst>
                                          <p:endCondLst>
                                            <p:cond evt="onStopAudio" delay="0">
                                              <p:tgtEl>
                                                <p:sldTgt/>
                                              </p:tgtEl>
                                            </p:cond>
                                          </p:endCondLst>
                                        </p:cTn>
                                        <p:tgtEl>
                                          <p:sndTgt r:embed="rId4" name="type.wav"/>
                                        </p:tgtEl>
                                      </p:cMediaNode>
                                    </p:audio>
                                  </p:subTnLst>
                                </p:cTn>
                              </p:par>
                            </p:childTnLst>
                          </p:cTn>
                        </p:par>
                        <p:par>
                          <p:cTn id="190" fill="hold" nodeType="afterGroup">
                            <p:stCondLst>
                              <p:cond delay="4500"/>
                            </p:stCondLst>
                            <p:childTnLst>
                              <p:par>
                                <p:cTn id="191" presetID="3" presetClass="exit" presetSubtype="10" fill="hold" grpId="1" nodeType="afterEffect">
                                  <p:stCondLst>
                                    <p:cond delay="0"/>
                                  </p:stCondLst>
                                  <p:childTnLst>
                                    <p:animEffect transition="out" filter="blinds(horizontal)">
                                      <p:cBhvr>
                                        <p:cTn id="192" dur="500"/>
                                        <p:tgtEl>
                                          <p:spTgt spid="543781"/>
                                        </p:tgtEl>
                                      </p:cBhvr>
                                    </p:animEffect>
                                    <p:set>
                                      <p:cBhvr>
                                        <p:cTn id="193" dur="1" fill="hold">
                                          <p:stCondLst>
                                            <p:cond delay="499"/>
                                          </p:stCondLst>
                                        </p:cTn>
                                        <p:tgtEl>
                                          <p:spTgt spid="543781"/>
                                        </p:tgtEl>
                                        <p:attrNameLst>
                                          <p:attrName>style.visibility</p:attrName>
                                        </p:attrNameLst>
                                      </p:cBhvr>
                                      <p:to>
                                        <p:strVal val="hidden"/>
                                      </p:to>
                                    </p:set>
                                  </p:childTnLst>
                                  <p:subTnLst>
                                    <p:audio>
                                      <p:cMediaNode>
                                        <p:cTn display="0" masterRel="sameClick">
                                          <p:stCondLst>
                                            <p:cond evt="begin" delay="0">
                                              <p:tn val="191"/>
                                            </p:cond>
                                          </p:stCondLst>
                                          <p:endCondLst>
                                            <p:cond evt="onStopAudio" delay="0">
                                              <p:tgtEl>
                                                <p:sldTgt/>
                                              </p:tgtEl>
                                            </p:cond>
                                          </p:endCondLst>
                                        </p:cTn>
                                        <p:tgtEl>
                                          <p:sndTgt r:embed="rId4" name="type.wav"/>
                                        </p:tgtEl>
                                      </p:cMediaNode>
                                    </p:audio>
                                  </p:subTnLst>
                                </p:cTn>
                              </p:par>
                            </p:childTnLst>
                          </p:cTn>
                        </p:par>
                        <p:par>
                          <p:cTn id="194" fill="hold" nodeType="afterGroup">
                            <p:stCondLst>
                              <p:cond delay="5000"/>
                            </p:stCondLst>
                            <p:childTnLst>
                              <p:par>
                                <p:cTn id="195" presetID="3" presetClass="exit" presetSubtype="10" fill="hold" grpId="1" nodeType="afterEffect">
                                  <p:stCondLst>
                                    <p:cond delay="1000"/>
                                  </p:stCondLst>
                                  <p:childTnLst>
                                    <p:animEffect transition="out" filter="blinds(horizontal)">
                                      <p:cBhvr>
                                        <p:cTn id="196" dur="500"/>
                                        <p:tgtEl>
                                          <p:spTgt spid="543774"/>
                                        </p:tgtEl>
                                      </p:cBhvr>
                                    </p:animEffect>
                                    <p:set>
                                      <p:cBhvr>
                                        <p:cTn id="197" dur="1" fill="hold">
                                          <p:stCondLst>
                                            <p:cond delay="499"/>
                                          </p:stCondLst>
                                        </p:cTn>
                                        <p:tgtEl>
                                          <p:spTgt spid="543774"/>
                                        </p:tgtEl>
                                        <p:attrNameLst>
                                          <p:attrName>style.visibility</p:attrName>
                                        </p:attrNameLst>
                                      </p:cBhvr>
                                      <p:to>
                                        <p:strVal val="hidden"/>
                                      </p:to>
                                    </p:set>
                                  </p:childTnLst>
                                  <p:subTnLst>
                                    <p:audio>
                                      <p:cMediaNode>
                                        <p:cTn display="0" masterRel="sameClick">
                                          <p:stCondLst>
                                            <p:cond evt="begin" delay="0">
                                              <p:tn val="195"/>
                                            </p:cond>
                                          </p:stCondLst>
                                          <p:endCondLst>
                                            <p:cond evt="onStopAudio" delay="0">
                                              <p:tgtEl>
                                                <p:sldTgt/>
                                              </p:tgtEl>
                                            </p:cond>
                                          </p:endCondLst>
                                        </p:cTn>
                                        <p:tgtEl>
                                          <p:sndTgt r:embed="rId4" name="type.wav"/>
                                        </p:tgtEl>
                                      </p:cMediaNode>
                                    </p:audio>
                                  </p:subTnLst>
                                </p:cTn>
                              </p:par>
                            </p:childTnLst>
                          </p:cTn>
                        </p:par>
                        <p:par>
                          <p:cTn id="198" fill="hold" nodeType="afterGroup">
                            <p:stCondLst>
                              <p:cond delay="6500"/>
                            </p:stCondLst>
                            <p:childTnLst>
                              <p:par>
                                <p:cTn id="199" presetID="3" presetClass="exit" presetSubtype="10" fill="hold" grpId="1" nodeType="afterEffect">
                                  <p:stCondLst>
                                    <p:cond delay="0"/>
                                  </p:stCondLst>
                                  <p:childTnLst>
                                    <p:animEffect transition="out" filter="blinds(horizontal)">
                                      <p:cBhvr>
                                        <p:cTn id="200" dur="500"/>
                                        <p:tgtEl>
                                          <p:spTgt spid="543775"/>
                                        </p:tgtEl>
                                      </p:cBhvr>
                                    </p:animEffect>
                                    <p:set>
                                      <p:cBhvr>
                                        <p:cTn id="201" dur="1" fill="hold">
                                          <p:stCondLst>
                                            <p:cond delay="499"/>
                                          </p:stCondLst>
                                        </p:cTn>
                                        <p:tgtEl>
                                          <p:spTgt spid="543775"/>
                                        </p:tgtEl>
                                        <p:attrNameLst>
                                          <p:attrName>style.visibility</p:attrName>
                                        </p:attrNameLst>
                                      </p:cBhvr>
                                      <p:to>
                                        <p:strVal val="hidden"/>
                                      </p:to>
                                    </p:set>
                                  </p:childTnLst>
                                  <p:subTnLst>
                                    <p:audio>
                                      <p:cMediaNode>
                                        <p:cTn display="0" masterRel="sameClick">
                                          <p:stCondLst>
                                            <p:cond evt="begin" delay="0">
                                              <p:tn val="199"/>
                                            </p:cond>
                                          </p:stCondLst>
                                          <p:endCondLst>
                                            <p:cond evt="onStopAudio" delay="0">
                                              <p:tgtEl>
                                                <p:sldTgt/>
                                              </p:tgtEl>
                                            </p:cond>
                                          </p:endCondLst>
                                        </p:cTn>
                                        <p:tgtEl>
                                          <p:sndTgt r:embed="rId4" name="type.wav"/>
                                        </p:tgtEl>
                                      </p:cMediaNode>
                                    </p:audio>
                                  </p:subTnLst>
                                </p:cTn>
                              </p:par>
                            </p:childTnLst>
                          </p:cTn>
                        </p:par>
                        <p:par>
                          <p:cTn id="202" fill="hold" nodeType="afterGroup">
                            <p:stCondLst>
                              <p:cond delay="7000"/>
                            </p:stCondLst>
                            <p:childTnLst>
                              <p:par>
                                <p:cTn id="203" presetID="3" presetClass="exit" presetSubtype="10" fill="hold" grpId="1" nodeType="afterEffect">
                                  <p:stCondLst>
                                    <p:cond delay="0"/>
                                  </p:stCondLst>
                                  <p:childTnLst>
                                    <p:animEffect transition="out" filter="blinds(horizontal)">
                                      <p:cBhvr>
                                        <p:cTn id="204" dur="500"/>
                                        <p:tgtEl>
                                          <p:spTgt spid="543776"/>
                                        </p:tgtEl>
                                      </p:cBhvr>
                                    </p:animEffect>
                                    <p:set>
                                      <p:cBhvr>
                                        <p:cTn id="205" dur="1" fill="hold">
                                          <p:stCondLst>
                                            <p:cond delay="499"/>
                                          </p:stCondLst>
                                        </p:cTn>
                                        <p:tgtEl>
                                          <p:spTgt spid="543776"/>
                                        </p:tgtEl>
                                        <p:attrNameLst>
                                          <p:attrName>style.visibility</p:attrName>
                                        </p:attrNameLst>
                                      </p:cBhvr>
                                      <p:to>
                                        <p:strVal val="hidden"/>
                                      </p:to>
                                    </p:set>
                                  </p:childTnLst>
                                  <p:subTnLst>
                                    <p:audio>
                                      <p:cMediaNode>
                                        <p:cTn display="0" masterRel="sameClick">
                                          <p:stCondLst>
                                            <p:cond evt="begin" delay="0">
                                              <p:tn val="203"/>
                                            </p:cond>
                                          </p:stCondLst>
                                          <p:endCondLst>
                                            <p:cond evt="onStopAudio" delay="0">
                                              <p:tgtEl>
                                                <p:sldTgt/>
                                              </p:tgtEl>
                                            </p:cond>
                                          </p:endCondLst>
                                        </p:cTn>
                                        <p:tgtEl>
                                          <p:sndTgt r:embed="rId4" name="type.wav"/>
                                        </p:tgtEl>
                                      </p:cMediaNode>
                                    </p:audio>
                                  </p:subTnLst>
                                </p:cTn>
                              </p:par>
                            </p:childTnLst>
                          </p:cTn>
                        </p:par>
                        <p:par>
                          <p:cTn id="206" fill="hold" nodeType="afterGroup">
                            <p:stCondLst>
                              <p:cond delay="7500"/>
                            </p:stCondLst>
                            <p:childTnLst>
                              <p:par>
                                <p:cTn id="207" presetID="3" presetClass="exit" presetSubtype="10" fill="hold" grpId="1" nodeType="afterEffect">
                                  <p:stCondLst>
                                    <p:cond delay="0"/>
                                  </p:stCondLst>
                                  <p:childTnLst>
                                    <p:animEffect transition="out" filter="blinds(horizontal)">
                                      <p:cBhvr>
                                        <p:cTn id="208" dur="500"/>
                                        <p:tgtEl>
                                          <p:spTgt spid="543777"/>
                                        </p:tgtEl>
                                      </p:cBhvr>
                                    </p:animEffect>
                                    <p:set>
                                      <p:cBhvr>
                                        <p:cTn id="209" dur="1" fill="hold">
                                          <p:stCondLst>
                                            <p:cond delay="499"/>
                                          </p:stCondLst>
                                        </p:cTn>
                                        <p:tgtEl>
                                          <p:spTgt spid="543777"/>
                                        </p:tgtEl>
                                        <p:attrNameLst>
                                          <p:attrName>style.visibility</p:attrName>
                                        </p:attrNameLst>
                                      </p:cBhvr>
                                      <p:to>
                                        <p:strVal val="hidden"/>
                                      </p:to>
                                    </p:set>
                                  </p:childTnLst>
                                  <p:subTnLst>
                                    <p:audio>
                                      <p:cMediaNode>
                                        <p:cTn display="0" masterRel="sameClick">
                                          <p:stCondLst>
                                            <p:cond evt="begin" delay="0">
                                              <p:tn val="207"/>
                                            </p:cond>
                                          </p:stCondLst>
                                          <p:endCondLst>
                                            <p:cond evt="onStopAudio" delay="0">
                                              <p:tgtEl>
                                                <p:sldTgt/>
                                              </p:tgtEl>
                                            </p:cond>
                                          </p:endCondLst>
                                        </p:cTn>
                                        <p:tgtEl>
                                          <p:sndTgt r:embed="rId4" name="type.wav"/>
                                        </p:tgtEl>
                                      </p:cMediaNode>
                                    </p:audio>
                                  </p:subTnLst>
                                </p:cTn>
                              </p:par>
                            </p:childTnLst>
                          </p:cTn>
                        </p:par>
                        <p:par>
                          <p:cTn id="210" fill="hold" nodeType="afterGroup">
                            <p:stCondLst>
                              <p:cond delay="8000"/>
                            </p:stCondLst>
                            <p:childTnLst>
                              <p:par>
                                <p:cTn id="211" presetID="3" presetClass="exit" presetSubtype="10" fill="hold" grpId="1" nodeType="afterEffect">
                                  <p:stCondLst>
                                    <p:cond delay="1000"/>
                                  </p:stCondLst>
                                  <p:childTnLst>
                                    <p:animEffect transition="out" filter="blinds(horizontal)">
                                      <p:cBhvr>
                                        <p:cTn id="212" dur="500"/>
                                        <p:tgtEl>
                                          <p:spTgt spid="543770"/>
                                        </p:tgtEl>
                                      </p:cBhvr>
                                    </p:animEffect>
                                    <p:set>
                                      <p:cBhvr>
                                        <p:cTn id="213" dur="1" fill="hold">
                                          <p:stCondLst>
                                            <p:cond delay="499"/>
                                          </p:stCondLst>
                                        </p:cTn>
                                        <p:tgtEl>
                                          <p:spTgt spid="543770"/>
                                        </p:tgtEl>
                                        <p:attrNameLst>
                                          <p:attrName>style.visibility</p:attrName>
                                        </p:attrNameLst>
                                      </p:cBhvr>
                                      <p:to>
                                        <p:strVal val="hidden"/>
                                      </p:to>
                                    </p:set>
                                  </p:childTnLst>
                                  <p:subTnLst>
                                    <p:audio>
                                      <p:cMediaNode>
                                        <p:cTn display="0" masterRel="sameClick">
                                          <p:stCondLst>
                                            <p:cond evt="begin" delay="0">
                                              <p:tn val="211"/>
                                            </p:cond>
                                          </p:stCondLst>
                                          <p:endCondLst>
                                            <p:cond evt="onStopAudio" delay="0">
                                              <p:tgtEl>
                                                <p:sldTgt/>
                                              </p:tgtEl>
                                            </p:cond>
                                          </p:endCondLst>
                                        </p:cTn>
                                        <p:tgtEl>
                                          <p:sndTgt r:embed="rId4" name="type.wav"/>
                                        </p:tgtEl>
                                      </p:cMediaNode>
                                    </p:audio>
                                  </p:subTnLst>
                                </p:cTn>
                              </p:par>
                            </p:childTnLst>
                          </p:cTn>
                        </p:par>
                        <p:par>
                          <p:cTn id="214" fill="hold" nodeType="afterGroup">
                            <p:stCondLst>
                              <p:cond delay="9500"/>
                            </p:stCondLst>
                            <p:childTnLst>
                              <p:par>
                                <p:cTn id="215" presetID="3" presetClass="exit" presetSubtype="10" fill="hold" grpId="1" nodeType="afterEffect">
                                  <p:stCondLst>
                                    <p:cond delay="0"/>
                                  </p:stCondLst>
                                  <p:childTnLst>
                                    <p:animEffect transition="out" filter="blinds(horizontal)">
                                      <p:cBhvr>
                                        <p:cTn id="216" dur="500"/>
                                        <p:tgtEl>
                                          <p:spTgt spid="543771"/>
                                        </p:tgtEl>
                                      </p:cBhvr>
                                    </p:animEffect>
                                    <p:set>
                                      <p:cBhvr>
                                        <p:cTn id="217" dur="1" fill="hold">
                                          <p:stCondLst>
                                            <p:cond delay="499"/>
                                          </p:stCondLst>
                                        </p:cTn>
                                        <p:tgtEl>
                                          <p:spTgt spid="543771"/>
                                        </p:tgtEl>
                                        <p:attrNameLst>
                                          <p:attrName>style.visibility</p:attrName>
                                        </p:attrNameLst>
                                      </p:cBhvr>
                                      <p:to>
                                        <p:strVal val="hidden"/>
                                      </p:to>
                                    </p:set>
                                  </p:childTnLst>
                                  <p:subTnLst>
                                    <p:audio>
                                      <p:cMediaNode>
                                        <p:cTn display="0" masterRel="sameClick">
                                          <p:stCondLst>
                                            <p:cond evt="begin" delay="0">
                                              <p:tn val="215"/>
                                            </p:cond>
                                          </p:stCondLst>
                                          <p:endCondLst>
                                            <p:cond evt="onStopAudio" delay="0">
                                              <p:tgtEl>
                                                <p:sldTgt/>
                                              </p:tgtEl>
                                            </p:cond>
                                          </p:endCondLst>
                                        </p:cTn>
                                        <p:tgtEl>
                                          <p:sndTgt r:embed="rId4" name="type.wav"/>
                                        </p:tgtEl>
                                      </p:cMediaNode>
                                    </p:audio>
                                  </p:subTnLst>
                                </p:cTn>
                              </p:par>
                            </p:childTnLst>
                          </p:cTn>
                        </p:par>
                        <p:par>
                          <p:cTn id="218" fill="hold" nodeType="afterGroup">
                            <p:stCondLst>
                              <p:cond delay="10000"/>
                            </p:stCondLst>
                            <p:childTnLst>
                              <p:par>
                                <p:cTn id="219" presetID="3" presetClass="exit" presetSubtype="10" fill="hold" grpId="1" nodeType="afterEffect">
                                  <p:stCondLst>
                                    <p:cond delay="0"/>
                                  </p:stCondLst>
                                  <p:childTnLst>
                                    <p:animEffect transition="out" filter="blinds(horizontal)">
                                      <p:cBhvr>
                                        <p:cTn id="220" dur="500"/>
                                        <p:tgtEl>
                                          <p:spTgt spid="543772"/>
                                        </p:tgtEl>
                                      </p:cBhvr>
                                    </p:animEffect>
                                    <p:set>
                                      <p:cBhvr>
                                        <p:cTn id="221" dur="1" fill="hold">
                                          <p:stCondLst>
                                            <p:cond delay="499"/>
                                          </p:stCondLst>
                                        </p:cTn>
                                        <p:tgtEl>
                                          <p:spTgt spid="543772"/>
                                        </p:tgtEl>
                                        <p:attrNameLst>
                                          <p:attrName>style.visibility</p:attrName>
                                        </p:attrNameLst>
                                      </p:cBhvr>
                                      <p:to>
                                        <p:strVal val="hidden"/>
                                      </p:to>
                                    </p:set>
                                  </p:childTnLst>
                                  <p:subTnLst>
                                    <p:audio>
                                      <p:cMediaNode>
                                        <p:cTn display="0" masterRel="sameClick">
                                          <p:stCondLst>
                                            <p:cond evt="begin" delay="0">
                                              <p:tn val="219"/>
                                            </p:cond>
                                          </p:stCondLst>
                                          <p:endCondLst>
                                            <p:cond evt="onStopAudio" delay="0">
                                              <p:tgtEl>
                                                <p:sldTgt/>
                                              </p:tgtEl>
                                            </p:cond>
                                          </p:endCondLst>
                                        </p:cTn>
                                        <p:tgtEl>
                                          <p:sndTgt r:embed="rId4" name="type.wav"/>
                                        </p:tgtEl>
                                      </p:cMediaNode>
                                    </p:audio>
                                  </p:subTnLst>
                                </p:cTn>
                              </p:par>
                            </p:childTnLst>
                          </p:cTn>
                        </p:par>
                        <p:par>
                          <p:cTn id="222" fill="hold" nodeType="afterGroup">
                            <p:stCondLst>
                              <p:cond delay="10500"/>
                            </p:stCondLst>
                            <p:childTnLst>
                              <p:par>
                                <p:cTn id="223" presetID="3" presetClass="exit" presetSubtype="10" fill="hold" grpId="1" nodeType="afterEffect">
                                  <p:stCondLst>
                                    <p:cond delay="0"/>
                                  </p:stCondLst>
                                  <p:childTnLst>
                                    <p:animEffect transition="out" filter="blinds(horizontal)">
                                      <p:cBhvr>
                                        <p:cTn id="224" dur="500"/>
                                        <p:tgtEl>
                                          <p:spTgt spid="543773"/>
                                        </p:tgtEl>
                                      </p:cBhvr>
                                    </p:animEffect>
                                    <p:set>
                                      <p:cBhvr>
                                        <p:cTn id="225" dur="1" fill="hold">
                                          <p:stCondLst>
                                            <p:cond delay="499"/>
                                          </p:stCondLst>
                                        </p:cTn>
                                        <p:tgtEl>
                                          <p:spTgt spid="543773"/>
                                        </p:tgtEl>
                                        <p:attrNameLst>
                                          <p:attrName>style.visibility</p:attrName>
                                        </p:attrNameLst>
                                      </p:cBhvr>
                                      <p:to>
                                        <p:strVal val="hidden"/>
                                      </p:to>
                                    </p:set>
                                  </p:childTnLst>
                                  <p:subTnLst>
                                    <p:audio>
                                      <p:cMediaNode>
                                        <p:cTn display="0" masterRel="sameClick">
                                          <p:stCondLst>
                                            <p:cond evt="begin" delay="0">
                                              <p:tn val="223"/>
                                            </p:cond>
                                          </p:stCondLst>
                                          <p:endCondLst>
                                            <p:cond evt="onStopAudio" delay="0">
                                              <p:tgtEl>
                                                <p:sldTgt/>
                                              </p:tgtEl>
                                            </p:cond>
                                          </p:endCondLst>
                                        </p:cTn>
                                        <p:tgtEl>
                                          <p:sndTgt r:embed="rId4" name="type.wav"/>
                                        </p:tgtEl>
                                      </p:cMediaNode>
                                    </p:audio>
                                  </p:subTnLst>
                                </p:cTn>
                              </p:par>
                            </p:childTnLst>
                          </p:cTn>
                        </p:par>
                        <p:par>
                          <p:cTn id="226" fill="hold" nodeType="afterGroup">
                            <p:stCondLst>
                              <p:cond delay="11000"/>
                            </p:stCondLst>
                            <p:childTnLst>
                              <p:par>
                                <p:cTn id="227" presetID="3" presetClass="exit" presetSubtype="10" fill="hold" grpId="1" nodeType="afterEffect">
                                  <p:stCondLst>
                                    <p:cond delay="1000"/>
                                  </p:stCondLst>
                                  <p:childTnLst>
                                    <p:animEffect transition="out" filter="blinds(horizontal)">
                                      <p:cBhvr>
                                        <p:cTn id="228" dur="500"/>
                                        <p:tgtEl>
                                          <p:spTgt spid="543766"/>
                                        </p:tgtEl>
                                      </p:cBhvr>
                                    </p:animEffect>
                                    <p:set>
                                      <p:cBhvr>
                                        <p:cTn id="229" dur="1" fill="hold">
                                          <p:stCondLst>
                                            <p:cond delay="499"/>
                                          </p:stCondLst>
                                        </p:cTn>
                                        <p:tgtEl>
                                          <p:spTgt spid="543766"/>
                                        </p:tgtEl>
                                        <p:attrNameLst>
                                          <p:attrName>style.visibility</p:attrName>
                                        </p:attrNameLst>
                                      </p:cBhvr>
                                      <p:to>
                                        <p:strVal val="hidden"/>
                                      </p:to>
                                    </p:set>
                                  </p:childTnLst>
                                  <p:subTnLst>
                                    <p:audio>
                                      <p:cMediaNode>
                                        <p:cTn display="0" masterRel="sameClick">
                                          <p:stCondLst>
                                            <p:cond evt="begin" delay="0">
                                              <p:tn val="227"/>
                                            </p:cond>
                                          </p:stCondLst>
                                          <p:endCondLst>
                                            <p:cond evt="onStopAudio" delay="0">
                                              <p:tgtEl>
                                                <p:sldTgt/>
                                              </p:tgtEl>
                                            </p:cond>
                                          </p:endCondLst>
                                        </p:cTn>
                                        <p:tgtEl>
                                          <p:sndTgt r:embed="rId4" name="type.wav"/>
                                        </p:tgtEl>
                                      </p:cMediaNode>
                                    </p:audio>
                                  </p:subTnLst>
                                </p:cTn>
                              </p:par>
                            </p:childTnLst>
                          </p:cTn>
                        </p:par>
                        <p:par>
                          <p:cTn id="230" fill="hold" nodeType="afterGroup">
                            <p:stCondLst>
                              <p:cond delay="12500"/>
                            </p:stCondLst>
                            <p:childTnLst>
                              <p:par>
                                <p:cTn id="231" presetID="3" presetClass="exit" presetSubtype="10" fill="hold" grpId="1" nodeType="afterEffect">
                                  <p:stCondLst>
                                    <p:cond delay="0"/>
                                  </p:stCondLst>
                                  <p:childTnLst>
                                    <p:animEffect transition="out" filter="blinds(horizontal)">
                                      <p:cBhvr>
                                        <p:cTn id="232" dur="500"/>
                                        <p:tgtEl>
                                          <p:spTgt spid="543767"/>
                                        </p:tgtEl>
                                      </p:cBhvr>
                                    </p:animEffect>
                                    <p:set>
                                      <p:cBhvr>
                                        <p:cTn id="233" dur="1" fill="hold">
                                          <p:stCondLst>
                                            <p:cond delay="499"/>
                                          </p:stCondLst>
                                        </p:cTn>
                                        <p:tgtEl>
                                          <p:spTgt spid="543767"/>
                                        </p:tgtEl>
                                        <p:attrNameLst>
                                          <p:attrName>style.visibility</p:attrName>
                                        </p:attrNameLst>
                                      </p:cBhvr>
                                      <p:to>
                                        <p:strVal val="hidden"/>
                                      </p:to>
                                    </p:set>
                                  </p:childTnLst>
                                  <p:subTnLst>
                                    <p:audio>
                                      <p:cMediaNode>
                                        <p:cTn display="0" masterRel="sameClick">
                                          <p:stCondLst>
                                            <p:cond evt="begin" delay="0">
                                              <p:tn val="231"/>
                                            </p:cond>
                                          </p:stCondLst>
                                          <p:endCondLst>
                                            <p:cond evt="onStopAudio" delay="0">
                                              <p:tgtEl>
                                                <p:sldTgt/>
                                              </p:tgtEl>
                                            </p:cond>
                                          </p:endCondLst>
                                        </p:cTn>
                                        <p:tgtEl>
                                          <p:sndTgt r:embed="rId4" name="type.wav"/>
                                        </p:tgtEl>
                                      </p:cMediaNode>
                                    </p:audio>
                                  </p:subTnLst>
                                </p:cTn>
                              </p:par>
                            </p:childTnLst>
                          </p:cTn>
                        </p:par>
                        <p:par>
                          <p:cTn id="234" fill="hold" nodeType="afterGroup">
                            <p:stCondLst>
                              <p:cond delay="13000"/>
                            </p:stCondLst>
                            <p:childTnLst>
                              <p:par>
                                <p:cTn id="235" presetID="3" presetClass="exit" presetSubtype="10" fill="hold" grpId="1" nodeType="afterEffect">
                                  <p:stCondLst>
                                    <p:cond delay="0"/>
                                  </p:stCondLst>
                                  <p:childTnLst>
                                    <p:animEffect transition="out" filter="blinds(horizontal)">
                                      <p:cBhvr>
                                        <p:cTn id="236" dur="500"/>
                                        <p:tgtEl>
                                          <p:spTgt spid="543768"/>
                                        </p:tgtEl>
                                      </p:cBhvr>
                                    </p:animEffect>
                                    <p:set>
                                      <p:cBhvr>
                                        <p:cTn id="237" dur="1" fill="hold">
                                          <p:stCondLst>
                                            <p:cond delay="499"/>
                                          </p:stCondLst>
                                        </p:cTn>
                                        <p:tgtEl>
                                          <p:spTgt spid="543768"/>
                                        </p:tgtEl>
                                        <p:attrNameLst>
                                          <p:attrName>style.visibility</p:attrName>
                                        </p:attrNameLst>
                                      </p:cBhvr>
                                      <p:to>
                                        <p:strVal val="hidden"/>
                                      </p:to>
                                    </p:set>
                                  </p:childTnLst>
                                  <p:subTnLst>
                                    <p:audio>
                                      <p:cMediaNode>
                                        <p:cTn display="0" masterRel="sameClick">
                                          <p:stCondLst>
                                            <p:cond evt="begin" delay="0">
                                              <p:tn val="235"/>
                                            </p:cond>
                                          </p:stCondLst>
                                          <p:endCondLst>
                                            <p:cond evt="onStopAudio" delay="0">
                                              <p:tgtEl>
                                                <p:sldTgt/>
                                              </p:tgtEl>
                                            </p:cond>
                                          </p:endCondLst>
                                        </p:cTn>
                                        <p:tgtEl>
                                          <p:sndTgt r:embed="rId4" name="type.wav"/>
                                        </p:tgtEl>
                                      </p:cMediaNode>
                                    </p:audio>
                                  </p:subTnLst>
                                </p:cTn>
                              </p:par>
                            </p:childTnLst>
                          </p:cTn>
                        </p:par>
                        <p:par>
                          <p:cTn id="238" fill="hold" nodeType="afterGroup">
                            <p:stCondLst>
                              <p:cond delay="13500"/>
                            </p:stCondLst>
                            <p:childTnLst>
                              <p:par>
                                <p:cTn id="239" presetID="3" presetClass="exit" presetSubtype="10" fill="hold" grpId="1" nodeType="afterEffect">
                                  <p:stCondLst>
                                    <p:cond delay="0"/>
                                  </p:stCondLst>
                                  <p:childTnLst>
                                    <p:animEffect transition="out" filter="blinds(horizontal)">
                                      <p:cBhvr>
                                        <p:cTn id="240" dur="500"/>
                                        <p:tgtEl>
                                          <p:spTgt spid="543769"/>
                                        </p:tgtEl>
                                      </p:cBhvr>
                                    </p:animEffect>
                                    <p:set>
                                      <p:cBhvr>
                                        <p:cTn id="241" dur="1" fill="hold">
                                          <p:stCondLst>
                                            <p:cond delay="499"/>
                                          </p:stCondLst>
                                        </p:cTn>
                                        <p:tgtEl>
                                          <p:spTgt spid="543769"/>
                                        </p:tgtEl>
                                        <p:attrNameLst>
                                          <p:attrName>style.visibility</p:attrName>
                                        </p:attrNameLst>
                                      </p:cBhvr>
                                      <p:to>
                                        <p:strVal val="hidden"/>
                                      </p:to>
                                    </p:set>
                                  </p:childTnLst>
                                  <p:subTnLst>
                                    <p:audio>
                                      <p:cMediaNode>
                                        <p:cTn display="0" masterRel="sameClick">
                                          <p:stCondLst>
                                            <p:cond evt="begin" delay="0">
                                              <p:tn val="239"/>
                                            </p:cond>
                                          </p:stCondLst>
                                          <p:endCondLst>
                                            <p:cond evt="onStopAudio" delay="0">
                                              <p:tgtEl>
                                                <p:sldTgt/>
                                              </p:tgtEl>
                                            </p:cond>
                                          </p:endCondLst>
                                        </p:cTn>
                                        <p:tgtEl>
                                          <p:sndTgt r:embed="rId4" name="type.wav"/>
                                        </p:tgtEl>
                                      </p:cMediaNode>
                                    </p:audio>
                                  </p:subTnLst>
                                </p:cTn>
                              </p:par>
                            </p:childTnLst>
                          </p:cTn>
                        </p:par>
                        <p:par>
                          <p:cTn id="242" fill="hold" nodeType="afterGroup">
                            <p:stCondLst>
                              <p:cond delay="14000"/>
                            </p:stCondLst>
                            <p:childTnLst>
                              <p:par>
                                <p:cTn id="243" presetID="3" presetClass="exit" presetSubtype="10" fill="hold" grpId="2" nodeType="afterEffect">
                                  <p:stCondLst>
                                    <p:cond delay="1000"/>
                                  </p:stCondLst>
                                  <p:childTnLst>
                                    <p:animEffect transition="out" filter="blinds(horizontal)">
                                      <p:cBhvr>
                                        <p:cTn id="244" dur="500"/>
                                        <p:tgtEl>
                                          <p:spTgt spid="543766"/>
                                        </p:tgtEl>
                                      </p:cBhvr>
                                    </p:animEffect>
                                    <p:set>
                                      <p:cBhvr>
                                        <p:cTn id="245" dur="1" fill="hold">
                                          <p:stCondLst>
                                            <p:cond delay="499"/>
                                          </p:stCondLst>
                                        </p:cTn>
                                        <p:tgtEl>
                                          <p:spTgt spid="543766"/>
                                        </p:tgtEl>
                                        <p:attrNameLst>
                                          <p:attrName>style.visibility</p:attrName>
                                        </p:attrNameLst>
                                      </p:cBhvr>
                                      <p:to>
                                        <p:strVal val="hidden"/>
                                      </p:to>
                                    </p:set>
                                  </p:childTnLst>
                                  <p:subTnLst>
                                    <p:audio>
                                      <p:cMediaNode>
                                        <p:cTn display="0" masterRel="sameClick">
                                          <p:stCondLst>
                                            <p:cond evt="begin" delay="0">
                                              <p:tn val="243"/>
                                            </p:cond>
                                          </p:stCondLst>
                                          <p:endCondLst>
                                            <p:cond evt="onStopAudio" delay="0">
                                              <p:tgtEl>
                                                <p:sldTgt/>
                                              </p:tgtEl>
                                            </p:cond>
                                          </p:endCondLst>
                                        </p:cTn>
                                        <p:tgtEl>
                                          <p:sndTgt r:embed="rId4" name="type.wav"/>
                                        </p:tgtEl>
                                      </p:cMediaNode>
                                    </p:audio>
                                  </p:subTnLst>
                                </p:cTn>
                              </p:par>
                            </p:childTnLst>
                          </p:cTn>
                        </p:par>
                        <p:par>
                          <p:cTn id="246" fill="hold" nodeType="afterGroup">
                            <p:stCondLst>
                              <p:cond delay="15500"/>
                            </p:stCondLst>
                            <p:childTnLst>
                              <p:par>
                                <p:cTn id="247" presetID="3" presetClass="exit" presetSubtype="10" fill="hold" grpId="2" nodeType="afterEffect">
                                  <p:stCondLst>
                                    <p:cond delay="0"/>
                                  </p:stCondLst>
                                  <p:childTnLst>
                                    <p:animEffect transition="out" filter="blinds(horizontal)">
                                      <p:cBhvr>
                                        <p:cTn id="248" dur="500"/>
                                        <p:tgtEl>
                                          <p:spTgt spid="543767"/>
                                        </p:tgtEl>
                                      </p:cBhvr>
                                    </p:animEffect>
                                    <p:set>
                                      <p:cBhvr>
                                        <p:cTn id="249" dur="1" fill="hold">
                                          <p:stCondLst>
                                            <p:cond delay="499"/>
                                          </p:stCondLst>
                                        </p:cTn>
                                        <p:tgtEl>
                                          <p:spTgt spid="543767"/>
                                        </p:tgtEl>
                                        <p:attrNameLst>
                                          <p:attrName>style.visibility</p:attrName>
                                        </p:attrNameLst>
                                      </p:cBhvr>
                                      <p:to>
                                        <p:strVal val="hidden"/>
                                      </p:to>
                                    </p:set>
                                  </p:childTnLst>
                                  <p:subTnLst>
                                    <p:audio>
                                      <p:cMediaNode>
                                        <p:cTn display="0" masterRel="sameClick">
                                          <p:stCondLst>
                                            <p:cond evt="begin" delay="0">
                                              <p:tn val="247"/>
                                            </p:cond>
                                          </p:stCondLst>
                                          <p:endCondLst>
                                            <p:cond evt="onStopAudio" delay="0">
                                              <p:tgtEl>
                                                <p:sldTgt/>
                                              </p:tgtEl>
                                            </p:cond>
                                          </p:endCondLst>
                                        </p:cTn>
                                        <p:tgtEl>
                                          <p:sndTgt r:embed="rId4" name="type.wav"/>
                                        </p:tgtEl>
                                      </p:cMediaNode>
                                    </p:audio>
                                  </p:subTnLst>
                                </p:cTn>
                              </p:par>
                            </p:childTnLst>
                          </p:cTn>
                        </p:par>
                        <p:par>
                          <p:cTn id="250" fill="hold" nodeType="afterGroup">
                            <p:stCondLst>
                              <p:cond delay="16000"/>
                            </p:stCondLst>
                            <p:childTnLst>
                              <p:par>
                                <p:cTn id="251" presetID="3" presetClass="exit" presetSubtype="10" fill="hold" grpId="2" nodeType="afterEffect">
                                  <p:stCondLst>
                                    <p:cond delay="0"/>
                                  </p:stCondLst>
                                  <p:childTnLst>
                                    <p:animEffect transition="out" filter="blinds(horizontal)">
                                      <p:cBhvr>
                                        <p:cTn id="252" dur="500"/>
                                        <p:tgtEl>
                                          <p:spTgt spid="543768"/>
                                        </p:tgtEl>
                                      </p:cBhvr>
                                    </p:animEffect>
                                    <p:set>
                                      <p:cBhvr>
                                        <p:cTn id="253" dur="1" fill="hold">
                                          <p:stCondLst>
                                            <p:cond delay="499"/>
                                          </p:stCondLst>
                                        </p:cTn>
                                        <p:tgtEl>
                                          <p:spTgt spid="543768"/>
                                        </p:tgtEl>
                                        <p:attrNameLst>
                                          <p:attrName>style.visibility</p:attrName>
                                        </p:attrNameLst>
                                      </p:cBhvr>
                                      <p:to>
                                        <p:strVal val="hidden"/>
                                      </p:to>
                                    </p:set>
                                  </p:childTnLst>
                                  <p:subTnLst>
                                    <p:audio>
                                      <p:cMediaNode>
                                        <p:cTn display="0" masterRel="sameClick">
                                          <p:stCondLst>
                                            <p:cond evt="begin" delay="0">
                                              <p:tn val="251"/>
                                            </p:cond>
                                          </p:stCondLst>
                                          <p:endCondLst>
                                            <p:cond evt="onStopAudio" delay="0">
                                              <p:tgtEl>
                                                <p:sldTgt/>
                                              </p:tgtEl>
                                            </p:cond>
                                          </p:endCondLst>
                                        </p:cTn>
                                        <p:tgtEl>
                                          <p:sndTgt r:embed="rId4" name="type.wav"/>
                                        </p:tgtEl>
                                      </p:cMediaNode>
                                    </p:audio>
                                  </p:subTnLst>
                                </p:cTn>
                              </p:par>
                            </p:childTnLst>
                          </p:cTn>
                        </p:par>
                        <p:par>
                          <p:cTn id="254" fill="hold" nodeType="afterGroup">
                            <p:stCondLst>
                              <p:cond delay="16500"/>
                            </p:stCondLst>
                            <p:childTnLst>
                              <p:par>
                                <p:cTn id="255" presetID="3" presetClass="exit" presetSubtype="10" fill="hold" grpId="1" nodeType="afterEffect">
                                  <p:stCondLst>
                                    <p:cond delay="0"/>
                                  </p:stCondLst>
                                  <p:childTnLst>
                                    <p:animEffect transition="out" filter="blinds(horizontal)">
                                      <p:cBhvr>
                                        <p:cTn id="256" dur="500"/>
                                        <p:tgtEl>
                                          <p:spTgt spid="543762"/>
                                        </p:tgtEl>
                                      </p:cBhvr>
                                    </p:animEffect>
                                    <p:set>
                                      <p:cBhvr>
                                        <p:cTn id="257" dur="1" fill="hold">
                                          <p:stCondLst>
                                            <p:cond delay="499"/>
                                          </p:stCondLst>
                                        </p:cTn>
                                        <p:tgtEl>
                                          <p:spTgt spid="543762"/>
                                        </p:tgtEl>
                                        <p:attrNameLst>
                                          <p:attrName>style.visibility</p:attrName>
                                        </p:attrNameLst>
                                      </p:cBhvr>
                                      <p:to>
                                        <p:strVal val="hidden"/>
                                      </p:to>
                                    </p:set>
                                  </p:childTnLst>
                                  <p:subTnLst>
                                    <p:audio>
                                      <p:cMediaNode>
                                        <p:cTn display="0" masterRel="sameClick">
                                          <p:stCondLst>
                                            <p:cond evt="begin" delay="0">
                                              <p:tn val="255"/>
                                            </p:cond>
                                          </p:stCondLst>
                                          <p:endCondLst>
                                            <p:cond evt="onStopAudio" delay="0">
                                              <p:tgtEl>
                                                <p:sldTgt/>
                                              </p:tgtEl>
                                            </p:cond>
                                          </p:endCondLst>
                                        </p:cTn>
                                        <p:tgtEl>
                                          <p:sndTgt r:embed="rId4" name="type.wav"/>
                                        </p:tgtEl>
                                      </p:cMediaNode>
                                    </p:audio>
                                  </p:subTnLst>
                                </p:cTn>
                              </p:par>
                            </p:childTnLst>
                          </p:cTn>
                        </p:par>
                        <p:par>
                          <p:cTn id="258" fill="hold" nodeType="afterGroup">
                            <p:stCondLst>
                              <p:cond delay="17000"/>
                            </p:stCondLst>
                            <p:childTnLst>
                              <p:par>
                                <p:cTn id="259" presetID="3" presetClass="exit" presetSubtype="10" fill="hold" grpId="1" nodeType="afterEffect">
                                  <p:stCondLst>
                                    <p:cond delay="1000"/>
                                  </p:stCondLst>
                                  <p:childTnLst>
                                    <p:animEffect transition="out" filter="blinds(horizontal)">
                                      <p:cBhvr>
                                        <p:cTn id="260" dur="500"/>
                                        <p:tgtEl>
                                          <p:spTgt spid="543763"/>
                                        </p:tgtEl>
                                      </p:cBhvr>
                                    </p:animEffect>
                                    <p:set>
                                      <p:cBhvr>
                                        <p:cTn id="261" dur="1" fill="hold">
                                          <p:stCondLst>
                                            <p:cond delay="499"/>
                                          </p:stCondLst>
                                        </p:cTn>
                                        <p:tgtEl>
                                          <p:spTgt spid="543763"/>
                                        </p:tgtEl>
                                        <p:attrNameLst>
                                          <p:attrName>style.visibility</p:attrName>
                                        </p:attrNameLst>
                                      </p:cBhvr>
                                      <p:to>
                                        <p:strVal val="hidden"/>
                                      </p:to>
                                    </p:set>
                                  </p:childTnLst>
                                  <p:subTnLst>
                                    <p:audio>
                                      <p:cMediaNode>
                                        <p:cTn display="0" masterRel="sameClick">
                                          <p:stCondLst>
                                            <p:cond evt="begin" delay="0">
                                              <p:tn val="259"/>
                                            </p:cond>
                                          </p:stCondLst>
                                          <p:endCondLst>
                                            <p:cond evt="onStopAudio" delay="0">
                                              <p:tgtEl>
                                                <p:sldTgt/>
                                              </p:tgtEl>
                                            </p:cond>
                                          </p:endCondLst>
                                        </p:cTn>
                                        <p:tgtEl>
                                          <p:sndTgt r:embed="rId4" name="type.wav"/>
                                        </p:tgtEl>
                                      </p:cMediaNode>
                                    </p:audio>
                                  </p:subTnLst>
                                </p:cTn>
                              </p:par>
                            </p:childTnLst>
                          </p:cTn>
                        </p:par>
                        <p:par>
                          <p:cTn id="262" fill="hold" nodeType="afterGroup">
                            <p:stCondLst>
                              <p:cond delay="18500"/>
                            </p:stCondLst>
                            <p:childTnLst>
                              <p:par>
                                <p:cTn id="263" presetID="3" presetClass="exit" presetSubtype="10" fill="hold" grpId="1" nodeType="afterEffect">
                                  <p:stCondLst>
                                    <p:cond delay="0"/>
                                  </p:stCondLst>
                                  <p:childTnLst>
                                    <p:animEffect transition="out" filter="blinds(horizontal)">
                                      <p:cBhvr>
                                        <p:cTn id="264" dur="500"/>
                                        <p:tgtEl>
                                          <p:spTgt spid="543764"/>
                                        </p:tgtEl>
                                      </p:cBhvr>
                                    </p:animEffect>
                                    <p:set>
                                      <p:cBhvr>
                                        <p:cTn id="265" dur="1" fill="hold">
                                          <p:stCondLst>
                                            <p:cond delay="499"/>
                                          </p:stCondLst>
                                        </p:cTn>
                                        <p:tgtEl>
                                          <p:spTgt spid="543764"/>
                                        </p:tgtEl>
                                        <p:attrNameLst>
                                          <p:attrName>style.visibility</p:attrName>
                                        </p:attrNameLst>
                                      </p:cBhvr>
                                      <p:to>
                                        <p:strVal val="hidden"/>
                                      </p:to>
                                    </p:set>
                                  </p:childTnLst>
                                  <p:subTnLst>
                                    <p:audio>
                                      <p:cMediaNode>
                                        <p:cTn display="0" masterRel="sameClick">
                                          <p:stCondLst>
                                            <p:cond evt="begin" delay="0">
                                              <p:tn val="263"/>
                                            </p:cond>
                                          </p:stCondLst>
                                          <p:endCondLst>
                                            <p:cond evt="onStopAudio" delay="0">
                                              <p:tgtEl>
                                                <p:sldTgt/>
                                              </p:tgtEl>
                                            </p:cond>
                                          </p:endCondLst>
                                        </p:cTn>
                                        <p:tgtEl>
                                          <p:sndTgt r:embed="rId4" name="type.wav"/>
                                        </p:tgtEl>
                                      </p:cMediaNode>
                                    </p:audio>
                                  </p:subTnLst>
                                </p:cTn>
                              </p:par>
                            </p:childTnLst>
                          </p:cTn>
                        </p:par>
                        <p:par>
                          <p:cTn id="266" fill="hold" nodeType="afterGroup">
                            <p:stCondLst>
                              <p:cond delay="19000"/>
                            </p:stCondLst>
                            <p:childTnLst>
                              <p:par>
                                <p:cTn id="267" presetID="3" presetClass="exit" presetSubtype="10" fill="hold" grpId="1" nodeType="afterEffect">
                                  <p:stCondLst>
                                    <p:cond delay="0"/>
                                  </p:stCondLst>
                                  <p:childTnLst>
                                    <p:animEffect transition="out" filter="blinds(horizontal)">
                                      <p:cBhvr>
                                        <p:cTn id="268" dur="500"/>
                                        <p:tgtEl>
                                          <p:spTgt spid="543765"/>
                                        </p:tgtEl>
                                      </p:cBhvr>
                                    </p:animEffect>
                                    <p:set>
                                      <p:cBhvr>
                                        <p:cTn id="269" dur="1" fill="hold">
                                          <p:stCondLst>
                                            <p:cond delay="499"/>
                                          </p:stCondLst>
                                        </p:cTn>
                                        <p:tgtEl>
                                          <p:spTgt spid="543765"/>
                                        </p:tgtEl>
                                        <p:attrNameLst>
                                          <p:attrName>style.visibility</p:attrName>
                                        </p:attrNameLst>
                                      </p:cBhvr>
                                      <p:to>
                                        <p:strVal val="hidden"/>
                                      </p:to>
                                    </p:set>
                                  </p:childTnLst>
                                  <p:subTnLst>
                                    <p:audio>
                                      <p:cMediaNode>
                                        <p:cTn display="0" masterRel="sameClick">
                                          <p:stCondLst>
                                            <p:cond evt="begin" delay="0">
                                              <p:tn val="267"/>
                                            </p:cond>
                                          </p:stCondLst>
                                          <p:endCondLst>
                                            <p:cond evt="onStopAudio" delay="0">
                                              <p:tgtEl>
                                                <p:sldTgt/>
                                              </p:tgtEl>
                                            </p:cond>
                                          </p:endCondLst>
                                        </p:cTn>
                                        <p:tgtEl>
                                          <p:sndTgt r:embed="rId4" name="type.wav"/>
                                        </p:tgtEl>
                                      </p:cMediaNode>
                                    </p:audio>
                                  </p:subTnLst>
                                </p:cTn>
                              </p:par>
                            </p:childTnLst>
                          </p:cTn>
                        </p:par>
                        <p:par>
                          <p:cTn id="270" fill="hold" nodeType="afterGroup">
                            <p:stCondLst>
                              <p:cond delay="19500"/>
                            </p:stCondLst>
                            <p:childTnLst>
                              <p:par>
                                <p:cTn id="271" presetID="3" presetClass="exit" presetSubtype="10" fill="hold" grpId="1" nodeType="afterEffect">
                                  <p:stCondLst>
                                    <p:cond delay="1000"/>
                                  </p:stCondLst>
                                  <p:childTnLst>
                                    <p:animEffect transition="out" filter="blinds(horizontal)">
                                      <p:cBhvr>
                                        <p:cTn id="272" dur="500"/>
                                        <p:tgtEl>
                                          <p:spTgt spid="543758"/>
                                        </p:tgtEl>
                                      </p:cBhvr>
                                    </p:animEffect>
                                    <p:set>
                                      <p:cBhvr>
                                        <p:cTn id="273" dur="1" fill="hold">
                                          <p:stCondLst>
                                            <p:cond delay="499"/>
                                          </p:stCondLst>
                                        </p:cTn>
                                        <p:tgtEl>
                                          <p:spTgt spid="543758"/>
                                        </p:tgtEl>
                                        <p:attrNameLst>
                                          <p:attrName>style.visibility</p:attrName>
                                        </p:attrNameLst>
                                      </p:cBhvr>
                                      <p:to>
                                        <p:strVal val="hidden"/>
                                      </p:to>
                                    </p:set>
                                  </p:childTnLst>
                                  <p:subTnLst>
                                    <p:audio>
                                      <p:cMediaNode>
                                        <p:cTn display="0" masterRel="sameClick">
                                          <p:stCondLst>
                                            <p:cond evt="begin" delay="0">
                                              <p:tn val="271"/>
                                            </p:cond>
                                          </p:stCondLst>
                                          <p:endCondLst>
                                            <p:cond evt="onStopAudio" delay="0">
                                              <p:tgtEl>
                                                <p:sldTgt/>
                                              </p:tgtEl>
                                            </p:cond>
                                          </p:endCondLst>
                                        </p:cTn>
                                        <p:tgtEl>
                                          <p:sndTgt r:embed="rId4" name="type.wav"/>
                                        </p:tgtEl>
                                      </p:cMediaNode>
                                    </p:audio>
                                  </p:subTnLst>
                                </p:cTn>
                              </p:par>
                            </p:childTnLst>
                          </p:cTn>
                        </p:par>
                        <p:par>
                          <p:cTn id="274" fill="hold" nodeType="afterGroup">
                            <p:stCondLst>
                              <p:cond delay="21000"/>
                            </p:stCondLst>
                            <p:childTnLst>
                              <p:par>
                                <p:cTn id="275" presetID="3" presetClass="exit" presetSubtype="10" fill="hold" grpId="1" nodeType="afterEffect">
                                  <p:stCondLst>
                                    <p:cond delay="0"/>
                                  </p:stCondLst>
                                  <p:childTnLst>
                                    <p:animEffect transition="out" filter="blinds(horizontal)">
                                      <p:cBhvr>
                                        <p:cTn id="276" dur="500"/>
                                        <p:tgtEl>
                                          <p:spTgt spid="543759"/>
                                        </p:tgtEl>
                                      </p:cBhvr>
                                    </p:animEffect>
                                    <p:set>
                                      <p:cBhvr>
                                        <p:cTn id="277" dur="1" fill="hold">
                                          <p:stCondLst>
                                            <p:cond delay="499"/>
                                          </p:stCondLst>
                                        </p:cTn>
                                        <p:tgtEl>
                                          <p:spTgt spid="543759"/>
                                        </p:tgtEl>
                                        <p:attrNameLst>
                                          <p:attrName>style.visibility</p:attrName>
                                        </p:attrNameLst>
                                      </p:cBhvr>
                                      <p:to>
                                        <p:strVal val="hidden"/>
                                      </p:to>
                                    </p:set>
                                  </p:childTnLst>
                                  <p:subTnLst>
                                    <p:audio>
                                      <p:cMediaNode>
                                        <p:cTn display="0" masterRel="sameClick">
                                          <p:stCondLst>
                                            <p:cond evt="begin" delay="0">
                                              <p:tn val="275"/>
                                            </p:cond>
                                          </p:stCondLst>
                                          <p:endCondLst>
                                            <p:cond evt="onStopAudio" delay="0">
                                              <p:tgtEl>
                                                <p:sldTgt/>
                                              </p:tgtEl>
                                            </p:cond>
                                          </p:endCondLst>
                                        </p:cTn>
                                        <p:tgtEl>
                                          <p:sndTgt r:embed="rId4" name="type.wav"/>
                                        </p:tgtEl>
                                      </p:cMediaNode>
                                    </p:audio>
                                  </p:subTnLst>
                                </p:cTn>
                              </p:par>
                            </p:childTnLst>
                          </p:cTn>
                        </p:par>
                        <p:par>
                          <p:cTn id="278" fill="hold" nodeType="afterGroup">
                            <p:stCondLst>
                              <p:cond delay="21500"/>
                            </p:stCondLst>
                            <p:childTnLst>
                              <p:par>
                                <p:cTn id="279" presetID="3" presetClass="exit" presetSubtype="10" fill="hold" grpId="1" nodeType="afterEffect">
                                  <p:stCondLst>
                                    <p:cond delay="0"/>
                                  </p:stCondLst>
                                  <p:childTnLst>
                                    <p:animEffect transition="out" filter="blinds(horizontal)">
                                      <p:cBhvr>
                                        <p:cTn id="280" dur="500"/>
                                        <p:tgtEl>
                                          <p:spTgt spid="543760"/>
                                        </p:tgtEl>
                                      </p:cBhvr>
                                    </p:animEffect>
                                    <p:set>
                                      <p:cBhvr>
                                        <p:cTn id="281" dur="1" fill="hold">
                                          <p:stCondLst>
                                            <p:cond delay="499"/>
                                          </p:stCondLst>
                                        </p:cTn>
                                        <p:tgtEl>
                                          <p:spTgt spid="543760"/>
                                        </p:tgtEl>
                                        <p:attrNameLst>
                                          <p:attrName>style.visibility</p:attrName>
                                        </p:attrNameLst>
                                      </p:cBhvr>
                                      <p:to>
                                        <p:strVal val="hidden"/>
                                      </p:to>
                                    </p:set>
                                  </p:childTnLst>
                                  <p:subTnLst>
                                    <p:audio>
                                      <p:cMediaNode>
                                        <p:cTn display="0" masterRel="sameClick">
                                          <p:stCondLst>
                                            <p:cond evt="begin" delay="0">
                                              <p:tn val="279"/>
                                            </p:cond>
                                          </p:stCondLst>
                                          <p:endCondLst>
                                            <p:cond evt="onStopAudio" delay="0">
                                              <p:tgtEl>
                                                <p:sldTgt/>
                                              </p:tgtEl>
                                            </p:cond>
                                          </p:endCondLst>
                                        </p:cTn>
                                        <p:tgtEl>
                                          <p:sndTgt r:embed="rId4" name="type.wav"/>
                                        </p:tgtEl>
                                      </p:cMediaNode>
                                    </p:audio>
                                  </p:subTnLst>
                                </p:cTn>
                              </p:par>
                            </p:childTnLst>
                          </p:cTn>
                        </p:par>
                        <p:par>
                          <p:cTn id="282" fill="hold" nodeType="afterGroup">
                            <p:stCondLst>
                              <p:cond delay="22000"/>
                            </p:stCondLst>
                            <p:childTnLst>
                              <p:par>
                                <p:cTn id="283" presetID="3" presetClass="exit" presetSubtype="10" fill="hold" grpId="1" nodeType="afterEffect">
                                  <p:stCondLst>
                                    <p:cond delay="0"/>
                                  </p:stCondLst>
                                  <p:childTnLst>
                                    <p:animEffect transition="out" filter="blinds(horizontal)">
                                      <p:cBhvr>
                                        <p:cTn id="284" dur="500"/>
                                        <p:tgtEl>
                                          <p:spTgt spid="543761"/>
                                        </p:tgtEl>
                                      </p:cBhvr>
                                    </p:animEffect>
                                    <p:set>
                                      <p:cBhvr>
                                        <p:cTn id="285" dur="1" fill="hold">
                                          <p:stCondLst>
                                            <p:cond delay="499"/>
                                          </p:stCondLst>
                                        </p:cTn>
                                        <p:tgtEl>
                                          <p:spTgt spid="543761"/>
                                        </p:tgtEl>
                                        <p:attrNameLst>
                                          <p:attrName>style.visibility</p:attrName>
                                        </p:attrNameLst>
                                      </p:cBhvr>
                                      <p:to>
                                        <p:strVal val="hidden"/>
                                      </p:to>
                                    </p:set>
                                  </p:childTnLst>
                                  <p:subTnLst>
                                    <p:audio>
                                      <p:cMediaNode>
                                        <p:cTn display="0" masterRel="sameClick">
                                          <p:stCondLst>
                                            <p:cond evt="begin" delay="0">
                                              <p:tn val="283"/>
                                            </p:cond>
                                          </p:stCondLst>
                                          <p:endCondLst>
                                            <p:cond evt="onStopAudio" delay="0">
                                              <p:tgtEl>
                                                <p:sldTgt/>
                                              </p:tgtEl>
                                            </p:cond>
                                          </p:endCondLst>
                                        </p:cTn>
                                        <p:tgtEl>
                                          <p:sndTgt r:embed="rId4" name="type.wav"/>
                                        </p:tgtEl>
                                      </p:cMediaNode>
                                    </p:audio>
                                  </p:subTnLst>
                                </p:cTn>
                              </p:par>
                            </p:childTnLst>
                          </p:cTn>
                        </p:par>
                        <p:par>
                          <p:cTn id="286" fill="hold" nodeType="afterGroup">
                            <p:stCondLst>
                              <p:cond delay="22500"/>
                            </p:stCondLst>
                            <p:childTnLst>
                              <p:par>
                                <p:cTn id="287" presetID="3" presetClass="exit" presetSubtype="10" fill="hold" grpId="1" nodeType="afterEffect">
                                  <p:stCondLst>
                                    <p:cond delay="1000"/>
                                  </p:stCondLst>
                                  <p:childTnLst>
                                    <p:animEffect transition="out" filter="blinds(horizontal)">
                                      <p:cBhvr>
                                        <p:cTn id="288" dur="500"/>
                                        <p:tgtEl>
                                          <p:spTgt spid="543750"/>
                                        </p:tgtEl>
                                      </p:cBhvr>
                                    </p:animEffect>
                                    <p:set>
                                      <p:cBhvr>
                                        <p:cTn id="289" dur="1" fill="hold">
                                          <p:stCondLst>
                                            <p:cond delay="499"/>
                                          </p:stCondLst>
                                        </p:cTn>
                                        <p:tgtEl>
                                          <p:spTgt spid="543750"/>
                                        </p:tgtEl>
                                        <p:attrNameLst>
                                          <p:attrName>style.visibility</p:attrName>
                                        </p:attrNameLst>
                                      </p:cBhvr>
                                      <p:to>
                                        <p:strVal val="hidden"/>
                                      </p:to>
                                    </p:set>
                                  </p:childTnLst>
                                  <p:subTnLst>
                                    <p:audio>
                                      <p:cMediaNode>
                                        <p:cTn display="0" masterRel="sameClick">
                                          <p:stCondLst>
                                            <p:cond evt="begin" delay="0">
                                              <p:tn val="287"/>
                                            </p:cond>
                                          </p:stCondLst>
                                          <p:endCondLst>
                                            <p:cond evt="onStopAudio" delay="0">
                                              <p:tgtEl>
                                                <p:sldTgt/>
                                              </p:tgtEl>
                                            </p:cond>
                                          </p:endCondLst>
                                        </p:cTn>
                                        <p:tgtEl>
                                          <p:sndTgt r:embed="rId4" name="type.wav"/>
                                        </p:tgtEl>
                                      </p:cMediaNode>
                                    </p:audio>
                                  </p:subTnLst>
                                </p:cTn>
                              </p:par>
                            </p:childTnLst>
                          </p:cTn>
                        </p:par>
                        <p:par>
                          <p:cTn id="290" fill="hold" nodeType="afterGroup">
                            <p:stCondLst>
                              <p:cond delay="24000"/>
                            </p:stCondLst>
                            <p:childTnLst>
                              <p:par>
                                <p:cTn id="291" presetID="3" presetClass="exit" presetSubtype="10" fill="hold" grpId="1" nodeType="afterEffect">
                                  <p:stCondLst>
                                    <p:cond delay="0"/>
                                  </p:stCondLst>
                                  <p:childTnLst>
                                    <p:animEffect transition="out" filter="blinds(horizontal)">
                                      <p:cBhvr>
                                        <p:cTn id="292" dur="500"/>
                                        <p:tgtEl>
                                          <p:spTgt spid="543751"/>
                                        </p:tgtEl>
                                      </p:cBhvr>
                                    </p:animEffect>
                                    <p:set>
                                      <p:cBhvr>
                                        <p:cTn id="293" dur="1" fill="hold">
                                          <p:stCondLst>
                                            <p:cond delay="499"/>
                                          </p:stCondLst>
                                        </p:cTn>
                                        <p:tgtEl>
                                          <p:spTgt spid="543751"/>
                                        </p:tgtEl>
                                        <p:attrNameLst>
                                          <p:attrName>style.visibility</p:attrName>
                                        </p:attrNameLst>
                                      </p:cBhvr>
                                      <p:to>
                                        <p:strVal val="hidden"/>
                                      </p:to>
                                    </p:set>
                                  </p:childTnLst>
                                  <p:subTnLst>
                                    <p:audio>
                                      <p:cMediaNode>
                                        <p:cTn display="0" masterRel="sameClick">
                                          <p:stCondLst>
                                            <p:cond evt="begin" delay="0">
                                              <p:tn val="291"/>
                                            </p:cond>
                                          </p:stCondLst>
                                          <p:endCondLst>
                                            <p:cond evt="onStopAudio" delay="0">
                                              <p:tgtEl>
                                                <p:sldTgt/>
                                              </p:tgtEl>
                                            </p:cond>
                                          </p:endCondLst>
                                        </p:cTn>
                                        <p:tgtEl>
                                          <p:sndTgt r:embed="rId4" name="type.wav"/>
                                        </p:tgtEl>
                                      </p:cMediaNode>
                                    </p:audio>
                                  </p:subTnLst>
                                </p:cTn>
                              </p:par>
                            </p:childTnLst>
                          </p:cTn>
                        </p:par>
                        <p:par>
                          <p:cTn id="294" fill="hold" nodeType="afterGroup">
                            <p:stCondLst>
                              <p:cond delay="24500"/>
                            </p:stCondLst>
                            <p:childTnLst>
                              <p:par>
                                <p:cTn id="295" presetID="3" presetClass="exit" presetSubtype="10" fill="hold" grpId="1" nodeType="afterEffect">
                                  <p:stCondLst>
                                    <p:cond delay="0"/>
                                  </p:stCondLst>
                                  <p:childTnLst>
                                    <p:animEffect transition="out" filter="blinds(horizontal)">
                                      <p:cBhvr>
                                        <p:cTn id="296" dur="500"/>
                                        <p:tgtEl>
                                          <p:spTgt spid="543752"/>
                                        </p:tgtEl>
                                      </p:cBhvr>
                                    </p:animEffect>
                                    <p:set>
                                      <p:cBhvr>
                                        <p:cTn id="297" dur="1" fill="hold">
                                          <p:stCondLst>
                                            <p:cond delay="499"/>
                                          </p:stCondLst>
                                        </p:cTn>
                                        <p:tgtEl>
                                          <p:spTgt spid="543752"/>
                                        </p:tgtEl>
                                        <p:attrNameLst>
                                          <p:attrName>style.visibility</p:attrName>
                                        </p:attrNameLst>
                                      </p:cBhvr>
                                      <p:to>
                                        <p:strVal val="hidden"/>
                                      </p:to>
                                    </p:set>
                                  </p:childTnLst>
                                  <p:subTnLst>
                                    <p:audio>
                                      <p:cMediaNode>
                                        <p:cTn display="0" masterRel="sameClick">
                                          <p:stCondLst>
                                            <p:cond evt="begin" delay="0">
                                              <p:tn val="295"/>
                                            </p:cond>
                                          </p:stCondLst>
                                          <p:endCondLst>
                                            <p:cond evt="onStopAudio" delay="0">
                                              <p:tgtEl>
                                                <p:sldTgt/>
                                              </p:tgtEl>
                                            </p:cond>
                                          </p:endCondLst>
                                        </p:cTn>
                                        <p:tgtEl>
                                          <p:sndTgt r:embed="rId4" name="type.wav"/>
                                        </p:tgtEl>
                                      </p:cMediaNode>
                                    </p:audio>
                                  </p:subTnLst>
                                </p:cTn>
                              </p:par>
                            </p:childTnLst>
                          </p:cTn>
                        </p:par>
                        <p:par>
                          <p:cTn id="298" fill="hold" nodeType="afterGroup">
                            <p:stCondLst>
                              <p:cond delay="25000"/>
                            </p:stCondLst>
                            <p:childTnLst>
                              <p:par>
                                <p:cTn id="299" presetID="3" presetClass="exit" presetSubtype="10" fill="hold" grpId="1" nodeType="afterEffect">
                                  <p:stCondLst>
                                    <p:cond delay="0"/>
                                  </p:stCondLst>
                                  <p:childTnLst>
                                    <p:animEffect transition="out" filter="blinds(horizontal)">
                                      <p:cBhvr>
                                        <p:cTn id="300" dur="500"/>
                                        <p:tgtEl>
                                          <p:spTgt spid="543753"/>
                                        </p:tgtEl>
                                      </p:cBhvr>
                                    </p:animEffect>
                                    <p:set>
                                      <p:cBhvr>
                                        <p:cTn id="301" dur="1" fill="hold">
                                          <p:stCondLst>
                                            <p:cond delay="499"/>
                                          </p:stCondLst>
                                        </p:cTn>
                                        <p:tgtEl>
                                          <p:spTgt spid="543753"/>
                                        </p:tgtEl>
                                        <p:attrNameLst>
                                          <p:attrName>style.visibility</p:attrName>
                                        </p:attrNameLst>
                                      </p:cBhvr>
                                      <p:to>
                                        <p:strVal val="hidden"/>
                                      </p:to>
                                    </p:set>
                                  </p:childTnLst>
                                  <p:subTnLst>
                                    <p:audio>
                                      <p:cMediaNode>
                                        <p:cTn display="0" masterRel="sameClick">
                                          <p:stCondLst>
                                            <p:cond evt="begin" delay="0">
                                              <p:tn val="299"/>
                                            </p:cond>
                                          </p:stCondLst>
                                          <p:endCondLst>
                                            <p:cond evt="onStopAudio" delay="0">
                                              <p:tgtEl>
                                                <p:sldTgt/>
                                              </p:tgtEl>
                                            </p:cond>
                                          </p:endCondLst>
                                        </p:cTn>
                                        <p:tgtEl>
                                          <p:sndTgt r:embed="rId4" name="type.wav"/>
                                        </p:tgtEl>
                                      </p:cMediaNode>
                                    </p:audio>
                                  </p:subTnLst>
                                </p:cTn>
                              </p:par>
                            </p:childTnLst>
                          </p:cTn>
                        </p:par>
                        <p:par>
                          <p:cTn id="302" fill="hold" nodeType="afterGroup">
                            <p:stCondLst>
                              <p:cond delay="25500"/>
                            </p:stCondLst>
                            <p:childTnLst>
                              <p:par>
                                <p:cTn id="303" presetID="3" presetClass="exit" presetSubtype="10" fill="hold" grpId="1" nodeType="afterEffect">
                                  <p:stCondLst>
                                    <p:cond delay="1000"/>
                                  </p:stCondLst>
                                  <p:childTnLst>
                                    <p:animEffect transition="out" filter="blinds(horizontal)">
                                      <p:cBhvr>
                                        <p:cTn id="304" dur="500"/>
                                        <p:tgtEl>
                                          <p:spTgt spid="543746"/>
                                        </p:tgtEl>
                                      </p:cBhvr>
                                    </p:animEffect>
                                    <p:set>
                                      <p:cBhvr>
                                        <p:cTn id="305" dur="1" fill="hold">
                                          <p:stCondLst>
                                            <p:cond delay="499"/>
                                          </p:stCondLst>
                                        </p:cTn>
                                        <p:tgtEl>
                                          <p:spTgt spid="543746"/>
                                        </p:tgtEl>
                                        <p:attrNameLst>
                                          <p:attrName>style.visibility</p:attrName>
                                        </p:attrNameLst>
                                      </p:cBhvr>
                                      <p:to>
                                        <p:strVal val="hidden"/>
                                      </p:to>
                                    </p:set>
                                  </p:childTnLst>
                                  <p:subTnLst>
                                    <p:audio>
                                      <p:cMediaNode>
                                        <p:cTn display="0" masterRel="sameClick">
                                          <p:stCondLst>
                                            <p:cond evt="begin" delay="0">
                                              <p:tn val="303"/>
                                            </p:cond>
                                          </p:stCondLst>
                                          <p:endCondLst>
                                            <p:cond evt="onStopAudio" delay="0">
                                              <p:tgtEl>
                                                <p:sldTgt/>
                                              </p:tgtEl>
                                            </p:cond>
                                          </p:endCondLst>
                                        </p:cTn>
                                        <p:tgtEl>
                                          <p:sndTgt r:embed="rId4" name="type.wav"/>
                                        </p:tgtEl>
                                      </p:cMediaNode>
                                    </p:audio>
                                  </p:subTnLst>
                                </p:cTn>
                              </p:par>
                            </p:childTnLst>
                          </p:cTn>
                        </p:par>
                        <p:par>
                          <p:cTn id="306" fill="hold" nodeType="afterGroup">
                            <p:stCondLst>
                              <p:cond delay="27000"/>
                            </p:stCondLst>
                            <p:childTnLst>
                              <p:par>
                                <p:cTn id="307" presetID="3" presetClass="exit" presetSubtype="10" fill="hold" grpId="1" nodeType="afterEffect">
                                  <p:stCondLst>
                                    <p:cond delay="0"/>
                                  </p:stCondLst>
                                  <p:childTnLst>
                                    <p:animEffect transition="out" filter="blinds(horizontal)">
                                      <p:cBhvr>
                                        <p:cTn id="308" dur="500"/>
                                        <p:tgtEl>
                                          <p:spTgt spid="543747"/>
                                        </p:tgtEl>
                                      </p:cBhvr>
                                    </p:animEffect>
                                    <p:set>
                                      <p:cBhvr>
                                        <p:cTn id="309" dur="1" fill="hold">
                                          <p:stCondLst>
                                            <p:cond delay="499"/>
                                          </p:stCondLst>
                                        </p:cTn>
                                        <p:tgtEl>
                                          <p:spTgt spid="543747"/>
                                        </p:tgtEl>
                                        <p:attrNameLst>
                                          <p:attrName>style.visibility</p:attrName>
                                        </p:attrNameLst>
                                      </p:cBhvr>
                                      <p:to>
                                        <p:strVal val="hidden"/>
                                      </p:to>
                                    </p:set>
                                  </p:childTnLst>
                                  <p:subTnLst>
                                    <p:audio>
                                      <p:cMediaNode>
                                        <p:cTn display="0" masterRel="sameClick">
                                          <p:stCondLst>
                                            <p:cond evt="begin" delay="0">
                                              <p:tn val="307"/>
                                            </p:cond>
                                          </p:stCondLst>
                                          <p:endCondLst>
                                            <p:cond evt="onStopAudio" delay="0">
                                              <p:tgtEl>
                                                <p:sldTgt/>
                                              </p:tgtEl>
                                            </p:cond>
                                          </p:endCondLst>
                                        </p:cTn>
                                        <p:tgtEl>
                                          <p:sndTgt r:embed="rId4" name="type.wav"/>
                                        </p:tgtEl>
                                      </p:cMediaNode>
                                    </p:audio>
                                  </p:subTnLst>
                                </p:cTn>
                              </p:par>
                            </p:childTnLst>
                          </p:cTn>
                        </p:par>
                        <p:par>
                          <p:cTn id="310" fill="hold" nodeType="afterGroup">
                            <p:stCondLst>
                              <p:cond delay="27500"/>
                            </p:stCondLst>
                            <p:childTnLst>
                              <p:par>
                                <p:cTn id="311" presetID="3" presetClass="exit" presetSubtype="10" fill="hold" grpId="1" nodeType="afterEffect">
                                  <p:stCondLst>
                                    <p:cond delay="0"/>
                                  </p:stCondLst>
                                  <p:childTnLst>
                                    <p:animEffect transition="out" filter="blinds(horizontal)">
                                      <p:cBhvr>
                                        <p:cTn id="312" dur="500"/>
                                        <p:tgtEl>
                                          <p:spTgt spid="543748"/>
                                        </p:tgtEl>
                                      </p:cBhvr>
                                    </p:animEffect>
                                    <p:set>
                                      <p:cBhvr>
                                        <p:cTn id="313" dur="1" fill="hold">
                                          <p:stCondLst>
                                            <p:cond delay="499"/>
                                          </p:stCondLst>
                                        </p:cTn>
                                        <p:tgtEl>
                                          <p:spTgt spid="543748"/>
                                        </p:tgtEl>
                                        <p:attrNameLst>
                                          <p:attrName>style.visibility</p:attrName>
                                        </p:attrNameLst>
                                      </p:cBhvr>
                                      <p:to>
                                        <p:strVal val="hidden"/>
                                      </p:to>
                                    </p:set>
                                  </p:childTnLst>
                                  <p:subTnLst>
                                    <p:audio>
                                      <p:cMediaNode>
                                        <p:cTn display="0" masterRel="sameClick">
                                          <p:stCondLst>
                                            <p:cond evt="begin" delay="0">
                                              <p:tn val="311"/>
                                            </p:cond>
                                          </p:stCondLst>
                                          <p:endCondLst>
                                            <p:cond evt="onStopAudio" delay="0">
                                              <p:tgtEl>
                                                <p:sldTgt/>
                                              </p:tgtEl>
                                            </p:cond>
                                          </p:endCondLst>
                                        </p:cTn>
                                        <p:tgtEl>
                                          <p:sndTgt r:embed="rId4" name="type.wav"/>
                                        </p:tgtEl>
                                      </p:cMediaNode>
                                    </p:audio>
                                  </p:subTnLst>
                                </p:cTn>
                              </p:par>
                            </p:childTnLst>
                          </p:cTn>
                        </p:par>
                        <p:par>
                          <p:cTn id="314" fill="hold" nodeType="afterGroup">
                            <p:stCondLst>
                              <p:cond delay="28000"/>
                            </p:stCondLst>
                            <p:childTnLst>
                              <p:par>
                                <p:cTn id="315" presetID="3" presetClass="exit" presetSubtype="10" fill="hold" grpId="1" nodeType="afterEffect">
                                  <p:stCondLst>
                                    <p:cond delay="0"/>
                                  </p:stCondLst>
                                  <p:childTnLst>
                                    <p:animEffect transition="out" filter="blinds(horizontal)">
                                      <p:cBhvr>
                                        <p:cTn id="316" dur="500"/>
                                        <p:tgtEl>
                                          <p:spTgt spid="543749"/>
                                        </p:tgtEl>
                                      </p:cBhvr>
                                    </p:animEffect>
                                    <p:set>
                                      <p:cBhvr>
                                        <p:cTn id="317" dur="1" fill="hold">
                                          <p:stCondLst>
                                            <p:cond delay="499"/>
                                          </p:stCondLst>
                                        </p:cTn>
                                        <p:tgtEl>
                                          <p:spTgt spid="543749"/>
                                        </p:tgtEl>
                                        <p:attrNameLst>
                                          <p:attrName>style.visibility</p:attrName>
                                        </p:attrNameLst>
                                      </p:cBhvr>
                                      <p:to>
                                        <p:strVal val="hidden"/>
                                      </p:to>
                                    </p:set>
                                  </p:childTnLst>
                                  <p:subTnLst>
                                    <p:audio>
                                      <p:cMediaNode>
                                        <p:cTn display="0" masterRel="sameClick">
                                          <p:stCondLst>
                                            <p:cond evt="begin" delay="0">
                                              <p:tn val="315"/>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6" grpId="0" animBg="1"/>
      <p:bldP spid="543746" grpId="1" animBg="1"/>
      <p:bldP spid="543747" grpId="0" animBg="1"/>
      <p:bldP spid="543747" grpId="1" animBg="1"/>
      <p:bldP spid="543748" grpId="0" animBg="1"/>
      <p:bldP spid="543748" grpId="1" animBg="1"/>
      <p:bldP spid="543749" grpId="0" animBg="1"/>
      <p:bldP spid="543749" grpId="1" animBg="1"/>
      <p:bldP spid="543750" grpId="0" animBg="1"/>
      <p:bldP spid="543750" grpId="1" animBg="1"/>
      <p:bldP spid="543751" grpId="0" animBg="1"/>
      <p:bldP spid="543751" grpId="1" animBg="1"/>
      <p:bldP spid="543752" grpId="0" animBg="1"/>
      <p:bldP spid="543752" grpId="1" animBg="1"/>
      <p:bldP spid="543753" grpId="0" animBg="1"/>
      <p:bldP spid="543753" grpId="1" animBg="1"/>
      <p:bldP spid="543758" grpId="0" animBg="1"/>
      <p:bldP spid="543758" grpId="1" animBg="1"/>
      <p:bldP spid="543759" grpId="0" animBg="1"/>
      <p:bldP spid="543759" grpId="1" animBg="1"/>
      <p:bldP spid="543760" grpId="0" animBg="1"/>
      <p:bldP spid="543760" grpId="1" animBg="1"/>
      <p:bldP spid="543761" grpId="0" animBg="1"/>
      <p:bldP spid="543761" grpId="1" animBg="1"/>
      <p:bldP spid="543762" grpId="0" animBg="1"/>
      <p:bldP spid="543762" grpId="1" animBg="1"/>
      <p:bldP spid="543763" grpId="0" animBg="1"/>
      <p:bldP spid="543763" grpId="1" animBg="1"/>
      <p:bldP spid="543764" grpId="0" animBg="1"/>
      <p:bldP spid="543764" grpId="1" animBg="1"/>
      <p:bldP spid="543765" grpId="0" animBg="1"/>
      <p:bldP spid="543765" grpId="1" animBg="1"/>
      <p:bldP spid="543766" grpId="0" animBg="1"/>
      <p:bldP spid="543766" grpId="1" animBg="1"/>
      <p:bldP spid="543766" grpId="2" animBg="1"/>
      <p:bldP spid="543767" grpId="0" animBg="1"/>
      <p:bldP spid="543767" grpId="1" animBg="1"/>
      <p:bldP spid="543767" grpId="2" animBg="1"/>
      <p:bldP spid="543768" grpId="0" animBg="1"/>
      <p:bldP spid="543768" grpId="1" animBg="1"/>
      <p:bldP spid="543768" grpId="2" animBg="1"/>
      <p:bldP spid="543769" grpId="0" animBg="1"/>
      <p:bldP spid="543769" grpId="1" animBg="1"/>
      <p:bldP spid="543770" grpId="0" animBg="1"/>
      <p:bldP spid="543770" grpId="1" animBg="1"/>
      <p:bldP spid="543771" grpId="0" animBg="1"/>
      <p:bldP spid="543771" grpId="1" animBg="1"/>
      <p:bldP spid="543772" grpId="0" animBg="1"/>
      <p:bldP spid="543772" grpId="1" animBg="1"/>
      <p:bldP spid="543773" grpId="0" animBg="1"/>
      <p:bldP spid="543773" grpId="1" animBg="1"/>
      <p:bldP spid="543774" grpId="0" animBg="1"/>
      <p:bldP spid="543774" grpId="1" animBg="1"/>
      <p:bldP spid="543775" grpId="0" animBg="1"/>
      <p:bldP spid="543775" grpId="1" animBg="1"/>
      <p:bldP spid="543776" grpId="0" animBg="1"/>
      <p:bldP spid="543776" grpId="1" animBg="1"/>
      <p:bldP spid="543777" grpId="0" animBg="1"/>
      <p:bldP spid="543777" grpId="1" animBg="1"/>
      <p:bldP spid="543778" grpId="0" animBg="1"/>
      <p:bldP spid="543778" grpId="1" animBg="1"/>
      <p:bldP spid="543779" grpId="0" animBg="1"/>
      <p:bldP spid="543779" grpId="1" animBg="1"/>
      <p:bldP spid="543780" grpId="0" animBg="1"/>
      <p:bldP spid="543780" grpId="1" animBg="1"/>
      <p:bldP spid="543781" grpId="0" animBg="1"/>
      <p:bldP spid="543781" grpId="1" animBg="1"/>
      <p:bldP spid="543782" grpId="0" animBg="1"/>
      <p:bldP spid="543782" grpId="1" animBg="1"/>
      <p:bldP spid="543783" grpId="0" animBg="1"/>
      <p:bldP spid="543783" grpId="1" animBg="1"/>
      <p:bldP spid="543784" grpId="0" animBg="1"/>
      <p:bldP spid="543784" grpId="1" animBg="1"/>
      <p:bldP spid="543785" grpId="0" animBg="1"/>
      <p:bldP spid="543785" grpId="1" animBg="1"/>
      <p:bldP spid="543793" grpId="0"/>
      <p:bldP spid="54379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9F24A5B6-2472-473F-B12C-2856512FA48D}"/>
              </a:ext>
            </a:extLst>
          </p:cNvPr>
          <p:cNvSpPr>
            <a:spLocks noGrp="1" noChangeArrowheads="1"/>
          </p:cNvSpPr>
          <p:nvPr>
            <p:ph type="title"/>
          </p:nvPr>
        </p:nvSpPr>
        <p:spPr>
          <a:solidFill>
            <a:srgbClr val="FFC000"/>
          </a:solidFill>
        </p:spPr>
        <p:txBody>
          <a:bodyPr/>
          <a:lstStyle/>
          <a:p>
            <a:r>
              <a:rPr lang="de-DE" altLang="de-DE" sz="2800" dirty="0">
                <a:latin typeface="Calibri" panose="020F0502020204030204" pitchFamily="34" charset="0"/>
                <a:cs typeface="Calibri" panose="020F0502020204030204" pitchFamily="34" charset="0"/>
              </a:rPr>
              <a:t>Zweidimensionale Felder: Übung </a:t>
            </a:r>
          </a:p>
        </p:txBody>
      </p:sp>
      <p:sp>
        <p:nvSpPr>
          <p:cNvPr id="36867" name="Rectangle 3">
            <a:extLst>
              <a:ext uri="{FF2B5EF4-FFF2-40B4-BE49-F238E27FC236}">
                <a16:creationId xmlns:a16="http://schemas.microsoft.com/office/drawing/2014/main" id="{0CEA92B5-A3CF-470C-A9B3-73BC277BF315}"/>
              </a:ext>
            </a:extLst>
          </p:cNvPr>
          <p:cNvSpPr>
            <a:spLocks noGrp="1" noChangeArrowheads="1"/>
          </p:cNvSpPr>
          <p:nvPr>
            <p:ph type="body" idx="1"/>
          </p:nvPr>
        </p:nvSpPr>
        <p:spPr>
          <a:xfrm>
            <a:off x="447675" y="1030289"/>
            <a:ext cx="7729538" cy="3846512"/>
          </a:xfrm>
          <a:solidFill>
            <a:schemeClr val="bg1"/>
          </a:solidFill>
        </p:spPr>
        <p:txBody>
          <a:bodyPr/>
          <a:lstStyle/>
          <a:p>
            <a:pPr marL="457200" indent="-457200">
              <a:lnSpc>
                <a:spcPct val="90000"/>
              </a:lnSpc>
              <a:buFontTx/>
              <a:buNone/>
            </a:pPr>
            <a:r>
              <a:rPr lang="de-DE" altLang="de-DE" sz="2000" dirty="0">
                <a:latin typeface="Calibri" panose="020F0502020204030204" pitchFamily="34" charset="0"/>
                <a:cs typeface="Calibri" panose="020F0502020204030204" pitchFamily="34" charset="0"/>
              </a:rPr>
              <a:t>Es sei eine ganzzahlige 100 x 100 Matrix gegeben. </a:t>
            </a:r>
          </a:p>
          <a:p>
            <a:pPr marL="457200" indent="-457200">
              <a:lnSpc>
                <a:spcPct val="90000"/>
              </a:lnSpc>
              <a:buFontTx/>
              <a:buNone/>
            </a:pPr>
            <a:endParaRPr lang="de-DE" altLang="de-DE" sz="2000" dirty="0">
              <a:latin typeface="Calibri" panose="020F0502020204030204" pitchFamily="34" charset="0"/>
              <a:cs typeface="Calibri" panose="020F0502020204030204" pitchFamily="34" charset="0"/>
            </a:endParaRPr>
          </a:p>
          <a:p>
            <a:pPr marL="457200" indent="-457200">
              <a:lnSpc>
                <a:spcPct val="90000"/>
              </a:lnSpc>
              <a:buFontTx/>
              <a:buNone/>
            </a:pPr>
            <a:r>
              <a:rPr lang="de-DE" altLang="de-DE" sz="2000" dirty="0">
                <a:latin typeface="Calibri" panose="020F0502020204030204" pitchFamily="34" charset="0"/>
                <a:cs typeface="Calibri" panose="020F0502020204030204" pitchFamily="34" charset="0"/>
              </a:rPr>
              <a:t>a) Wie sieht die Deklaration dieser Matrix aus?</a:t>
            </a:r>
          </a:p>
          <a:p>
            <a:pPr marL="457200" indent="-457200">
              <a:lnSpc>
                <a:spcPct val="90000"/>
              </a:lnSpc>
              <a:buFontTx/>
              <a:buNone/>
            </a:pPr>
            <a:r>
              <a:rPr lang="de-DE" altLang="de-DE" sz="2000" dirty="0">
                <a:latin typeface="Calibri" panose="020F0502020204030204" pitchFamily="34" charset="0"/>
                <a:cs typeface="Calibri" panose="020F0502020204030204" pitchFamily="34" charset="0"/>
              </a:rPr>
              <a:t>b) Schreiben Sie C-Programmcode, der die erste Spalte der Matrix ausgibt!</a:t>
            </a:r>
          </a:p>
          <a:p>
            <a:pPr marL="457200" indent="-457200">
              <a:lnSpc>
                <a:spcPct val="90000"/>
              </a:lnSpc>
              <a:buFontTx/>
              <a:buNone/>
            </a:pPr>
            <a:r>
              <a:rPr lang="de-DE" altLang="de-DE" sz="2000" dirty="0">
                <a:latin typeface="Calibri" panose="020F0502020204030204" pitchFamily="34" charset="0"/>
                <a:cs typeface="Calibri" panose="020F0502020204030204" pitchFamily="34" charset="0"/>
              </a:rPr>
              <a:t>c) Schreiben Sie C-Programmcode, der die Diagonale der Matrix ausgibt!</a:t>
            </a:r>
          </a:p>
          <a:p>
            <a:pPr marL="457200" indent="-457200">
              <a:lnSpc>
                <a:spcPct val="90000"/>
              </a:lnSpc>
              <a:buFontTx/>
              <a:buNone/>
            </a:pPr>
            <a:r>
              <a:rPr lang="de-DE" altLang="de-DE" sz="2000" dirty="0">
                <a:latin typeface="Calibri" panose="020F0502020204030204" pitchFamily="34" charset="0"/>
                <a:cs typeface="Calibri" panose="020F0502020204030204" pitchFamily="34" charset="0"/>
              </a:rPr>
              <a:t>d) Schreiben Sie C-Programmcode, der die letzte Zeile der Matrix ausgibt!</a:t>
            </a:r>
          </a:p>
          <a:p>
            <a:pPr marL="457200" indent="-457200">
              <a:lnSpc>
                <a:spcPct val="90000"/>
              </a:lnSpc>
              <a:buFontTx/>
              <a:buNone/>
            </a:pPr>
            <a:endParaRPr lang="de-DE" altLang="de-DE" sz="2000" dirty="0"/>
          </a:p>
        </p:txBody>
      </p:sp>
      <p:sp>
        <p:nvSpPr>
          <p:cNvPr id="36868" name="Foliennummernplatzhalter 1">
            <a:extLst>
              <a:ext uri="{FF2B5EF4-FFF2-40B4-BE49-F238E27FC236}">
                <a16:creationId xmlns:a16="http://schemas.microsoft.com/office/drawing/2014/main" id="{59E44992-0572-4A9F-83C9-758CA2673C3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724A1FED-0028-45A2-B5EA-F146AF486B36}" type="slidenum">
              <a:rPr lang="de-DE" altLang="de-DE" sz="1400" smtClean="0"/>
              <a:pPr>
                <a:spcBef>
                  <a:spcPct val="0"/>
                </a:spcBef>
                <a:buFontTx/>
                <a:buNone/>
              </a:pPr>
              <a:t>22</a:t>
            </a:fld>
            <a:endParaRPr lang="de-DE" altLang="de-DE" sz="1400"/>
          </a:p>
        </p:txBody>
      </p:sp>
      <p:sp>
        <p:nvSpPr>
          <p:cNvPr id="2" name="Textfeld 1">
            <a:extLst>
              <a:ext uri="{FF2B5EF4-FFF2-40B4-BE49-F238E27FC236}">
                <a16:creationId xmlns:a16="http://schemas.microsoft.com/office/drawing/2014/main" id="{9C9C9304-3F16-40AC-A13A-AB206F4B72BA}"/>
              </a:ext>
            </a:extLst>
          </p:cNvPr>
          <p:cNvSpPr txBox="1"/>
          <p:nvPr/>
        </p:nvSpPr>
        <p:spPr>
          <a:xfrm>
            <a:off x="447675" y="5161280"/>
            <a:ext cx="6220485" cy="369332"/>
          </a:xfrm>
          <a:prstGeom prst="rect">
            <a:avLst/>
          </a:prstGeom>
          <a:noFill/>
        </p:spPr>
        <p:txBody>
          <a:bodyPr wrap="none" rtlCol="0">
            <a:spAutoFit/>
          </a:bodyPr>
          <a:lstStyle/>
          <a:p>
            <a:r>
              <a:rPr lang="de-DE" dirty="0">
                <a:latin typeface="Calibri" panose="020F0502020204030204" pitchFamily="34" charset="0"/>
                <a:cs typeface="Calibri" panose="020F0502020204030204" pitchFamily="34" charset="0"/>
              </a:rPr>
              <a:t>Wenn Sie Fragen zur Lösung haben, schicken Sie mir Ihren Code!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liennummernplatzhalter 3">
            <a:extLst>
              <a:ext uri="{FF2B5EF4-FFF2-40B4-BE49-F238E27FC236}">
                <a16:creationId xmlns:a16="http://schemas.microsoft.com/office/drawing/2014/main" id="{480CA4B7-6B25-43CC-B83F-AFD400435C2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5F5B8B92-199A-4421-AD48-BD240FFB5F37}" type="slidenum">
              <a:rPr lang="de-DE" altLang="de-DE" sz="1400" smtClean="0"/>
              <a:pPr>
                <a:spcBef>
                  <a:spcPct val="0"/>
                </a:spcBef>
                <a:buFontTx/>
                <a:buNone/>
              </a:pPr>
              <a:t>23</a:t>
            </a:fld>
            <a:endParaRPr lang="de-DE" altLang="de-DE" sz="1400"/>
          </a:p>
        </p:txBody>
      </p:sp>
      <p:sp>
        <p:nvSpPr>
          <p:cNvPr id="38915" name="Rectangle 3">
            <a:extLst>
              <a:ext uri="{FF2B5EF4-FFF2-40B4-BE49-F238E27FC236}">
                <a16:creationId xmlns:a16="http://schemas.microsoft.com/office/drawing/2014/main" id="{961618E2-55F9-4B27-A422-14DD7A99B79C}"/>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3. Felder: Zusammenfassung</a:t>
            </a:r>
          </a:p>
        </p:txBody>
      </p:sp>
      <p:sp>
        <p:nvSpPr>
          <p:cNvPr id="38916" name="Text Box 4">
            <a:extLst>
              <a:ext uri="{FF2B5EF4-FFF2-40B4-BE49-F238E27FC236}">
                <a16:creationId xmlns:a16="http://schemas.microsoft.com/office/drawing/2014/main" id="{B194CE3B-CB8B-4C58-87AA-CFAB3646C108}"/>
              </a:ext>
            </a:extLst>
          </p:cNvPr>
          <p:cNvSpPr txBox="1">
            <a:spLocks noChangeArrowheads="1"/>
          </p:cNvSpPr>
          <p:nvPr/>
        </p:nvSpPr>
        <p:spPr bwMode="auto">
          <a:xfrm>
            <a:off x="593725" y="1382713"/>
            <a:ext cx="8229600" cy="2014537"/>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pPr>
            <a:r>
              <a:rPr lang="de-DE" altLang="de-DE" sz="1800" dirty="0"/>
              <a:t> </a:t>
            </a:r>
            <a:r>
              <a:rPr lang="de-DE" altLang="de-DE" sz="1800" dirty="0">
                <a:latin typeface="Calibri" panose="020F0502020204030204" pitchFamily="34" charset="0"/>
                <a:cs typeface="Calibri" panose="020F0502020204030204" pitchFamily="34" charset="0"/>
              </a:rPr>
              <a:t>Deklaration eines Feldes: Reservierung von hintereinander liegenden gleich großen Speicherplätzen</a:t>
            </a:r>
          </a:p>
          <a:p>
            <a:pPr eaLnBrk="1" hangingPunct="1">
              <a:spcBef>
                <a:spcPct val="0"/>
              </a:spcBef>
            </a:pPr>
            <a:endParaRPr lang="de-DE" altLang="de-DE" sz="1800" dirty="0">
              <a:latin typeface="Calibri" panose="020F0502020204030204" pitchFamily="34" charset="0"/>
              <a:cs typeface="Calibri" panose="020F0502020204030204" pitchFamily="34" charset="0"/>
            </a:endParaRPr>
          </a:p>
          <a:p>
            <a:pPr eaLnBrk="1" hangingPunct="1">
              <a:spcBef>
                <a:spcPct val="0"/>
              </a:spcBef>
            </a:pPr>
            <a:r>
              <a:rPr lang="de-DE" altLang="de-DE" sz="1800" dirty="0">
                <a:latin typeface="Calibri" panose="020F0502020204030204" pitchFamily="34" charset="0"/>
                <a:cs typeface="Calibri" panose="020F0502020204030204" pitchFamily="34" charset="0"/>
              </a:rPr>
              <a:t> Anzahl der Speicherplätze </a:t>
            </a:r>
            <a:r>
              <a:rPr lang="de-DE" altLang="de-DE" sz="1800" dirty="0">
                <a:solidFill>
                  <a:srgbClr val="FF0000"/>
                </a:solidFill>
                <a:latin typeface="Calibri" panose="020F0502020204030204" pitchFamily="34" charset="0"/>
                <a:cs typeface="Calibri" panose="020F0502020204030204" pitchFamily="34" charset="0"/>
              </a:rPr>
              <a:t>muss</a:t>
            </a:r>
            <a:r>
              <a:rPr lang="de-DE" altLang="de-DE" sz="1800" dirty="0">
                <a:latin typeface="Calibri" panose="020F0502020204030204" pitchFamily="34" charset="0"/>
                <a:cs typeface="Calibri" panose="020F0502020204030204" pitchFamily="34" charset="0"/>
              </a:rPr>
              <a:t> beim Übersetzen bekannt sein</a:t>
            </a:r>
          </a:p>
          <a:p>
            <a:pPr eaLnBrk="1" hangingPunct="1">
              <a:spcBef>
                <a:spcPct val="0"/>
              </a:spcBef>
            </a:pPr>
            <a:endParaRPr lang="de-DE" altLang="de-DE" sz="1800" dirty="0">
              <a:latin typeface="Calibri" panose="020F0502020204030204" pitchFamily="34" charset="0"/>
              <a:cs typeface="Calibri" panose="020F0502020204030204" pitchFamily="34" charset="0"/>
            </a:endParaRPr>
          </a:p>
          <a:p>
            <a:pPr eaLnBrk="1" hangingPunct="1">
              <a:spcBef>
                <a:spcPct val="0"/>
              </a:spcBef>
            </a:pPr>
            <a:r>
              <a:rPr lang="de-DE" altLang="de-DE" sz="1800" dirty="0">
                <a:latin typeface="Calibri" panose="020F0502020204030204" pitchFamily="34" charset="0"/>
                <a:cs typeface="Calibri" panose="020F0502020204030204" pitchFamily="34" charset="0"/>
              </a:rPr>
              <a:t> </a:t>
            </a:r>
            <a:r>
              <a:rPr lang="de-DE" altLang="de-DE" sz="1800" dirty="0">
                <a:solidFill>
                  <a:srgbClr val="FF0066"/>
                </a:solidFill>
                <a:latin typeface="Calibri" panose="020F0502020204030204" pitchFamily="34" charset="0"/>
                <a:cs typeface="Calibri" panose="020F0502020204030204" pitchFamily="34" charset="0"/>
              </a:rPr>
              <a:t>Schrecklichkeit von C</a:t>
            </a:r>
            <a:r>
              <a:rPr lang="de-DE" altLang="de-DE" sz="1800" dirty="0">
                <a:latin typeface="Calibri" panose="020F0502020204030204" pitchFamily="34" charset="0"/>
                <a:cs typeface="Calibri" panose="020F0502020204030204" pitchFamily="34" charset="0"/>
              </a:rPr>
              <a:t>:  keine Feldgrößenüberprüfung: Sie sind verantwortlich, Ihr Feld nur soweit zu beschreiben, wie es Ihnen gehört.</a:t>
            </a:r>
          </a:p>
        </p:txBody>
      </p:sp>
      <p:sp>
        <p:nvSpPr>
          <p:cNvPr id="528389" name="Text Box 5">
            <a:extLst>
              <a:ext uri="{FF2B5EF4-FFF2-40B4-BE49-F238E27FC236}">
                <a16:creationId xmlns:a16="http://schemas.microsoft.com/office/drawing/2014/main" id="{E264D823-C932-4A77-8B20-E7F065CC2531}"/>
              </a:ext>
            </a:extLst>
          </p:cNvPr>
          <p:cNvSpPr txBox="1">
            <a:spLocks noChangeArrowheads="1"/>
          </p:cNvSpPr>
          <p:nvPr/>
        </p:nvSpPr>
        <p:spPr bwMode="auto">
          <a:xfrm>
            <a:off x="635000" y="4588668"/>
            <a:ext cx="390683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Ganz schlimm:</a:t>
            </a:r>
          </a:p>
          <a:p>
            <a:pPr eaLnBrk="1" hangingPunct="1">
              <a:spcBef>
                <a:spcPct val="0"/>
              </a:spcBef>
              <a:buFontTx/>
              <a:buNone/>
            </a:pPr>
            <a:endParaRPr lang="de-DE" altLang="de-DE" sz="1800" dirty="0"/>
          </a:p>
          <a:p>
            <a:pPr eaLnBrk="1" hangingPunct="1">
              <a:spcBef>
                <a:spcPct val="0"/>
              </a:spcBef>
              <a:buFontTx/>
              <a:buNone/>
            </a:pPr>
            <a:r>
              <a:rPr lang="de-DE" altLang="de-DE" sz="1800" dirty="0" err="1">
                <a:latin typeface="Courier New" panose="02070309020205020404" pitchFamily="49" charset="0"/>
                <a:cs typeface="Courier New" panose="02070309020205020404" pitchFamily="49" charset="0"/>
              </a:rPr>
              <a:t>int</a:t>
            </a:r>
            <a:r>
              <a:rPr lang="de-DE" altLang="de-DE" sz="1800" dirty="0">
                <a:latin typeface="Courier New" panose="02070309020205020404" pitchFamily="49" charset="0"/>
                <a:cs typeface="Courier New" panose="02070309020205020404" pitchFamily="49" charset="0"/>
              </a:rPr>
              <a:t> </a:t>
            </a:r>
            <a:r>
              <a:rPr lang="de-DE" altLang="de-DE" sz="1800" dirty="0" err="1">
                <a:latin typeface="Courier New" panose="02070309020205020404" pitchFamily="49" charset="0"/>
                <a:cs typeface="Courier New" panose="02070309020205020404" pitchFamily="49" charset="0"/>
              </a:rPr>
              <a:t>feld</a:t>
            </a:r>
            <a:r>
              <a:rPr lang="de-DE" altLang="de-DE" sz="1800" dirty="0">
                <a:latin typeface="Courier New" panose="02070309020205020404" pitchFamily="49" charset="0"/>
                <a:cs typeface="Courier New" panose="02070309020205020404" pitchFamily="49" charset="0"/>
              </a:rPr>
              <a:t>[5];</a:t>
            </a:r>
          </a:p>
          <a:p>
            <a:pPr eaLnBrk="1" hangingPunct="1">
              <a:spcBef>
                <a:spcPct val="0"/>
              </a:spcBef>
              <a:buFontTx/>
              <a:buNone/>
            </a:pPr>
            <a:r>
              <a:rPr lang="de-DE" altLang="de-DE" sz="1800" dirty="0" err="1">
                <a:latin typeface="Courier New" panose="02070309020205020404" pitchFamily="49" charset="0"/>
                <a:cs typeface="Courier New" panose="02070309020205020404" pitchFamily="49" charset="0"/>
              </a:rPr>
              <a:t>feld</a:t>
            </a:r>
            <a:r>
              <a:rPr lang="de-DE" altLang="de-DE" sz="1800" dirty="0">
                <a:latin typeface="Courier New" panose="02070309020205020404" pitchFamily="49" charset="0"/>
                <a:cs typeface="Courier New" panose="02070309020205020404" pitchFamily="49" charset="0"/>
              </a:rPr>
              <a:t>[5]=8;//</a:t>
            </a:r>
            <a:r>
              <a:rPr lang="de-DE" altLang="de-DE" sz="1800">
                <a:latin typeface="Courier New" panose="02070309020205020404" pitchFamily="49" charset="0"/>
                <a:cs typeface="Courier New" panose="02070309020205020404" pitchFamily="49" charset="0"/>
              </a:rPr>
              <a:t>ganz schlimm!!!</a:t>
            </a:r>
            <a:endParaRPr lang="de-DE" altLang="de-DE" sz="1800" dirty="0">
              <a:latin typeface="Courier New" panose="02070309020205020404" pitchFamily="49" charset="0"/>
              <a:cs typeface="Courier New" panose="02070309020205020404" pitchFamily="49" charset="0"/>
            </a:endParaRPr>
          </a:p>
        </p:txBody>
      </p:sp>
      <p:pic>
        <p:nvPicPr>
          <p:cNvPr id="38918" name="Grafik 1">
            <a:extLst>
              <a:ext uri="{FF2B5EF4-FFF2-40B4-BE49-F238E27FC236}">
                <a16:creationId xmlns:a16="http://schemas.microsoft.com/office/drawing/2014/main" id="{49762557-5997-4ABC-BA6A-2ECF8B7066B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39013" y="2101850"/>
            <a:ext cx="7048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9" name="Grafik 12">
            <a:extLst>
              <a:ext uri="{FF2B5EF4-FFF2-40B4-BE49-F238E27FC236}">
                <a16:creationId xmlns:a16="http://schemas.microsoft.com/office/drawing/2014/main" id="{EBE7FE50-CD68-4D3D-AEAF-2C1F7E4BA60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29375" y="3109913"/>
            <a:ext cx="7048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0" name="Textfeld 1">
            <a:extLst>
              <a:ext uri="{FF2B5EF4-FFF2-40B4-BE49-F238E27FC236}">
                <a16:creationId xmlns:a16="http://schemas.microsoft.com/office/drawing/2014/main" id="{8296A0B4-9390-4E02-8215-98681BAD3A3F}"/>
              </a:ext>
            </a:extLst>
          </p:cNvPr>
          <p:cNvSpPr txBox="1">
            <a:spLocks noChangeArrowheads="1"/>
          </p:cNvSpPr>
          <p:nvPr/>
        </p:nvSpPr>
        <p:spPr bwMode="auto">
          <a:xfrm>
            <a:off x="657225" y="3684588"/>
            <a:ext cx="570989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Arial" panose="020B0604020202020204" pitchFamily="34" charset="0"/>
              <a:buChar char="•"/>
            </a:pPr>
            <a:r>
              <a:rPr lang="de-DE" altLang="de-DE" dirty="0">
                <a:latin typeface="Calibri" panose="020F0502020204030204" pitchFamily="34" charset="0"/>
                <a:cs typeface="Calibri" panose="020F0502020204030204" pitchFamily="34" charset="0"/>
              </a:rPr>
              <a:t>Mit Feldern arbeiten in der „Zeigerversion“: </a:t>
            </a:r>
            <a:r>
              <a:rPr lang="de-DE" altLang="de-DE" dirty="0"/>
              <a:t>*(a+3)=42;</a:t>
            </a:r>
          </a:p>
          <a:p>
            <a:pPr>
              <a:buFont typeface="Arial" panose="020B0604020202020204" pitchFamily="34" charset="0"/>
              <a:buChar char="•"/>
            </a:pPr>
            <a:r>
              <a:rPr lang="de-DE" altLang="de-DE" dirty="0">
                <a:latin typeface="Calibri" panose="020F0502020204030204" pitchFamily="34" charset="0"/>
                <a:cs typeface="Calibri" panose="020F0502020204030204" pitchFamily="34" charset="0"/>
              </a:rPr>
              <a:t>Mit Felder arbeiten in der „Indexversion“: </a:t>
            </a:r>
            <a:r>
              <a:rPr lang="de-DE" altLang="de-DE" dirty="0"/>
              <a:t>a[3]=42;</a:t>
            </a:r>
          </a:p>
          <a:p>
            <a:pPr>
              <a:buFont typeface="Arial" panose="020B0604020202020204" pitchFamily="34" charset="0"/>
              <a:buChar char="•"/>
            </a:pPr>
            <a:endParaRPr lang="de-DE" altLang="de-DE" dirty="0"/>
          </a:p>
        </p:txBody>
      </p:sp>
      <p:pic>
        <p:nvPicPr>
          <p:cNvPr id="38921" name="Grafik 1">
            <a:extLst>
              <a:ext uri="{FF2B5EF4-FFF2-40B4-BE49-F238E27FC236}">
                <a16:creationId xmlns:a16="http://schemas.microsoft.com/office/drawing/2014/main" id="{63FFB5D9-4ABE-45EC-B10A-9B8AA9448BE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97795" y="5363527"/>
            <a:ext cx="7048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8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8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liennummernplatzhalter 4">
            <a:extLst>
              <a:ext uri="{FF2B5EF4-FFF2-40B4-BE49-F238E27FC236}">
                <a16:creationId xmlns:a16="http://schemas.microsoft.com/office/drawing/2014/main" id="{225E6348-445B-4098-98A6-AE1FFD4EE4F1}"/>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r" eaLnBrk="1" hangingPunct="1">
              <a:spcBef>
                <a:spcPct val="0"/>
              </a:spcBef>
              <a:buFontTx/>
              <a:buNone/>
            </a:pPr>
            <a:fld id="{C2DA68F3-0B1D-4FE6-B63A-345E0268AA95}" type="slidenum">
              <a:rPr lang="de-DE" altLang="de-DE" sz="1400"/>
              <a:pPr algn="r" eaLnBrk="1" hangingPunct="1">
                <a:spcBef>
                  <a:spcPct val="0"/>
                </a:spcBef>
                <a:buFontTx/>
                <a:buNone/>
              </a:pPr>
              <a:t>24</a:t>
            </a:fld>
            <a:endParaRPr lang="de-DE" altLang="de-DE" sz="1400"/>
          </a:p>
        </p:txBody>
      </p:sp>
      <p:sp>
        <p:nvSpPr>
          <p:cNvPr id="40963" name="Text Box 9">
            <a:extLst>
              <a:ext uri="{FF2B5EF4-FFF2-40B4-BE49-F238E27FC236}">
                <a16:creationId xmlns:a16="http://schemas.microsoft.com/office/drawing/2014/main" id="{484F4B0D-5B2B-4D16-B90E-9BCDEEEE4FF6}"/>
              </a:ext>
            </a:extLst>
          </p:cNvPr>
          <p:cNvSpPr txBox="1">
            <a:spLocks noChangeArrowheads="1"/>
          </p:cNvSpPr>
          <p:nvPr/>
        </p:nvSpPr>
        <p:spPr bwMode="auto">
          <a:xfrm>
            <a:off x="971550" y="1262063"/>
            <a:ext cx="6437981"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219200" indent="-304800">
              <a:spcBef>
                <a:spcPct val="20000"/>
              </a:spcBef>
              <a:buChar char="•"/>
              <a:defRPr sz="1600">
                <a:solidFill>
                  <a:schemeClr val="tx1"/>
                </a:solidFill>
                <a:latin typeface="Arial" panose="020B0604020202020204" pitchFamily="34" charset="0"/>
              </a:defRPr>
            </a:lvl3pPr>
            <a:lvl4pPr marL="1676400" indent="-304800">
              <a:spcBef>
                <a:spcPct val="20000"/>
              </a:spcBef>
              <a:buChar char="–"/>
              <a:defRPr sz="1600">
                <a:solidFill>
                  <a:schemeClr val="tx1"/>
                </a:solidFill>
                <a:latin typeface="Arial" panose="020B0604020202020204" pitchFamily="34" charset="0"/>
              </a:defRPr>
            </a:lvl4pPr>
            <a:lvl5pPr marL="2133600" indent="-304800">
              <a:spcBef>
                <a:spcPct val="20000"/>
              </a:spcBef>
              <a:buChar char="»"/>
              <a:defRPr sz="1600">
                <a:solidFill>
                  <a:schemeClr val="tx1"/>
                </a:solidFill>
                <a:latin typeface="Arial" panose="020B0604020202020204" pitchFamily="34" charset="0"/>
              </a:defRPr>
            </a:lvl5pPr>
            <a:lvl6pPr marL="2590800" indent="-304800" eaLnBrk="0" fontAlgn="base" hangingPunct="0">
              <a:spcBef>
                <a:spcPct val="20000"/>
              </a:spcBef>
              <a:spcAft>
                <a:spcPct val="0"/>
              </a:spcAft>
              <a:buChar char="»"/>
              <a:defRPr sz="1600">
                <a:solidFill>
                  <a:schemeClr val="tx1"/>
                </a:solidFill>
                <a:latin typeface="Arial" panose="020B0604020202020204" pitchFamily="34" charset="0"/>
              </a:defRPr>
            </a:lvl6pPr>
            <a:lvl7pPr marL="3048000" indent="-304800" eaLnBrk="0" fontAlgn="base" hangingPunct="0">
              <a:spcBef>
                <a:spcPct val="20000"/>
              </a:spcBef>
              <a:spcAft>
                <a:spcPct val="0"/>
              </a:spcAft>
              <a:buChar char="»"/>
              <a:defRPr sz="1600">
                <a:solidFill>
                  <a:schemeClr val="tx1"/>
                </a:solidFill>
                <a:latin typeface="Arial" panose="020B0604020202020204" pitchFamily="34" charset="0"/>
              </a:defRPr>
            </a:lvl7pPr>
            <a:lvl8pPr marL="3505200" indent="-304800" eaLnBrk="0" fontAlgn="base" hangingPunct="0">
              <a:spcBef>
                <a:spcPct val="20000"/>
              </a:spcBef>
              <a:spcAft>
                <a:spcPct val="0"/>
              </a:spcAft>
              <a:buChar char="»"/>
              <a:defRPr sz="1600">
                <a:solidFill>
                  <a:schemeClr val="tx1"/>
                </a:solidFill>
                <a:latin typeface="Arial" panose="020B0604020202020204" pitchFamily="34" charset="0"/>
              </a:defRPr>
            </a:lvl8pPr>
            <a:lvl9pPr marL="3962400" indent="-3048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AutoNum type="arabicPeriod"/>
            </a:pPr>
            <a:r>
              <a:rPr lang="de-DE" altLang="de-DE" sz="2400" dirty="0"/>
              <a:t> </a:t>
            </a:r>
            <a:r>
              <a:rPr lang="de-DE" altLang="de-DE" b="1" dirty="0">
                <a:sym typeface="Wingdings" panose="05000000000000000000" pitchFamily="2" charset="2"/>
              </a:rPr>
              <a:t></a:t>
            </a:r>
            <a:r>
              <a:rPr lang="de-DE" altLang="de-DE" sz="2400" dirty="0"/>
              <a:t> </a:t>
            </a:r>
            <a:r>
              <a:rPr lang="de-DE" altLang="de-DE" sz="2400" dirty="0">
                <a:solidFill>
                  <a:schemeClr val="bg2"/>
                </a:solidFill>
              </a:rPr>
              <a:t>Wiederholung: Zeiger, Felder</a:t>
            </a:r>
          </a:p>
          <a:p>
            <a:pPr eaLnBrk="1" hangingPunct="1">
              <a:spcBef>
                <a:spcPct val="0"/>
              </a:spcBef>
              <a:buFontTx/>
              <a:buAutoNum type="arabicPeriod"/>
            </a:pPr>
            <a:r>
              <a:rPr lang="de-DE" altLang="de-DE" sz="2400" dirty="0">
                <a:solidFill>
                  <a:schemeClr val="bg2"/>
                </a:solidFill>
              </a:rPr>
              <a:t> </a:t>
            </a:r>
            <a:r>
              <a:rPr lang="de-DE" altLang="de-DE" b="1" dirty="0">
                <a:sym typeface="Wingdings" panose="05000000000000000000" pitchFamily="2" charset="2"/>
              </a:rPr>
              <a:t></a:t>
            </a:r>
            <a:r>
              <a:rPr lang="de-DE" altLang="de-DE" sz="2400" dirty="0">
                <a:solidFill>
                  <a:schemeClr val="bg2"/>
                </a:solidFill>
              </a:rPr>
              <a:t> Zusammenhang Felder und Zeiger</a:t>
            </a:r>
          </a:p>
          <a:p>
            <a:pPr eaLnBrk="1" hangingPunct="1">
              <a:spcBef>
                <a:spcPct val="0"/>
              </a:spcBef>
              <a:buFontTx/>
              <a:buAutoNum type="arabicPeriod"/>
            </a:pPr>
            <a:r>
              <a:rPr lang="de-DE" altLang="de-DE" sz="2400" dirty="0">
                <a:solidFill>
                  <a:schemeClr val="bg2"/>
                </a:solidFill>
              </a:rPr>
              <a:t> </a:t>
            </a:r>
            <a:r>
              <a:rPr lang="de-DE" altLang="de-DE" b="1" dirty="0">
                <a:sym typeface="Wingdings" panose="05000000000000000000" pitchFamily="2" charset="2"/>
              </a:rPr>
              <a:t></a:t>
            </a:r>
            <a:r>
              <a:rPr lang="de-DE" altLang="de-DE" sz="2400" dirty="0">
                <a:solidFill>
                  <a:schemeClr val="bg2"/>
                </a:solidFill>
              </a:rPr>
              <a:t> Zweidimensionale Felder</a:t>
            </a:r>
          </a:p>
          <a:p>
            <a:pPr eaLnBrk="1" hangingPunct="1">
              <a:spcBef>
                <a:spcPct val="0"/>
              </a:spcBef>
              <a:buFontTx/>
              <a:buAutoNum type="arabicPeriod"/>
            </a:pPr>
            <a:r>
              <a:rPr lang="de-DE" altLang="de-DE" sz="2400" dirty="0"/>
              <a:t> Funktionen und Zeiger (Call </a:t>
            </a:r>
            <a:r>
              <a:rPr lang="de-DE" altLang="de-DE" sz="2400" dirty="0" err="1"/>
              <a:t>by</a:t>
            </a:r>
            <a:r>
              <a:rPr lang="de-DE" altLang="de-DE" sz="2400" dirty="0"/>
              <a:t> Reference)</a:t>
            </a:r>
          </a:p>
          <a:p>
            <a:pPr eaLnBrk="1" hangingPunct="1">
              <a:spcBef>
                <a:spcPct val="0"/>
              </a:spcBef>
              <a:buFontTx/>
              <a:buAutoNum type="arabicPeriod"/>
            </a:pPr>
            <a:r>
              <a:rPr lang="de-DE" altLang="de-DE" sz="2400" dirty="0">
                <a:solidFill>
                  <a:schemeClr val="bg2"/>
                </a:solidFill>
              </a:rPr>
              <a:t> Funktionen mit Felder</a:t>
            </a:r>
          </a:p>
          <a:p>
            <a:pPr eaLnBrk="1" hangingPunct="1">
              <a:spcBef>
                <a:spcPct val="0"/>
              </a:spcBef>
              <a:buFontTx/>
              <a:buAutoNum type="arabicPeriod"/>
            </a:pPr>
            <a:r>
              <a:rPr lang="de-DE" altLang="de-DE" sz="2400" dirty="0">
                <a:solidFill>
                  <a:schemeClr val="bg2"/>
                </a:solidFill>
              </a:rPr>
              <a:t> Strings</a:t>
            </a:r>
          </a:p>
          <a:p>
            <a:pPr eaLnBrk="1" hangingPunct="1">
              <a:spcBef>
                <a:spcPct val="0"/>
              </a:spcBef>
              <a:buFontTx/>
              <a:buAutoNum type="arabicPeriod"/>
            </a:pPr>
            <a:r>
              <a:rPr lang="de-DE" altLang="de-DE" sz="2400" dirty="0">
                <a:solidFill>
                  <a:schemeClr val="bg2"/>
                </a:solidFill>
              </a:rPr>
              <a:t> Felder von Zeigern</a:t>
            </a:r>
          </a:p>
        </p:txBody>
      </p:sp>
      <p:pic>
        <p:nvPicPr>
          <p:cNvPr id="4" name="Grafik 1">
            <a:extLst>
              <a:ext uri="{FF2B5EF4-FFF2-40B4-BE49-F238E27FC236}">
                <a16:creationId xmlns:a16="http://schemas.microsoft.com/office/drawing/2014/main" id="{FE37389B-98B1-4F04-A902-0E245C590B7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30813" y="2928938"/>
            <a:ext cx="3706812" cy="315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liennummernplatzhalter 3">
            <a:extLst>
              <a:ext uri="{FF2B5EF4-FFF2-40B4-BE49-F238E27FC236}">
                <a16:creationId xmlns:a16="http://schemas.microsoft.com/office/drawing/2014/main" id="{35F0DF9B-A982-4017-9F0B-16FE51C993B3}"/>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r" eaLnBrk="1" hangingPunct="1">
              <a:spcBef>
                <a:spcPct val="0"/>
              </a:spcBef>
              <a:buFontTx/>
              <a:buNone/>
            </a:pPr>
            <a:fld id="{1BCF3C2D-B66D-48FA-81D3-D59CD01CCFC7}" type="slidenum">
              <a:rPr lang="de-DE" altLang="de-DE" sz="1400"/>
              <a:pPr algn="r" eaLnBrk="1" hangingPunct="1">
                <a:spcBef>
                  <a:spcPct val="0"/>
                </a:spcBef>
                <a:buFontTx/>
                <a:buNone/>
              </a:pPr>
              <a:t>25</a:t>
            </a:fld>
            <a:endParaRPr lang="de-DE" altLang="de-DE" sz="1400"/>
          </a:p>
        </p:txBody>
      </p:sp>
      <p:sp>
        <p:nvSpPr>
          <p:cNvPr id="43011" name="Rectangle 2">
            <a:extLst>
              <a:ext uri="{FF2B5EF4-FFF2-40B4-BE49-F238E27FC236}">
                <a16:creationId xmlns:a16="http://schemas.microsoft.com/office/drawing/2014/main" id="{76F24E6D-089C-4E79-A74C-931FE48C383A}"/>
              </a:ext>
            </a:extLst>
          </p:cNvPr>
          <p:cNvSpPr>
            <a:spLocks noGrp="1" noChangeArrowheads="1"/>
          </p:cNvSpPr>
          <p:nvPr>
            <p:ph type="title" idx="4294967295"/>
          </p:nvPr>
        </p:nvSpPr>
        <p:spPr/>
        <p:txBody>
          <a:bodyPr/>
          <a:lstStyle/>
          <a:p>
            <a:pPr eaLnBrk="1" hangingPunct="1"/>
            <a:r>
              <a:rPr lang="de-DE" altLang="de-DE" dirty="0">
                <a:latin typeface="Calibri" panose="020F0502020204030204" pitchFamily="34" charset="0"/>
                <a:cs typeface="Calibri" panose="020F0502020204030204" pitchFamily="34" charset="0"/>
              </a:rPr>
              <a:t>4. Funktionen: Wiederholung</a:t>
            </a:r>
          </a:p>
        </p:txBody>
      </p:sp>
      <p:sp>
        <p:nvSpPr>
          <p:cNvPr id="43012" name="Text Box 3">
            <a:extLst>
              <a:ext uri="{FF2B5EF4-FFF2-40B4-BE49-F238E27FC236}">
                <a16:creationId xmlns:a16="http://schemas.microsoft.com/office/drawing/2014/main" id="{CC931FAF-D122-4246-A4BF-C8FC3C1B4710}"/>
              </a:ext>
            </a:extLst>
          </p:cNvPr>
          <p:cNvSpPr txBox="1">
            <a:spLocks noChangeArrowheads="1"/>
          </p:cNvSpPr>
          <p:nvPr/>
        </p:nvSpPr>
        <p:spPr bwMode="auto">
          <a:xfrm>
            <a:off x="249238" y="1382713"/>
            <a:ext cx="8574087"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pPr>
            <a:r>
              <a:rPr lang="de-DE" altLang="de-DE" sz="1800" dirty="0"/>
              <a:t> </a:t>
            </a:r>
            <a:r>
              <a:rPr lang="de-DE" altLang="de-DE" sz="1800" dirty="0">
                <a:latin typeface="Calibri" panose="020F0502020204030204" pitchFamily="34" charset="0"/>
                <a:cs typeface="Calibri" panose="020F0502020204030204" pitchFamily="34" charset="0"/>
              </a:rPr>
              <a:t>Funktionen sind praktisch, wenn Programmcode (Aufgabe) mehrmals verwendet wird.</a:t>
            </a:r>
          </a:p>
          <a:p>
            <a:pPr eaLnBrk="1" hangingPunct="1">
              <a:spcBef>
                <a:spcPct val="0"/>
              </a:spcBef>
            </a:pPr>
            <a:endParaRPr lang="de-DE" altLang="de-DE" sz="1800" dirty="0">
              <a:latin typeface="Calibri" panose="020F0502020204030204" pitchFamily="34" charset="0"/>
              <a:cs typeface="Calibri" panose="020F0502020204030204" pitchFamily="34" charset="0"/>
            </a:endParaRPr>
          </a:p>
          <a:p>
            <a:pPr eaLnBrk="1" hangingPunct="1">
              <a:spcBef>
                <a:spcPct val="0"/>
              </a:spcBef>
            </a:pPr>
            <a:r>
              <a:rPr lang="de-DE" altLang="de-DE" sz="1800" dirty="0">
                <a:latin typeface="Calibri" panose="020F0502020204030204" pitchFamily="34" charset="0"/>
                <a:cs typeface="Calibri" panose="020F0502020204030204" pitchFamily="34" charset="0"/>
              </a:rPr>
              <a:t> Funktionsname sollte Kurzfassung der Aufgabe sein.</a:t>
            </a:r>
          </a:p>
          <a:p>
            <a:pPr eaLnBrk="1" hangingPunct="1">
              <a:spcBef>
                <a:spcPct val="0"/>
              </a:spcBef>
            </a:pPr>
            <a:endParaRPr lang="de-DE" altLang="de-DE" sz="1800" dirty="0">
              <a:latin typeface="Calibri" panose="020F0502020204030204" pitchFamily="34" charset="0"/>
              <a:cs typeface="Calibri" panose="020F0502020204030204" pitchFamily="34" charset="0"/>
            </a:endParaRPr>
          </a:p>
          <a:p>
            <a:pPr eaLnBrk="1" hangingPunct="1">
              <a:spcBef>
                <a:spcPct val="0"/>
              </a:spcBef>
            </a:pPr>
            <a:r>
              <a:rPr lang="de-DE" altLang="de-DE" sz="1800" dirty="0">
                <a:latin typeface="Calibri" panose="020F0502020204030204" pitchFamily="34" charset="0"/>
                <a:cs typeface="Calibri" panose="020F0502020204030204" pitchFamily="34" charset="0"/>
              </a:rPr>
              <a:t> Aufgabe hat eventuell Eingabeparameter.</a:t>
            </a:r>
          </a:p>
          <a:p>
            <a:pPr eaLnBrk="1" hangingPunct="1">
              <a:spcBef>
                <a:spcPct val="0"/>
              </a:spcBef>
            </a:pPr>
            <a:endParaRPr lang="de-DE" altLang="de-DE" sz="1800" dirty="0">
              <a:latin typeface="Calibri" panose="020F0502020204030204" pitchFamily="34" charset="0"/>
              <a:cs typeface="Calibri" panose="020F0502020204030204" pitchFamily="34" charset="0"/>
            </a:endParaRPr>
          </a:p>
          <a:p>
            <a:pPr eaLnBrk="1" hangingPunct="1">
              <a:spcBef>
                <a:spcPct val="0"/>
              </a:spcBef>
            </a:pPr>
            <a:r>
              <a:rPr lang="de-DE" altLang="de-DE" sz="1800" dirty="0">
                <a:latin typeface="Calibri" panose="020F0502020204030204" pitchFamily="34" charset="0"/>
                <a:cs typeface="Calibri" panose="020F0502020204030204" pitchFamily="34" charset="0"/>
              </a:rPr>
              <a:t> Nur </a:t>
            </a:r>
            <a:r>
              <a:rPr lang="de-DE" altLang="de-DE" sz="1800" dirty="0">
                <a:solidFill>
                  <a:srgbClr val="FF0000"/>
                </a:solidFill>
                <a:latin typeface="Calibri" panose="020F0502020204030204" pitchFamily="34" charset="0"/>
                <a:cs typeface="Calibri" panose="020F0502020204030204" pitchFamily="34" charset="0"/>
              </a:rPr>
              <a:t>ein</a:t>
            </a:r>
            <a:r>
              <a:rPr lang="de-DE" altLang="de-DE" sz="1800" dirty="0">
                <a:latin typeface="Calibri" panose="020F0502020204030204" pitchFamily="34" charset="0"/>
                <a:cs typeface="Calibri" panose="020F0502020204030204" pitchFamily="34" charset="0"/>
              </a:rPr>
              <a:t> Wert kann zurückgegeben werden.</a:t>
            </a:r>
          </a:p>
          <a:p>
            <a:pPr eaLnBrk="1" hangingPunct="1">
              <a:spcBef>
                <a:spcPct val="0"/>
              </a:spcBef>
            </a:pPr>
            <a:endParaRPr lang="de-DE" altLang="de-DE" sz="1800" dirty="0"/>
          </a:p>
          <a:p>
            <a:pPr eaLnBrk="1" hangingPunct="1">
              <a:spcBef>
                <a:spcPct val="0"/>
              </a:spcBef>
              <a:buFontTx/>
              <a:buNone/>
            </a:pPr>
            <a:endParaRPr lang="de-DE" altLang="de-DE"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liennummernplatzhalter 1">
            <a:extLst>
              <a:ext uri="{FF2B5EF4-FFF2-40B4-BE49-F238E27FC236}">
                <a16:creationId xmlns:a16="http://schemas.microsoft.com/office/drawing/2014/main" id="{A3D0EDDE-72C0-4D39-BF04-80BB1B8DB23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1D9D0DA9-5ECA-4B33-8249-158E2EFDA939}" type="slidenum">
              <a:rPr lang="de-DE" altLang="de-DE" sz="1400" smtClean="0"/>
              <a:pPr>
                <a:spcBef>
                  <a:spcPct val="0"/>
                </a:spcBef>
                <a:buFontTx/>
                <a:buNone/>
              </a:pPr>
              <a:t>26</a:t>
            </a:fld>
            <a:endParaRPr lang="de-DE" altLang="de-DE" sz="1400"/>
          </a:p>
        </p:txBody>
      </p:sp>
      <p:sp>
        <p:nvSpPr>
          <p:cNvPr id="45059" name="Foliennummernplatzhalter 3">
            <a:extLst>
              <a:ext uri="{FF2B5EF4-FFF2-40B4-BE49-F238E27FC236}">
                <a16:creationId xmlns:a16="http://schemas.microsoft.com/office/drawing/2014/main" id="{E4D7D5FB-1A7E-4342-81F5-A43B3D581B16}"/>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r" eaLnBrk="1" hangingPunct="1">
              <a:spcBef>
                <a:spcPct val="0"/>
              </a:spcBef>
              <a:buFontTx/>
              <a:buNone/>
            </a:pPr>
            <a:fld id="{9053F17A-FAB8-430E-B08D-80285057990F}" type="slidenum">
              <a:rPr lang="de-DE" altLang="de-DE" sz="1400"/>
              <a:pPr algn="r" eaLnBrk="1" hangingPunct="1">
                <a:spcBef>
                  <a:spcPct val="0"/>
                </a:spcBef>
                <a:buFontTx/>
                <a:buNone/>
              </a:pPr>
              <a:t>26</a:t>
            </a:fld>
            <a:endParaRPr lang="de-DE" altLang="de-DE" sz="1400"/>
          </a:p>
        </p:txBody>
      </p:sp>
      <p:sp>
        <p:nvSpPr>
          <p:cNvPr id="45060" name="Rectangle 2">
            <a:extLst>
              <a:ext uri="{FF2B5EF4-FFF2-40B4-BE49-F238E27FC236}">
                <a16:creationId xmlns:a16="http://schemas.microsoft.com/office/drawing/2014/main" id="{87BF144C-C68F-4B7B-85A6-3F4219D857EA}"/>
              </a:ext>
            </a:extLst>
          </p:cNvPr>
          <p:cNvSpPr>
            <a:spLocks noChangeArrowheads="1"/>
          </p:cNvSpPr>
          <p:nvPr/>
        </p:nvSpPr>
        <p:spPr bwMode="auto">
          <a:xfrm>
            <a:off x="466725" y="1333500"/>
            <a:ext cx="5849938" cy="3654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45061" name="Rectangle 3">
            <a:extLst>
              <a:ext uri="{FF2B5EF4-FFF2-40B4-BE49-F238E27FC236}">
                <a16:creationId xmlns:a16="http://schemas.microsoft.com/office/drawing/2014/main" id="{0C361610-FCA4-44C2-B36C-8D544CF0032A}"/>
              </a:ext>
            </a:extLst>
          </p:cNvPr>
          <p:cNvSpPr>
            <a:spLocks noGrp="1" noChangeArrowheads="1"/>
          </p:cNvSpPr>
          <p:nvPr>
            <p:ph type="title" idx="4294967295"/>
          </p:nvPr>
        </p:nvSpPr>
        <p:spPr>
          <a:xfrm>
            <a:off x="384175" y="236538"/>
            <a:ext cx="8229600" cy="633412"/>
          </a:xfrm>
        </p:spPr>
        <p:txBody>
          <a:bodyPr/>
          <a:lstStyle/>
          <a:p>
            <a:pPr eaLnBrk="1" hangingPunct="1"/>
            <a:r>
              <a:rPr lang="de-DE" altLang="de-DE" sz="2800" dirty="0">
                <a:latin typeface="Calibri" panose="020F0502020204030204" pitchFamily="34" charset="0"/>
                <a:cs typeface="Calibri" panose="020F0502020204030204" pitchFamily="34" charset="0"/>
              </a:rPr>
              <a:t>4. Funktionen: Beispiel - </a:t>
            </a:r>
            <a:r>
              <a:rPr lang="de-DE" altLang="de-DE" sz="2800" i="1" dirty="0">
                <a:latin typeface="Calibri" panose="020F0502020204030204" pitchFamily="34" charset="0"/>
                <a:cs typeface="Calibri" panose="020F0502020204030204" pitchFamily="34" charset="0"/>
              </a:rPr>
              <a:t>Tausch</a:t>
            </a:r>
            <a:r>
              <a:rPr lang="de-DE" altLang="de-DE" sz="2800" dirty="0">
                <a:latin typeface="Calibri" panose="020F0502020204030204" pitchFamily="34" charset="0"/>
                <a:cs typeface="Calibri" panose="020F0502020204030204" pitchFamily="34" charset="0"/>
              </a:rPr>
              <a:t> mit Zeigern</a:t>
            </a:r>
          </a:p>
        </p:txBody>
      </p:sp>
      <p:sp>
        <p:nvSpPr>
          <p:cNvPr id="45062" name="Text Box 4">
            <a:extLst>
              <a:ext uri="{FF2B5EF4-FFF2-40B4-BE49-F238E27FC236}">
                <a16:creationId xmlns:a16="http://schemas.microsoft.com/office/drawing/2014/main" id="{8000DEB6-9DC4-456E-9853-F214A5C7D60E}"/>
              </a:ext>
            </a:extLst>
          </p:cNvPr>
          <p:cNvSpPr txBox="1">
            <a:spLocks noChangeArrowheads="1"/>
          </p:cNvSpPr>
          <p:nvPr/>
        </p:nvSpPr>
        <p:spPr bwMode="auto">
          <a:xfrm>
            <a:off x="561975" y="1322388"/>
            <a:ext cx="5372100"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dirty="0">
                <a:latin typeface="Courier New" panose="02070309020205020404" pitchFamily="49" charset="0"/>
              </a:rPr>
              <a:t>void tausch3(int *pa, int *pb){</a:t>
            </a:r>
          </a:p>
          <a:p>
            <a:pPr eaLnBrk="1" hangingPunct="1">
              <a:spcBef>
                <a:spcPct val="0"/>
              </a:spcBef>
              <a:buFontTx/>
              <a:buNone/>
            </a:pPr>
            <a:r>
              <a:rPr lang="en-US" altLang="de-DE" sz="1800" b="1" dirty="0">
                <a:latin typeface="Courier New" panose="02070309020205020404" pitchFamily="49" charset="0"/>
              </a:rPr>
              <a:t>   int help;</a:t>
            </a:r>
          </a:p>
          <a:p>
            <a:pPr eaLnBrk="1" hangingPunct="1">
              <a:spcBef>
                <a:spcPct val="0"/>
              </a:spcBef>
              <a:buFontTx/>
              <a:buNone/>
            </a:pPr>
            <a:r>
              <a:rPr lang="en-US" altLang="de-DE" sz="1800" b="1" dirty="0">
                <a:latin typeface="Courier New" panose="02070309020205020404" pitchFamily="49" charset="0"/>
              </a:rPr>
              <a:t>   help = *pa;</a:t>
            </a:r>
          </a:p>
          <a:p>
            <a:pPr eaLnBrk="1" hangingPunct="1">
              <a:spcBef>
                <a:spcPct val="0"/>
              </a:spcBef>
              <a:buFontTx/>
              <a:buNone/>
            </a:pPr>
            <a:r>
              <a:rPr lang="en-US" altLang="de-DE" sz="1800" b="1" dirty="0">
                <a:latin typeface="Courier New" panose="02070309020205020404" pitchFamily="49" charset="0"/>
              </a:rPr>
              <a:t>   *pa  = *pb;</a:t>
            </a:r>
          </a:p>
          <a:p>
            <a:pPr eaLnBrk="1" hangingPunct="1">
              <a:spcBef>
                <a:spcPct val="0"/>
              </a:spcBef>
              <a:buFontTx/>
              <a:buNone/>
            </a:pPr>
            <a:r>
              <a:rPr lang="en-US" altLang="de-DE" sz="1800" b="1" dirty="0">
                <a:latin typeface="Courier New" panose="02070309020205020404" pitchFamily="49" charset="0"/>
              </a:rPr>
              <a:t>   *pb  = help;</a:t>
            </a:r>
          </a:p>
          <a:p>
            <a:pPr eaLnBrk="1" hangingPunct="1">
              <a:spcBef>
                <a:spcPct val="0"/>
              </a:spcBef>
              <a:buFontTx/>
              <a:buNone/>
            </a:pPr>
            <a:r>
              <a:rPr lang="en-US" altLang="de-DE" sz="1800" b="1" dirty="0">
                <a:latin typeface="Courier New" panose="02070309020205020404" pitchFamily="49" charset="0"/>
              </a:rPr>
              <a:t>}</a:t>
            </a:r>
          </a:p>
          <a:p>
            <a:pPr eaLnBrk="1" hangingPunct="1">
              <a:spcBef>
                <a:spcPct val="0"/>
              </a:spcBef>
              <a:buFontTx/>
              <a:buNone/>
            </a:pPr>
            <a:r>
              <a:rPr lang="en-US" altLang="de-DE" sz="1800" b="1" dirty="0">
                <a:latin typeface="Courier New" panose="02070309020205020404" pitchFamily="49" charset="0"/>
              </a:rPr>
              <a:t>int main(){</a:t>
            </a:r>
          </a:p>
          <a:p>
            <a:pPr eaLnBrk="1" hangingPunct="1">
              <a:spcBef>
                <a:spcPct val="0"/>
              </a:spcBef>
              <a:buFontTx/>
              <a:buNone/>
            </a:pPr>
            <a:r>
              <a:rPr lang="en-US" altLang="de-DE" sz="1800" b="1" dirty="0">
                <a:latin typeface="Courier New" panose="02070309020205020404" pitchFamily="49" charset="0"/>
              </a:rPr>
              <a:t>   int a = 42, b = 17;</a:t>
            </a:r>
          </a:p>
          <a:p>
            <a:pPr eaLnBrk="1" hangingPunct="1">
              <a:spcBef>
                <a:spcPct val="0"/>
              </a:spcBef>
              <a:buFontTx/>
              <a:buNone/>
            </a:pPr>
            <a:r>
              <a:rPr lang="en-US" altLang="de-DE" sz="1800" b="1" dirty="0">
                <a:latin typeface="Courier New" panose="02070309020205020404" pitchFamily="49" charset="0"/>
              </a:rPr>
              <a:t>   </a:t>
            </a:r>
            <a:r>
              <a:rPr lang="en-US" altLang="de-DE" sz="1800" b="1" dirty="0" err="1">
                <a:latin typeface="Courier New" panose="02070309020205020404" pitchFamily="49" charset="0"/>
              </a:rPr>
              <a:t>printf</a:t>
            </a:r>
            <a:r>
              <a:rPr lang="en-US" altLang="de-DE" sz="1800" b="1" dirty="0">
                <a:latin typeface="Courier New" panose="02070309020205020404" pitchFamily="49" charset="0"/>
              </a:rPr>
              <a:t>("Davor: a=%</a:t>
            </a:r>
            <a:r>
              <a:rPr lang="en-US" altLang="de-DE" sz="1800" b="1" dirty="0" err="1">
                <a:latin typeface="Courier New" panose="02070309020205020404" pitchFamily="49" charset="0"/>
              </a:rPr>
              <a:t>i</a:t>
            </a:r>
            <a:r>
              <a:rPr lang="en-US" altLang="de-DE" sz="1800" b="1" dirty="0">
                <a:latin typeface="Courier New" panose="02070309020205020404" pitchFamily="49" charset="0"/>
              </a:rPr>
              <a:t>, b=%</a:t>
            </a:r>
            <a:r>
              <a:rPr lang="en-US" altLang="de-DE" sz="1800" b="1" dirty="0" err="1">
                <a:latin typeface="Courier New" panose="02070309020205020404" pitchFamily="49" charset="0"/>
              </a:rPr>
              <a:t>i</a:t>
            </a:r>
            <a:r>
              <a:rPr lang="en-US" altLang="de-DE" sz="1800" b="1" dirty="0">
                <a:latin typeface="Courier New" panose="02070309020205020404" pitchFamily="49" charset="0"/>
              </a:rPr>
              <a:t>\n",</a:t>
            </a:r>
            <a:r>
              <a:rPr lang="en-US" altLang="de-DE" sz="1800" b="1" dirty="0" err="1">
                <a:latin typeface="Courier New" panose="02070309020205020404" pitchFamily="49" charset="0"/>
              </a:rPr>
              <a:t>a,b</a:t>
            </a:r>
            <a:r>
              <a:rPr lang="en-US" altLang="de-DE" sz="1800" b="1" dirty="0">
                <a:latin typeface="Courier New" panose="02070309020205020404" pitchFamily="49" charset="0"/>
              </a:rPr>
              <a:t>);</a:t>
            </a:r>
          </a:p>
          <a:p>
            <a:pPr eaLnBrk="1" hangingPunct="1">
              <a:spcBef>
                <a:spcPct val="0"/>
              </a:spcBef>
              <a:buFontTx/>
              <a:buNone/>
            </a:pPr>
            <a:r>
              <a:rPr lang="en-US" altLang="de-DE" sz="1800" b="1" dirty="0">
                <a:latin typeface="Courier New" panose="02070309020205020404" pitchFamily="49" charset="0"/>
              </a:rPr>
              <a:t>   tausch3(&amp;</a:t>
            </a:r>
            <a:r>
              <a:rPr lang="en-US" altLang="de-DE" sz="1800" b="1" dirty="0" err="1">
                <a:latin typeface="Courier New" panose="02070309020205020404" pitchFamily="49" charset="0"/>
              </a:rPr>
              <a:t>a,&amp;b</a:t>
            </a:r>
            <a:r>
              <a:rPr lang="en-US" altLang="de-DE" sz="1800" b="1" dirty="0">
                <a:latin typeface="Courier New" panose="02070309020205020404" pitchFamily="49" charset="0"/>
              </a:rPr>
              <a:t>);</a:t>
            </a:r>
          </a:p>
          <a:p>
            <a:pPr eaLnBrk="1" hangingPunct="1">
              <a:spcBef>
                <a:spcPct val="0"/>
              </a:spcBef>
              <a:buFontTx/>
              <a:buNone/>
            </a:pPr>
            <a:r>
              <a:rPr lang="en-US" altLang="de-DE" sz="1800" b="1" dirty="0">
                <a:latin typeface="Courier New" panose="02070309020205020404" pitchFamily="49" charset="0"/>
              </a:rPr>
              <a:t>   </a:t>
            </a:r>
            <a:r>
              <a:rPr lang="en-US" altLang="de-DE" sz="1800" b="1" dirty="0" err="1">
                <a:latin typeface="Courier New" panose="02070309020205020404" pitchFamily="49" charset="0"/>
              </a:rPr>
              <a:t>printf</a:t>
            </a:r>
            <a:r>
              <a:rPr lang="en-US" altLang="de-DE" sz="1800" b="1" dirty="0">
                <a:latin typeface="Courier New" panose="02070309020205020404" pitchFamily="49" charset="0"/>
              </a:rPr>
              <a:t>("</a:t>
            </a:r>
            <a:r>
              <a:rPr lang="en-US" altLang="de-DE" sz="1800" b="1" dirty="0" err="1">
                <a:latin typeface="Courier New" panose="02070309020205020404" pitchFamily="49" charset="0"/>
              </a:rPr>
              <a:t>Danach</a:t>
            </a:r>
            <a:r>
              <a:rPr lang="en-US" altLang="de-DE" sz="1800" b="1" dirty="0">
                <a:latin typeface="Courier New" panose="02070309020205020404" pitchFamily="49" charset="0"/>
              </a:rPr>
              <a:t>: a=%</a:t>
            </a:r>
            <a:r>
              <a:rPr lang="en-US" altLang="de-DE" sz="1800" b="1" dirty="0" err="1">
                <a:latin typeface="Courier New" panose="02070309020205020404" pitchFamily="49" charset="0"/>
              </a:rPr>
              <a:t>i</a:t>
            </a:r>
            <a:r>
              <a:rPr lang="en-US" altLang="de-DE" sz="1800" b="1" dirty="0">
                <a:latin typeface="Courier New" panose="02070309020205020404" pitchFamily="49" charset="0"/>
              </a:rPr>
              <a:t>, b=%</a:t>
            </a:r>
            <a:r>
              <a:rPr lang="en-US" altLang="de-DE" sz="1800" b="1" dirty="0" err="1">
                <a:latin typeface="Courier New" panose="02070309020205020404" pitchFamily="49" charset="0"/>
              </a:rPr>
              <a:t>i</a:t>
            </a:r>
            <a:r>
              <a:rPr lang="en-US" altLang="de-DE" sz="1800" b="1" dirty="0">
                <a:latin typeface="Courier New" panose="02070309020205020404" pitchFamily="49" charset="0"/>
              </a:rPr>
              <a:t>\n",</a:t>
            </a:r>
            <a:r>
              <a:rPr lang="en-US" altLang="de-DE" sz="1800" b="1" dirty="0" err="1">
                <a:latin typeface="Courier New" panose="02070309020205020404" pitchFamily="49" charset="0"/>
              </a:rPr>
              <a:t>a,b</a:t>
            </a:r>
            <a:r>
              <a:rPr lang="en-US" altLang="de-DE" sz="1800" b="1" dirty="0">
                <a:latin typeface="Courier New" panose="02070309020205020404" pitchFamily="49" charset="0"/>
              </a:rPr>
              <a:t>);</a:t>
            </a:r>
          </a:p>
          <a:p>
            <a:pPr eaLnBrk="1" hangingPunct="1">
              <a:spcBef>
                <a:spcPct val="0"/>
              </a:spcBef>
              <a:buFontTx/>
              <a:buNone/>
            </a:pPr>
            <a:r>
              <a:rPr lang="en-US" altLang="de-DE" sz="1800" b="1" dirty="0">
                <a:latin typeface="Courier New" panose="02070309020205020404" pitchFamily="49" charset="0"/>
              </a:rPr>
              <a:t>   return 0;</a:t>
            </a:r>
          </a:p>
          <a:p>
            <a:pPr eaLnBrk="1" hangingPunct="1">
              <a:spcBef>
                <a:spcPct val="0"/>
              </a:spcBef>
              <a:buFontTx/>
              <a:buNone/>
            </a:pPr>
            <a:r>
              <a:rPr lang="en-US" altLang="de-DE" sz="1800" b="1" dirty="0">
                <a:latin typeface="Courier New" panose="02070309020205020404" pitchFamily="49" charset="0"/>
              </a:rPr>
              <a:t>}	</a:t>
            </a:r>
            <a:endParaRPr lang="de-DE" altLang="de-DE" sz="1800" b="1" dirty="0">
              <a:latin typeface="Courier New" panose="02070309020205020404" pitchFamily="49" charset="0"/>
            </a:endParaRPr>
          </a:p>
        </p:txBody>
      </p:sp>
      <p:sp>
        <p:nvSpPr>
          <p:cNvPr id="45063" name="Text Box 5">
            <a:extLst>
              <a:ext uri="{FF2B5EF4-FFF2-40B4-BE49-F238E27FC236}">
                <a16:creationId xmlns:a16="http://schemas.microsoft.com/office/drawing/2014/main" id="{08394739-D6D4-48EA-B32F-3DF9EBC7D7EA}"/>
              </a:ext>
            </a:extLst>
          </p:cNvPr>
          <p:cNvSpPr txBox="1">
            <a:spLocks noChangeArrowheads="1"/>
          </p:cNvSpPr>
          <p:nvPr/>
        </p:nvSpPr>
        <p:spPr bwMode="auto">
          <a:xfrm>
            <a:off x="384175" y="5157788"/>
            <a:ext cx="83137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a:latin typeface="Calibri" panose="020F0502020204030204" pitchFamily="34" charset="0"/>
                <a:cs typeface="Calibri" panose="020F0502020204030204" pitchFamily="34" charset="0"/>
              </a:rPr>
              <a:t>Achtung</a:t>
            </a:r>
            <a:r>
              <a:rPr lang="de-DE" altLang="de-DE" sz="1800" dirty="0">
                <a:latin typeface="Calibri" panose="020F0502020204030204" pitchFamily="34" charset="0"/>
                <a:cs typeface="Calibri" panose="020F0502020204030204" pitchFamily="34" charset="0"/>
              </a:rPr>
              <a:t>: Mit einer </a:t>
            </a:r>
            <a:r>
              <a:rPr lang="de-DE" altLang="de-DE" sz="1800" dirty="0" err="1">
                <a:latin typeface="Calibri" panose="020F0502020204030204" pitchFamily="34" charset="0"/>
                <a:cs typeface="Calibri" panose="020F0502020204030204" pitchFamily="34" charset="0"/>
              </a:rPr>
              <a:t>return</a:t>
            </a:r>
            <a:r>
              <a:rPr lang="de-DE" altLang="de-DE" sz="1800" dirty="0">
                <a:latin typeface="Calibri" panose="020F0502020204030204" pitchFamily="34" charset="0"/>
                <a:cs typeface="Calibri" panose="020F0502020204030204" pitchFamily="34" charset="0"/>
              </a:rPr>
              <a:t> Anweisung in der Funktion </a:t>
            </a:r>
            <a:r>
              <a:rPr lang="de-DE" altLang="de-DE" sz="1800" b="1" dirty="0">
                <a:latin typeface="Courier New" panose="02070309020205020404" pitchFamily="49" charset="0"/>
                <a:cs typeface="Courier New" panose="02070309020205020404" pitchFamily="49" charset="0"/>
              </a:rPr>
              <a:t>tausch</a:t>
            </a:r>
            <a:r>
              <a:rPr lang="de-DE" altLang="de-DE" sz="1800" dirty="0">
                <a:latin typeface="Calibri" panose="020F0502020204030204" pitchFamily="34" charset="0"/>
                <a:cs typeface="Calibri" panose="020F0502020204030204" pitchFamily="34" charset="0"/>
              </a:rPr>
              <a:t> ist dieses Problem nicht zu lösen!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liennummernplatzhalter 3">
            <a:extLst>
              <a:ext uri="{FF2B5EF4-FFF2-40B4-BE49-F238E27FC236}">
                <a16:creationId xmlns:a16="http://schemas.microsoft.com/office/drawing/2014/main" id="{3B3F398F-32B6-4AE4-9CCE-973DD2D2927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B22EEC50-B046-4505-8D8D-37029BD07881}" type="slidenum">
              <a:rPr lang="de-DE" altLang="de-DE" sz="1400" smtClean="0"/>
              <a:pPr>
                <a:spcBef>
                  <a:spcPct val="0"/>
                </a:spcBef>
                <a:buFontTx/>
                <a:buNone/>
              </a:pPr>
              <a:t>27</a:t>
            </a:fld>
            <a:endParaRPr lang="de-DE" altLang="de-DE" sz="1400"/>
          </a:p>
        </p:txBody>
      </p:sp>
      <p:sp>
        <p:nvSpPr>
          <p:cNvPr id="47107" name="Rectangle 3">
            <a:extLst>
              <a:ext uri="{FF2B5EF4-FFF2-40B4-BE49-F238E27FC236}">
                <a16:creationId xmlns:a16="http://schemas.microsoft.com/office/drawing/2014/main" id="{C90F4E32-44B9-43E1-880F-4918CD0BDE02}"/>
              </a:ext>
            </a:extLst>
          </p:cNvPr>
          <p:cNvSpPr>
            <a:spLocks noGrp="1" noChangeArrowheads="1"/>
          </p:cNvSpPr>
          <p:nvPr>
            <p:ph type="title"/>
          </p:nvPr>
        </p:nvSpPr>
        <p:spPr>
          <a:xfrm>
            <a:off x="292100" y="335101"/>
            <a:ext cx="8229600" cy="633413"/>
          </a:xfrm>
        </p:spPr>
        <p:txBody>
          <a:bodyPr/>
          <a:lstStyle/>
          <a:p>
            <a:pPr eaLnBrk="1" hangingPunct="1"/>
            <a:r>
              <a:rPr lang="de-DE" altLang="de-DE" sz="2800" dirty="0">
                <a:solidFill>
                  <a:schemeClr val="tx1"/>
                </a:solidFill>
                <a:latin typeface="Calibri" panose="020F0502020204030204" pitchFamily="34" charset="0"/>
                <a:cs typeface="Calibri" panose="020F0502020204030204" pitchFamily="34" charset="0"/>
              </a:rPr>
              <a:t>4. Funktionen: Call </a:t>
            </a:r>
            <a:r>
              <a:rPr lang="de-DE" altLang="de-DE" sz="2800" dirty="0" err="1">
                <a:solidFill>
                  <a:schemeClr val="tx1"/>
                </a:solidFill>
                <a:latin typeface="Calibri" panose="020F0502020204030204" pitchFamily="34" charset="0"/>
                <a:cs typeface="Calibri" panose="020F0502020204030204" pitchFamily="34" charset="0"/>
              </a:rPr>
              <a:t>by</a:t>
            </a:r>
            <a:r>
              <a:rPr lang="de-DE" altLang="de-DE" sz="2800" dirty="0">
                <a:solidFill>
                  <a:schemeClr val="tx1"/>
                </a:solidFill>
                <a:latin typeface="Calibri" panose="020F0502020204030204" pitchFamily="34" charset="0"/>
                <a:cs typeface="Calibri" panose="020F0502020204030204" pitchFamily="34" charset="0"/>
              </a:rPr>
              <a:t> Reference/ Call </a:t>
            </a:r>
            <a:r>
              <a:rPr lang="de-DE" altLang="de-DE" sz="2800" dirty="0" err="1">
                <a:solidFill>
                  <a:schemeClr val="tx1"/>
                </a:solidFill>
                <a:latin typeface="Calibri" panose="020F0502020204030204" pitchFamily="34" charset="0"/>
                <a:cs typeface="Calibri" panose="020F0502020204030204" pitchFamily="34" charset="0"/>
              </a:rPr>
              <a:t>by</a:t>
            </a:r>
            <a:r>
              <a:rPr lang="de-DE" altLang="de-DE" sz="2800" dirty="0">
                <a:solidFill>
                  <a:schemeClr val="tx1"/>
                </a:solidFill>
                <a:latin typeface="Calibri" panose="020F0502020204030204" pitchFamily="34" charset="0"/>
                <a:cs typeface="Calibri" panose="020F0502020204030204" pitchFamily="34" charset="0"/>
              </a:rPr>
              <a:t> Value</a:t>
            </a:r>
            <a:r>
              <a:rPr lang="de-DE" altLang="de-DE" sz="2800" dirty="0">
                <a:latin typeface="Calibri" panose="020F0502020204030204" pitchFamily="34" charset="0"/>
                <a:cs typeface="Calibri" panose="020F0502020204030204" pitchFamily="34" charset="0"/>
              </a:rPr>
              <a:t> </a:t>
            </a:r>
            <a:endParaRPr lang="de-DE" altLang="de-DE" sz="2800" dirty="0">
              <a:solidFill>
                <a:schemeClr val="tx1"/>
              </a:solidFill>
              <a:latin typeface="Calibri" panose="020F0502020204030204" pitchFamily="34" charset="0"/>
              <a:cs typeface="Calibri" panose="020F0502020204030204" pitchFamily="34" charset="0"/>
            </a:endParaRPr>
          </a:p>
        </p:txBody>
      </p:sp>
      <p:sp>
        <p:nvSpPr>
          <p:cNvPr id="493576" name="Text Box 8">
            <a:extLst>
              <a:ext uri="{FF2B5EF4-FFF2-40B4-BE49-F238E27FC236}">
                <a16:creationId xmlns:a16="http://schemas.microsoft.com/office/drawing/2014/main" id="{CC68B2FA-C605-4E78-9BBD-D112DE5BED5E}"/>
              </a:ext>
            </a:extLst>
          </p:cNvPr>
          <p:cNvSpPr txBox="1">
            <a:spLocks noChangeArrowheads="1"/>
          </p:cNvSpPr>
          <p:nvPr/>
        </p:nvSpPr>
        <p:spPr bwMode="auto">
          <a:xfrm>
            <a:off x="722313" y="2566988"/>
            <a:ext cx="4238625"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rPr>
              <a:t>int</a:t>
            </a:r>
            <a:r>
              <a:rPr lang="de-DE" altLang="de-DE" sz="1800" b="1" dirty="0">
                <a:latin typeface="Courier New" panose="02070309020205020404" pitchFamily="49" charset="0"/>
              </a:rPr>
              <a:t> </a:t>
            </a:r>
            <a:r>
              <a:rPr lang="de-DE" altLang="de-DE" sz="1800" b="1" dirty="0" err="1">
                <a:latin typeface="Courier New" panose="02070309020205020404" pitchFamily="49" charset="0"/>
              </a:rPr>
              <a:t>main</a:t>
            </a:r>
            <a:r>
              <a:rPr lang="de-DE" altLang="de-DE" sz="1800" b="1" dirty="0">
                <a:latin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rPr>
              <a:t>	double a=2,b=4,c,d; </a:t>
            </a:r>
          </a:p>
          <a:p>
            <a:pPr eaLnBrk="1" hangingPunct="1">
              <a:spcBef>
                <a:spcPct val="0"/>
              </a:spcBef>
              <a:buFontTx/>
              <a:buNone/>
            </a:pPr>
            <a:r>
              <a:rPr lang="de-DE" altLang="de-DE" sz="1800" b="1" dirty="0">
                <a:latin typeface="Courier New" panose="02070309020205020404" pitchFamily="49" charset="0"/>
              </a:rPr>
              <a:t>	// …</a:t>
            </a:r>
          </a:p>
          <a:p>
            <a:pPr eaLnBrk="1" hangingPunct="1">
              <a:spcBef>
                <a:spcPct val="0"/>
              </a:spcBef>
              <a:buFontTx/>
              <a:buNone/>
            </a:pPr>
            <a:r>
              <a:rPr lang="de-DE" altLang="de-DE" sz="1800" b="1" dirty="0">
                <a:solidFill>
                  <a:srgbClr val="FF0066"/>
                </a:solidFill>
                <a:latin typeface="Courier New" panose="02070309020205020404" pitchFamily="49" charset="0"/>
              </a:rPr>
              <a:t>	c = add1(</a:t>
            </a:r>
            <a:r>
              <a:rPr lang="de-DE" altLang="de-DE" sz="1800" b="1" dirty="0" err="1">
                <a:solidFill>
                  <a:srgbClr val="FF0066"/>
                </a:solidFill>
                <a:latin typeface="Courier New" panose="02070309020205020404" pitchFamily="49" charset="0"/>
              </a:rPr>
              <a:t>a,b</a:t>
            </a:r>
            <a:r>
              <a:rPr lang="de-DE" altLang="de-DE" sz="1800" b="1" dirty="0">
                <a:solidFill>
                  <a:srgbClr val="FF0066"/>
                </a:solidFill>
                <a:latin typeface="Courier New" panose="02070309020205020404" pitchFamily="49" charset="0"/>
              </a:rPr>
              <a:t>);</a:t>
            </a:r>
          </a:p>
          <a:p>
            <a:pPr eaLnBrk="1" hangingPunct="1">
              <a:spcBef>
                <a:spcPct val="0"/>
              </a:spcBef>
              <a:buFontTx/>
              <a:buNone/>
            </a:pPr>
            <a:r>
              <a:rPr lang="de-DE" altLang="de-DE" sz="1800" b="1" dirty="0">
                <a:solidFill>
                  <a:srgbClr val="FF0066"/>
                </a:solidFill>
                <a:latin typeface="Courier New" panose="02070309020205020404" pitchFamily="49" charset="0"/>
              </a:rPr>
              <a:t>	d = add2(&amp;</a:t>
            </a:r>
            <a:r>
              <a:rPr lang="de-DE" altLang="de-DE" sz="1800" b="1" dirty="0" err="1">
                <a:solidFill>
                  <a:srgbClr val="FF0066"/>
                </a:solidFill>
                <a:latin typeface="Courier New" panose="02070309020205020404" pitchFamily="49" charset="0"/>
              </a:rPr>
              <a:t>a,&amp;b</a:t>
            </a:r>
            <a:r>
              <a:rPr lang="de-DE" altLang="de-DE" sz="1800" b="1" dirty="0">
                <a:solidFill>
                  <a:srgbClr val="FF0066"/>
                </a:solidFill>
                <a:latin typeface="Courier New" panose="02070309020205020404" pitchFamily="49" charset="0"/>
              </a:rPr>
              <a:t>);       </a:t>
            </a:r>
          </a:p>
          <a:p>
            <a:pPr eaLnBrk="1" hangingPunct="1">
              <a:spcBef>
                <a:spcPct val="0"/>
              </a:spcBef>
              <a:buFontTx/>
              <a:buNone/>
            </a:pPr>
            <a:r>
              <a:rPr lang="de-DE" altLang="de-DE" sz="1800" b="1" dirty="0">
                <a:solidFill>
                  <a:srgbClr val="FF0066"/>
                </a:solidFill>
                <a:latin typeface="Courier New" panose="02070309020205020404" pitchFamily="49" charset="0"/>
              </a:rPr>
              <a:t>      </a:t>
            </a:r>
            <a:r>
              <a:rPr lang="de-DE" altLang="de-DE" sz="1800" b="1" dirty="0" err="1">
                <a:latin typeface="Courier New" panose="02070309020205020404" pitchFamily="49" charset="0"/>
              </a:rPr>
              <a:t>return</a:t>
            </a:r>
            <a:r>
              <a:rPr lang="de-DE" altLang="de-DE" sz="1800" b="1" dirty="0">
                <a:latin typeface="Courier New" panose="02070309020205020404" pitchFamily="49" charset="0"/>
              </a:rPr>
              <a:t> 0;</a:t>
            </a:r>
          </a:p>
          <a:p>
            <a:pPr eaLnBrk="1" hangingPunct="1">
              <a:spcBef>
                <a:spcPct val="0"/>
              </a:spcBef>
              <a:buFontTx/>
              <a:buNone/>
            </a:pPr>
            <a:r>
              <a:rPr lang="de-DE" altLang="de-DE" sz="1800" b="1" dirty="0">
                <a:latin typeface="Courier New" panose="02070309020205020404" pitchFamily="49" charset="0"/>
              </a:rPr>
              <a:t>}</a:t>
            </a:r>
          </a:p>
        </p:txBody>
      </p:sp>
      <p:sp>
        <p:nvSpPr>
          <p:cNvPr id="493578" name="Text Box 10">
            <a:extLst>
              <a:ext uri="{FF2B5EF4-FFF2-40B4-BE49-F238E27FC236}">
                <a16:creationId xmlns:a16="http://schemas.microsoft.com/office/drawing/2014/main" id="{32FC087E-5D70-4DA6-92B7-9325AE77F257}"/>
              </a:ext>
            </a:extLst>
          </p:cNvPr>
          <p:cNvSpPr txBox="1">
            <a:spLocks noChangeArrowheads="1"/>
          </p:cNvSpPr>
          <p:nvPr/>
        </p:nvSpPr>
        <p:spPr bwMode="auto">
          <a:xfrm>
            <a:off x="684212" y="1605241"/>
            <a:ext cx="5889625"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Call </a:t>
            </a:r>
            <a:r>
              <a:rPr lang="de-DE" altLang="de-DE" sz="1800" dirty="0" err="1">
                <a:latin typeface="Calibri" panose="020F0502020204030204" pitchFamily="34" charset="0"/>
                <a:cs typeface="Calibri" panose="020F0502020204030204" pitchFamily="34" charset="0"/>
              </a:rPr>
              <a:t>by</a:t>
            </a:r>
            <a:r>
              <a:rPr lang="de-DE" altLang="de-DE" sz="1800" dirty="0">
                <a:latin typeface="Calibri" panose="020F0502020204030204" pitchFamily="34" charset="0"/>
                <a:cs typeface="Calibri" panose="020F0502020204030204" pitchFamily="34" charset="0"/>
              </a:rPr>
              <a:t> Value</a:t>
            </a:r>
            <a:r>
              <a:rPr lang="de-DE" altLang="de-DE" sz="1800" dirty="0"/>
              <a:t>: </a:t>
            </a:r>
            <a:r>
              <a:rPr lang="de-DE" altLang="de-DE" sz="1800" b="1" dirty="0">
                <a:latin typeface="Courier New" panose="02070309020205020404" pitchFamily="49" charset="0"/>
                <a:cs typeface="Courier New" panose="02070309020205020404" pitchFamily="49" charset="0"/>
              </a:rPr>
              <a:t>double add1(double x, double y)</a:t>
            </a:r>
            <a:endParaRPr lang="de-DE" altLang="de-DE" sz="1800" dirty="0">
              <a:latin typeface="Courier New" panose="02070309020205020404" pitchFamily="49" charset="0"/>
              <a:cs typeface="Courier New" panose="02070309020205020404" pitchFamily="49" charset="0"/>
            </a:endParaRPr>
          </a:p>
        </p:txBody>
      </p:sp>
      <p:sp>
        <p:nvSpPr>
          <p:cNvPr id="493580" name="Text Box 12">
            <a:extLst>
              <a:ext uri="{FF2B5EF4-FFF2-40B4-BE49-F238E27FC236}">
                <a16:creationId xmlns:a16="http://schemas.microsoft.com/office/drawing/2014/main" id="{1785A89F-F61D-487B-8375-18961DDE6D2B}"/>
              </a:ext>
            </a:extLst>
          </p:cNvPr>
          <p:cNvSpPr txBox="1">
            <a:spLocks noChangeArrowheads="1"/>
          </p:cNvSpPr>
          <p:nvPr/>
        </p:nvSpPr>
        <p:spPr bwMode="auto">
          <a:xfrm>
            <a:off x="684212" y="1914526"/>
            <a:ext cx="6632575"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Call </a:t>
            </a:r>
            <a:r>
              <a:rPr lang="de-DE" altLang="de-DE" sz="1800" dirty="0" err="1">
                <a:latin typeface="Calibri" panose="020F0502020204030204" pitchFamily="34" charset="0"/>
                <a:cs typeface="Calibri" panose="020F0502020204030204" pitchFamily="34" charset="0"/>
              </a:rPr>
              <a:t>by</a:t>
            </a:r>
            <a:r>
              <a:rPr lang="de-DE" altLang="de-DE" sz="1800" dirty="0">
                <a:latin typeface="Calibri" panose="020F0502020204030204" pitchFamily="34" charset="0"/>
                <a:cs typeface="Calibri" panose="020F0502020204030204" pitchFamily="34" charset="0"/>
              </a:rPr>
              <a:t> Reference</a:t>
            </a:r>
            <a:r>
              <a:rPr lang="de-DE" altLang="de-DE" sz="1800" dirty="0"/>
              <a:t>: </a:t>
            </a:r>
            <a:r>
              <a:rPr lang="de-DE" altLang="de-DE" sz="1800" b="1" dirty="0">
                <a:latin typeface="Courier New" panose="02070309020205020404" pitchFamily="49" charset="0"/>
                <a:cs typeface="Courier New" panose="02070309020205020404" pitchFamily="49" charset="0"/>
              </a:rPr>
              <a:t>double add2(double *x, double *y)</a:t>
            </a:r>
            <a:endParaRPr lang="de-DE" altLang="de-DE" sz="1800" dirty="0">
              <a:latin typeface="Courier New" panose="02070309020205020404" pitchFamily="49" charset="0"/>
              <a:cs typeface="Courier New" panose="02070309020205020404" pitchFamily="49" charset="0"/>
            </a:endParaRPr>
          </a:p>
        </p:txBody>
      </p:sp>
      <p:sp>
        <p:nvSpPr>
          <p:cNvPr id="493581" name="Text Box 13">
            <a:extLst>
              <a:ext uri="{FF2B5EF4-FFF2-40B4-BE49-F238E27FC236}">
                <a16:creationId xmlns:a16="http://schemas.microsoft.com/office/drawing/2014/main" id="{E9584E8F-61DC-43DC-BFF6-6BB08304E115}"/>
              </a:ext>
            </a:extLst>
          </p:cNvPr>
          <p:cNvSpPr txBox="1">
            <a:spLocks noChangeArrowheads="1"/>
          </p:cNvSpPr>
          <p:nvPr/>
        </p:nvSpPr>
        <p:spPr bwMode="auto">
          <a:xfrm>
            <a:off x="527050" y="4581525"/>
            <a:ext cx="7473950" cy="1465262"/>
          </a:xfrm>
          <a:prstGeom prst="rect">
            <a:avLst/>
          </a:prstGeom>
          <a:solidFill>
            <a:srgbClr val="92D050"/>
          </a:solidFill>
          <a:ln>
            <a:noFill/>
          </a:ln>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a:latin typeface="Calibri" panose="020F0502020204030204" pitchFamily="34" charset="0"/>
                <a:cs typeface="Calibri" panose="020F0502020204030204" pitchFamily="34" charset="0"/>
              </a:rPr>
              <a:t>Call </a:t>
            </a:r>
            <a:r>
              <a:rPr lang="de-DE" altLang="de-DE" sz="1800" b="1" dirty="0" err="1">
                <a:latin typeface="Calibri" panose="020F0502020204030204" pitchFamily="34" charset="0"/>
                <a:cs typeface="Calibri" panose="020F0502020204030204" pitchFamily="34" charset="0"/>
              </a:rPr>
              <a:t>by</a:t>
            </a:r>
            <a:r>
              <a:rPr lang="de-DE" altLang="de-DE" sz="1800" b="1" dirty="0">
                <a:latin typeface="Calibri" panose="020F0502020204030204" pitchFamily="34" charset="0"/>
                <a:cs typeface="Calibri" panose="020F0502020204030204" pitchFamily="34" charset="0"/>
              </a:rPr>
              <a:t> Value:  </a:t>
            </a:r>
            <a:r>
              <a:rPr lang="de-DE" altLang="de-DE" sz="1800" dirty="0">
                <a:latin typeface="Calibri" panose="020F0502020204030204" pitchFamily="34" charset="0"/>
                <a:cs typeface="Calibri" panose="020F0502020204030204" pitchFamily="34" charset="0"/>
              </a:rPr>
              <a:t>die aufgerufene Funktion arbeitet mit einer Kopie des Eingabewertes und kann ihn deshalb nicht ändern</a:t>
            </a:r>
          </a:p>
          <a:p>
            <a:pPr eaLnBrk="1" hangingPunct="1">
              <a:spcBef>
                <a:spcPct val="0"/>
              </a:spcBef>
              <a:buFontTx/>
              <a:buNone/>
            </a:pPr>
            <a:endParaRPr lang="de-DE" altLang="de-DE" sz="1800" dirty="0">
              <a:latin typeface="Calibri" panose="020F0502020204030204" pitchFamily="34" charset="0"/>
              <a:cs typeface="Calibri" panose="020F0502020204030204" pitchFamily="34" charset="0"/>
            </a:endParaRPr>
          </a:p>
          <a:p>
            <a:pPr eaLnBrk="1" hangingPunct="1">
              <a:spcBef>
                <a:spcPct val="0"/>
              </a:spcBef>
              <a:buFontTx/>
              <a:buNone/>
            </a:pPr>
            <a:r>
              <a:rPr lang="de-DE" altLang="de-DE" sz="1800" b="1" dirty="0">
                <a:latin typeface="Calibri" panose="020F0502020204030204" pitchFamily="34" charset="0"/>
                <a:cs typeface="Calibri" panose="020F0502020204030204" pitchFamily="34" charset="0"/>
              </a:rPr>
              <a:t>Call </a:t>
            </a:r>
            <a:r>
              <a:rPr lang="de-DE" altLang="de-DE" sz="1800" b="1" dirty="0" err="1">
                <a:latin typeface="Calibri" panose="020F0502020204030204" pitchFamily="34" charset="0"/>
                <a:cs typeface="Calibri" panose="020F0502020204030204" pitchFamily="34" charset="0"/>
              </a:rPr>
              <a:t>by</a:t>
            </a:r>
            <a:r>
              <a:rPr lang="de-DE" altLang="de-DE" sz="1800" b="1" dirty="0">
                <a:latin typeface="Calibri" panose="020F0502020204030204" pitchFamily="34" charset="0"/>
                <a:cs typeface="Calibri" panose="020F0502020204030204" pitchFamily="34" charset="0"/>
              </a:rPr>
              <a:t> Reference</a:t>
            </a:r>
            <a:r>
              <a:rPr lang="de-DE" altLang="de-DE" sz="1800" dirty="0">
                <a:latin typeface="Calibri" panose="020F0502020204030204" pitchFamily="34" charset="0"/>
                <a:cs typeface="Calibri" panose="020F0502020204030204" pitchFamily="34" charset="0"/>
              </a:rPr>
              <a:t>: soll doch ein Eingabewert einer Funktion geändert werden, muss die </a:t>
            </a:r>
            <a:r>
              <a:rPr lang="de-DE" altLang="de-DE" sz="1800" b="1" dirty="0">
                <a:latin typeface="Calibri" panose="020F0502020204030204" pitchFamily="34" charset="0"/>
                <a:cs typeface="Calibri" panose="020F0502020204030204" pitchFamily="34" charset="0"/>
              </a:rPr>
              <a:t>Adresse</a:t>
            </a:r>
            <a:r>
              <a:rPr lang="de-DE" altLang="de-DE" sz="1800" dirty="0">
                <a:latin typeface="Calibri" panose="020F0502020204030204" pitchFamily="34" charset="0"/>
                <a:cs typeface="Calibri" panose="020F0502020204030204" pitchFamily="34" charset="0"/>
              </a:rPr>
              <a:t> der Variablen übergeben werden</a:t>
            </a:r>
          </a:p>
        </p:txBody>
      </p:sp>
      <p:sp>
        <p:nvSpPr>
          <p:cNvPr id="493582" name="Text Box 14">
            <a:extLst>
              <a:ext uri="{FF2B5EF4-FFF2-40B4-BE49-F238E27FC236}">
                <a16:creationId xmlns:a16="http://schemas.microsoft.com/office/drawing/2014/main" id="{342A82D0-C63C-40B1-9585-8A013B8BE7FB}"/>
              </a:ext>
            </a:extLst>
          </p:cNvPr>
          <p:cNvSpPr txBox="1">
            <a:spLocks noChangeArrowheads="1"/>
          </p:cNvSpPr>
          <p:nvPr/>
        </p:nvSpPr>
        <p:spPr bwMode="auto">
          <a:xfrm>
            <a:off x="5203825" y="2325688"/>
            <a:ext cx="35877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b="1">
                <a:latin typeface="Courier New" panose="02070309020205020404" pitchFamily="49" charset="0"/>
                <a:cs typeface="Courier New" panose="02070309020205020404" pitchFamily="49" charset="0"/>
              </a:rPr>
              <a:t>double add1(double x, double y){</a:t>
            </a:r>
          </a:p>
          <a:p>
            <a:pPr eaLnBrk="1" hangingPunct="1">
              <a:spcBef>
                <a:spcPct val="0"/>
              </a:spcBef>
              <a:buFontTx/>
              <a:buNone/>
            </a:pPr>
            <a:r>
              <a:rPr lang="de-DE" altLang="de-DE" sz="1400" b="1">
                <a:latin typeface="Courier New" panose="02070309020205020404" pitchFamily="49" charset="0"/>
                <a:cs typeface="Courier New" panose="02070309020205020404" pitchFamily="49" charset="0"/>
              </a:rPr>
              <a:t>   return x+y;</a:t>
            </a:r>
          </a:p>
          <a:p>
            <a:pPr eaLnBrk="1" hangingPunct="1">
              <a:spcBef>
                <a:spcPct val="0"/>
              </a:spcBef>
              <a:buFontTx/>
              <a:buNone/>
            </a:pPr>
            <a:r>
              <a:rPr lang="de-DE" altLang="de-DE" sz="1400" b="1">
                <a:latin typeface="Courier New" panose="02070309020205020404" pitchFamily="49" charset="0"/>
                <a:cs typeface="Courier New" panose="02070309020205020404" pitchFamily="49" charset="0"/>
              </a:rPr>
              <a:t>}</a:t>
            </a:r>
          </a:p>
        </p:txBody>
      </p:sp>
      <p:sp>
        <p:nvSpPr>
          <p:cNvPr id="493583" name="Rectangle 15">
            <a:extLst>
              <a:ext uri="{FF2B5EF4-FFF2-40B4-BE49-F238E27FC236}">
                <a16:creationId xmlns:a16="http://schemas.microsoft.com/office/drawing/2014/main" id="{34E4FA06-2399-4779-8C96-D7BA4B2AF30D}"/>
              </a:ext>
            </a:extLst>
          </p:cNvPr>
          <p:cNvSpPr>
            <a:spLocks noChangeArrowheads="1"/>
          </p:cNvSpPr>
          <p:nvPr/>
        </p:nvSpPr>
        <p:spPr bwMode="auto">
          <a:xfrm>
            <a:off x="5168900" y="2273300"/>
            <a:ext cx="3632200" cy="762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493584" name="Text Box 16">
            <a:extLst>
              <a:ext uri="{FF2B5EF4-FFF2-40B4-BE49-F238E27FC236}">
                <a16:creationId xmlns:a16="http://schemas.microsoft.com/office/drawing/2014/main" id="{846884EC-0BD4-4933-BCF6-F12F6C847E0F}"/>
              </a:ext>
            </a:extLst>
          </p:cNvPr>
          <p:cNvSpPr txBox="1">
            <a:spLocks noChangeArrowheads="1"/>
          </p:cNvSpPr>
          <p:nvPr/>
        </p:nvSpPr>
        <p:spPr bwMode="auto">
          <a:xfrm>
            <a:off x="5292725" y="3659188"/>
            <a:ext cx="38004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b="1" dirty="0">
                <a:latin typeface="Courier New" panose="02070309020205020404" pitchFamily="49" charset="0"/>
                <a:cs typeface="Courier New" panose="02070309020205020404" pitchFamily="49" charset="0"/>
              </a:rPr>
              <a:t>double add2(double *x, double *y){</a:t>
            </a:r>
          </a:p>
          <a:p>
            <a:pPr eaLnBrk="1" hangingPunct="1">
              <a:spcBef>
                <a:spcPct val="0"/>
              </a:spcBef>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return</a:t>
            </a:r>
            <a:r>
              <a:rPr lang="de-DE" altLang="de-DE" sz="1400" b="1" dirty="0">
                <a:latin typeface="Courier New" panose="02070309020205020404" pitchFamily="49" charset="0"/>
                <a:cs typeface="Courier New" panose="02070309020205020404" pitchFamily="49" charset="0"/>
              </a:rPr>
              <a:t> *x+*y;</a:t>
            </a:r>
          </a:p>
          <a:p>
            <a:pPr eaLnBrk="1" hangingPunct="1">
              <a:spcBef>
                <a:spcPct val="0"/>
              </a:spcBef>
              <a:buFontTx/>
              <a:buNone/>
            </a:pPr>
            <a:r>
              <a:rPr lang="de-DE" altLang="de-DE" sz="1400" b="1" dirty="0">
                <a:latin typeface="Courier New" panose="02070309020205020404" pitchFamily="49" charset="0"/>
                <a:cs typeface="Courier New" panose="02070309020205020404" pitchFamily="49" charset="0"/>
              </a:rPr>
              <a:t>}</a:t>
            </a:r>
          </a:p>
        </p:txBody>
      </p:sp>
      <p:sp>
        <p:nvSpPr>
          <p:cNvPr id="493585" name="Rectangle 17">
            <a:extLst>
              <a:ext uri="{FF2B5EF4-FFF2-40B4-BE49-F238E27FC236}">
                <a16:creationId xmlns:a16="http://schemas.microsoft.com/office/drawing/2014/main" id="{0727E2F3-5152-4B77-9329-965E35CAB4F6}"/>
              </a:ext>
            </a:extLst>
          </p:cNvPr>
          <p:cNvSpPr>
            <a:spLocks noChangeArrowheads="1"/>
          </p:cNvSpPr>
          <p:nvPr/>
        </p:nvSpPr>
        <p:spPr bwMode="auto">
          <a:xfrm>
            <a:off x="5257800" y="3606800"/>
            <a:ext cx="3797300" cy="8001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493586" name="Line 18">
            <a:extLst>
              <a:ext uri="{FF2B5EF4-FFF2-40B4-BE49-F238E27FC236}">
                <a16:creationId xmlns:a16="http://schemas.microsoft.com/office/drawing/2014/main" id="{CB482160-2E84-416C-88DA-60B6C44E5790}"/>
              </a:ext>
            </a:extLst>
          </p:cNvPr>
          <p:cNvSpPr>
            <a:spLocks noChangeShapeType="1"/>
          </p:cNvSpPr>
          <p:nvPr/>
        </p:nvSpPr>
        <p:spPr bwMode="auto">
          <a:xfrm flipV="1">
            <a:off x="3873500" y="2743200"/>
            <a:ext cx="1422400" cy="787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493587" name="Line 19">
            <a:extLst>
              <a:ext uri="{FF2B5EF4-FFF2-40B4-BE49-F238E27FC236}">
                <a16:creationId xmlns:a16="http://schemas.microsoft.com/office/drawing/2014/main" id="{03893C8D-41B9-4BA8-B8E4-9FD00A14DC58}"/>
              </a:ext>
            </a:extLst>
          </p:cNvPr>
          <p:cNvSpPr>
            <a:spLocks noChangeShapeType="1"/>
          </p:cNvSpPr>
          <p:nvPr/>
        </p:nvSpPr>
        <p:spPr bwMode="auto">
          <a:xfrm>
            <a:off x="4406900" y="3886200"/>
            <a:ext cx="1041400" cy="406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2" name="Textfeld 1">
            <a:extLst>
              <a:ext uri="{FF2B5EF4-FFF2-40B4-BE49-F238E27FC236}">
                <a16:creationId xmlns:a16="http://schemas.microsoft.com/office/drawing/2014/main" id="{AD1F418E-FA34-4EFC-9427-B7F21067070E}"/>
              </a:ext>
            </a:extLst>
          </p:cNvPr>
          <p:cNvSpPr txBox="1"/>
          <p:nvPr/>
        </p:nvSpPr>
        <p:spPr>
          <a:xfrm>
            <a:off x="278935" y="1155145"/>
            <a:ext cx="6933949" cy="369332"/>
          </a:xfrm>
          <a:prstGeom prst="rect">
            <a:avLst/>
          </a:prstGeom>
          <a:noFill/>
        </p:spPr>
        <p:txBody>
          <a:bodyPr wrap="none" rtlCol="0">
            <a:spAutoFit/>
          </a:bodyPr>
          <a:lstStyle/>
          <a:p>
            <a:r>
              <a:rPr lang="de-DE" dirty="0">
                <a:latin typeface="Calibri" panose="020F0502020204030204" pitchFamily="34" charset="0"/>
                <a:cs typeface="Calibri" panose="020F0502020204030204" pitchFamily="34" charset="0"/>
              </a:rPr>
              <a:t>Eingabewerte können an Funktionen auf zwei Arten übergeben werden</a:t>
            </a:r>
            <a:r>
              <a:rPr lang="de-DE" dirty="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357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358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357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358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9358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9358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9358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93583"/>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9358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935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576" grpId="0"/>
      <p:bldP spid="493578" grpId="0" animBg="1"/>
      <p:bldP spid="493580" grpId="0" animBg="1"/>
      <p:bldP spid="493581" grpId="0" animBg="1"/>
      <p:bldP spid="493582" grpId="0"/>
      <p:bldP spid="493583" grpId="0" animBg="1"/>
      <p:bldP spid="493584" grpId="0"/>
      <p:bldP spid="49358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DB3FA60C-F9EA-4202-8699-3216F2769C57}"/>
              </a:ext>
            </a:extLst>
          </p:cNvPr>
          <p:cNvSpPr>
            <a:spLocks noGrp="1" noChangeArrowheads="1"/>
          </p:cNvSpPr>
          <p:nvPr>
            <p:ph type="title" idx="4294967295"/>
          </p:nvPr>
        </p:nvSpPr>
        <p:spPr>
          <a:solidFill>
            <a:srgbClr val="FFC000"/>
          </a:solidFill>
        </p:spPr>
        <p:txBody>
          <a:bodyPr/>
          <a:lstStyle/>
          <a:p>
            <a:pPr eaLnBrk="1" hangingPunct="1"/>
            <a:r>
              <a:rPr lang="de-DE" altLang="de-DE" sz="2800" dirty="0"/>
              <a:t>Call </a:t>
            </a:r>
            <a:r>
              <a:rPr lang="de-DE" altLang="de-DE" sz="2800" dirty="0" err="1"/>
              <a:t>by</a:t>
            </a:r>
            <a:r>
              <a:rPr lang="de-DE" altLang="de-DE" sz="2800" dirty="0"/>
              <a:t> Reference: Übung (ohne Feldlösung)</a:t>
            </a:r>
          </a:p>
        </p:txBody>
      </p:sp>
      <p:sp>
        <p:nvSpPr>
          <p:cNvPr id="49155" name="Rectangle 3">
            <a:extLst>
              <a:ext uri="{FF2B5EF4-FFF2-40B4-BE49-F238E27FC236}">
                <a16:creationId xmlns:a16="http://schemas.microsoft.com/office/drawing/2014/main" id="{B24F41A1-6884-4E74-84FA-265D33C855A3}"/>
              </a:ext>
            </a:extLst>
          </p:cNvPr>
          <p:cNvSpPr>
            <a:spLocks noGrp="1" noChangeArrowheads="1"/>
          </p:cNvSpPr>
          <p:nvPr>
            <p:ph type="body" idx="4294967295"/>
          </p:nvPr>
        </p:nvSpPr>
        <p:spPr>
          <a:xfrm>
            <a:off x="447675" y="1030288"/>
            <a:ext cx="7729538" cy="4878387"/>
          </a:xfrm>
          <a:solidFill>
            <a:schemeClr val="bg1"/>
          </a:solidFill>
        </p:spPr>
        <p:txBody>
          <a:bodyPr/>
          <a:lstStyle/>
          <a:p>
            <a:pPr marL="457200" indent="-457200" eaLnBrk="1" hangingPunct="1">
              <a:buFontTx/>
              <a:buNone/>
            </a:pPr>
            <a:r>
              <a:rPr lang="de-DE" altLang="de-DE" sz="2000" dirty="0"/>
              <a:t>a) </a:t>
            </a:r>
            <a:r>
              <a:rPr lang="de-DE" altLang="de-DE" sz="2000" dirty="0">
                <a:latin typeface="Calibri" panose="020F0502020204030204" pitchFamily="34" charset="0"/>
                <a:cs typeface="Calibri" panose="020F0502020204030204" pitchFamily="34" charset="0"/>
              </a:rPr>
              <a:t>Implementieren Sie eine C-Funktion, die zwei Eingabewerte x und </a:t>
            </a:r>
            <a:r>
              <a:rPr lang="de-DE" altLang="de-DE" sz="2000">
                <a:latin typeface="Calibri" panose="020F0502020204030204" pitchFamily="34" charset="0"/>
                <a:cs typeface="Calibri" panose="020F0502020204030204" pitchFamily="34" charset="0"/>
              </a:rPr>
              <a:t>y erhält und die </a:t>
            </a:r>
            <a:r>
              <a:rPr lang="de-DE" altLang="de-DE" sz="2000" dirty="0">
                <a:latin typeface="Calibri" panose="020F0502020204030204" pitchFamily="34" charset="0"/>
                <a:cs typeface="Calibri" panose="020F0502020204030204" pitchFamily="34" charset="0"/>
              </a:rPr>
              <a:t>Summe, das Produkt und die Differenz von x und y „zurückgibt“! </a:t>
            </a:r>
          </a:p>
          <a:p>
            <a:pPr marL="457200" indent="-457200" eaLnBrk="1" hangingPunct="1">
              <a:buFontTx/>
              <a:buNone/>
            </a:pPr>
            <a:endParaRPr lang="de-DE" altLang="de-DE" sz="2000" dirty="0">
              <a:latin typeface="Calibri" panose="020F0502020204030204" pitchFamily="34" charset="0"/>
              <a:cs typeface="Calibri" panose="020F0502020204030204" pitchFamily="34" charset="0"/>
            </a:endParaRPr>
          </a:p>
          <a:p>
            <a:pPr marL="457200" indent="-457200" eaLnBrk="1" hangingPunct="1">
              <a:buFontTx/>
              <a:buNone/>
            </a:pPr>
            <a:r>
              <a:rPr lang="de-DE" altLang="de-DE" sz="2000" dirty="0">
                <a:latin typeface="Calibri" panose="020F0502020204030204" pitchFamily="34" charset="0"/>
                <a:cs typeface="Calibri" panose="020F0502020204030204" pitchFamily="34" charset="0"/>
              </a:rPr>
              <a:t>b) Wie würde die Funktion in einem Hauptprogramm aufgerufen werden?</a:t>
            </a:r>
            <a:endParaRPr lang="de-DE" altLang="de-DE" sz="2000" u="sng" dirty="0">
              <a:latin typeface="Calibri" panose="020F0502020204030204" pitchFamily="34" charset="0"/>
              <a:cs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CBEA6028-6EFE-4645-BB65-36AC6C267982}"/>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r" eaLnBrk="1" hangingPunct="1">
              <a:spcBef>
                <a:spcPct val="0"/>
              </a:spcBef>
              <a:buFontTx/>
              <a:buNone/>
            </a:pPr>
            <a:fld id="{15C4E7FF-A4A6-4926-8125-87B6BCD7158E}" type="slidenum">
              <a:rPr lang="de-DE" altLang="de-DE" sz="1400" b="1"/>
              <a:pPr algn="r" eaLnBrk="1" hangingPunct="1">
                <a:spcBef>
                  <a:spcPct val="0"/>
                </a:spcBef>
                <a:buFontTx/>
                <a:buNone/>
              </a:pPr>
              <a:t>29</a:t>
            </a:fld>
            <a:endParaRPr lang="de-DE" altLang="de-DE" sz="1400" b="1"/>
          </a:p>
        </p:txBody>
      </p:sp>
      <p:sp>
        <p:nvSpPr>
          <p:cNvPr id="53251" name="Text Box 3">
            <a:extLst>
              <a:ext uri="{FF2B5EF4-FFF2-40B4-BE49-F238E27FC236}">
                <a16:creationId xmlns:a16="http://schemas.microsoft.com/office/drawing/2014/main" id="{CDBBE6B8-F652-4AD9-94FC-B2EA24B620EE}"/>
              </a:ext>
            </a:extLst>
          </p:cNvPr>
          <p:cNvSpPr txBox="1">
            <a:spLocks noChangeArrowheads="1"/>
          </p:cNvSpPr>
          <p:nvPr/>
        </p:nvSpPr>
        <p:spPr bwMode="auto">
          <a:xfrm>
            <a:off x="304800" y="177800"/>
            <a:ext cx="822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eaLnBrk="1" hangingPunct="1">
              <a:spcBef>
                <a:spcPct val="0"/>
              </a:spcBef>
              <a:buFontTx/>
              <a:buNone/>
            </a:pPr>
            <a:r>
              <a:rPr lang="de-DE" altLang="de-DE" sz="3200" dirty="0">
                <a:latin typeface="Calibri" panose="020F0502020204030204" pitchFamily="34" charset="0"/>
                <a:cs typeface="Calibri" panose="020F0502020204030204" pitchFamily="34" charset="0"/>
              </a:rPr>
              <a:t>Call </a:t>
            </a:r>
            <a:r>
              <a:rPr lang="de-DE" altLang="de-DE" sz="3200" dirty="0" err="1">
                <a:latin typeface="Calibri" panose="020F0502020204030204" pitchFamily="34" charset="0"/>
                <a:cs typeface="Calibri" panose="020F0502020204030204" pitchFamily="34" charset="0"/>
              </a:rPr>
              <a:t>by</a:t>
            </a:r>
            <a:r>
              <a:rPr lang="de-DE" altLang="de-DE" sz="3200" dirty="0">
                <a:latin typeface="Calibri" panose="020F0502020204030204" pitchFamily="34" charset="0"/>
                <a:cs typeface="Calibri" panose="020F0502020204030204" pitchFamily="34" charset="0"/>
              </a:rPr>
              <a:t> Reference: Übung - Wechselgeld</a:t>
            </a:r>
          </a:p>
        </p:txBody>
      </p:sp>
      <p:sp>
        <p:nvSpPr>
          <p:cNvPr id="53252" name="Text Box 4">
            <a:extLst>
              <a:ext uri="{FF2B5EF4-FFF2-40B4-BE49-F238E27FC236}">
                <a16:creationId xmlns:a16="http://schemas.microsoft.com/office/drawing/2014/main" id="{E67BDC90-77AA-494A-8948-496E95F9D2A9}"/>
              </a:ext>
            </a:extLst>
          </p:cNvPr>
          <p:cNvSpPr txBox="1">
            <a:spLocks noChangeArrowheads="1"/>
          </p:cNvSpPr>
          <p:nvPr/>
        </p:nvSpPr>
        <p:spPr bwMode="auto">
          <a:xfrm>
            <a:off x="530225" y="1084263"/>
            <a:ext cx="8108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Clr>
                <a:srgbClr val="000000"/>
              </a:buClr>
              <a:buFont typeface="Times New Roman" panose="02020603050405020304" pitchFamily="18" charset="0"/>
              <a:buNone/>
            </a:pPr>
            <a:endParaRPr lang="de-DE" altLang="de-DE" sz="1800">
              <a:solidFill>
                <a:schemeClr val="bg1"/>
              </a:solidFill>
              <a:ea typeface="Arial Unicode MS" pitchFamily="34" charset="-128"/>
            </a:endParaRPr>
          </a:p>
        </p:txBody>
      </p:sp>
      <p:sp>
        <p:nvSpPr>
          <p:cNvPr id="53253" name="Text Box 5">
            <a:extLst>
              <a:ext uri="{FF2B5EF4-FFF2-40B4-BE49-F238E27FC236}">
                <a16:creationId xmlns:a16="http://schemas.microsoft.com/office/drawing/2014/main" id="{DF0BEBAA-5FE6-48BC-B8B3-9C3AF3C86FBA}"/>
              </a:ext>
            </a:extLst>
          </p:cNvPr>
          <p:cNvSpPr txBox="1">
            <a:spLocks noChangeArrowheads="1"/>
          </p:cNvSpPr>
          <p:nvPr/>
        </p:nvSpPr>
        <p:spPr bwMode="auto">
          <a:xfrm>
            <a:off x="282575" y="928688"/>
            <a:ext cx="8769350" cy="539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buFontTx/>
              <a:buNone/>
            </a:pPr>
            <a:r>
              <a:rPr lang="en-US" altLang="de-DE" sz="1400" b="1" dirty="0">
                <a:solidFill>
                  <a:srgbClr val="FF0066"/>
                </a:solidFill>
                <a:latin typeface="Courier New" panose="02070309020205020404" pitchFamily="49" charset="0"/>
                <a:cs typeface="Courier New" panose="02070309020205020404" pitchFamily="49" charset="0"/>
              </a:rPr>
              <a:t>int rest=0; //Variable muss global sein, da </a:t>
            </a:r>
            <a:r>
              <a:rPr lang="en-US" altLang="de-DE" sz="1400" b="1" dirty="0" err="1">
                <a:solidFill>
                  <a:srgbClr val="FF0066"/>
                </a:solidFill>
                <a:latin typeface="Courier New" panose="02070309020205020404" pitchFamily="49" charset="0"/>
                <a:cs typeface="Courier New" panose="02070309020205020404" pitchFamily="49" charset="0"/>
              </a:rPr>
              <a:t>sie</a:t>
            </a:r>
            <a:r>
              <a:rPr lang="en-US" altLang="de-DE" sz="1400" b="1" dirty="0">
                <a:solidFill>
                  <a:srgbClr val="FF0066"/>
                </a:solidFill>
                <a:latin typeface="Courier New" panose="02070309020205020404" pitchFamily="49" charset="0"/>
                <a:cs typeface="Courier New" panose="02070309020205020404" pitchFamily="49" charset="0"/>
              </a:rPr>
              <a:t> von "main" und von "</a:t>
            </a:r>
            <a:r>
              <a:rPr lang="en-US" altLang="de-DE" sz="1400" b="1" dirty="0" err="1">
                <a:solidFill>
                  <a:srgbClr val="FF0066"/>
                </a:solidFill>
                <a:latin typeface="Courier New" panose="02070309020205020404" pitchFamily="49" charset="0"/>
                <a:cs typeface="Courier New" panose="02070309020205020404" pitchFamily="49" charset="0"/>
              </a:rPr>
              <a:t>rueckgeld</a:t>
            </a:r>
            <a:r>
              <a:rPr lang="en-US" altLang="de-DE" sz="1400" b="1" dirty="0">
                <a:solidFill>
                  <a:srgbClr val="FF0000"/>
                </a:solidFill>
                <a:latin typeface="Courier New" panose="02070309020205020404" pitchFamily="49" charset="0"/>
                <a:cs typeface="Courier New" panose="02070309020205020404" pitchFamily="49" charset="0"/>
              </a:rPr>
              <a:t>"     </a:t>
            </a:r>
            <a:br>
              <a:rPr lang="en-US" altLang="de-DE" sz="1400" b="1" dirty="0">
                <a:solidFill>
                  <a:srgbClr val="FF0000"/>
                </a:solidFill>
                <a:latin typeface="Courier New" panose="02070309020205020404" pitchFamily="49" charset="0"/>
                <a:cs typeface="Courier New" panose="02070309020205020404" pitchFamily="49" charset="0"/>
              </a:rPr>
            </a:br>
            <a:r>
              <a:rPr lang="en-US" altLang="de-DE" sz="1400" b="1" dirty="0">
                <a:solidFill>
                  <a:srgbClr val="FF0000"/>
                </a:solidFill>
                <a:latin typeface="Courier New" panose="02070309020205020404" pitchFamily="49" charset="0"/>
                <a:cs typeface="Courier New" panose="02070309020205020404" pitchFamily="49" charset="0"/>
              </a:rPr>
              <a:t>            //</a:t>
            </a:r>
            <a:r>
              <a:rPr lang="en-US" altLang="de-DE" sz="1400" b="1" dirty="0" err="1">
                <a:solidFill>
                  <a:srgbClr val="FF0000"/>
                </a:solidFill>
                <a:latin typeface="Courier New" panose="02070309020205020404" pitchFamily="49" charset="0"/>
                <a:cs typeface="Courier New" panose="02070309020205020404" pitchFamily="49" charset="0"/>
              </a:rPr>
              <a:t>benutzt</a:t>
            </a:r>
            <a:r>
              <a:rPr lang="en-US" altLang="de-DE" sz="1400" b="1" dirty="0">
                <a:solidFill>
                  <a:srgbClr val="FF0000"/>
                </a:solidFill>
                <a:latin typeface="Courier New" panose="02070309020205020404" pitchFamily="49" charset="0"/>
                <a:cs typeface="Courier New" panose="02070309020205020404" pitchFamily="49" charset="0"/>
              </a:rPr>
              <a:t> </a:t>
            </a:r>
            <a:r>
              <a:rPr lang="en-US" altLang="de-DE" sz="1400" b="1" dirty="0" err="1">
                <a:solidFill>
                  <a:srgbClr val="FF0000"/>
                </a:solidFill>
                <a:latin typeface="Courier New" panose="02070309020205020404" pitchFamily="49" charset="0"/>
                <a:cs typeface="Courier New" panose="02070309020205020404" pitchFamily="49" charset="0"/>
              </a:rPr>
              <a:t>wird</a:t>
            </a:r>
            <a:endParaRPr lang="en-US" altLang="de-DE" sz="1400" b="1" dirty="0">
              <a:solidFill>
                <a:srgbClr val="FF0000"/>
              </a:solidFill>
              <a:latin typeface="Courier New" panose="02070309020205020404" pitchFamily="49" charset="0"/>
              <a:cs typeface="Courier New" panose="02070309020205020404" pitchFamily="49" charset="0"/>
            </a:endParaRPr>
          </a:p>
          <a:p>
            <a:pPr>
              <a:buFontTx/>
              <a:buNone/>
            </a:pPr>
            <a:r>
              <a:rPr lang="en-US" altLang="de-DE" sz="1400" b="1" dirty="0">
                <a:latin typeface="Courier New" panose="02070309020205020404" pitchFamily="49" charset="0"/>
                <a:cs typeface="Courier New" panose="02070309020205020404" pitchFamily="49" charset="0"/>
              </a:rPr>
              <a:t>int </a:t>
            </a:r>
            <a:r>
              <a:rPr lang="en-US" altLang="de-DE" sz="1400" b="1" dirty="0" err="1">
                <a:latin typeface="Courier New" panose="02070309020205020404" pitchFamily="49" charset="0"/>
                <a:cs typeface="Courier New" panose="02070309020205020404" pitchFamily="49" charset="0"/>
              </a:rPr>
              <a:t>berechneRueckgeld</a:t>
            </a:r>
            <a:r>
              <a:rPr lang="en-US" altLang="de-DE" sz="1400" b="1" dirty="0">
                <a:latin typeface="Courier New" panose="02070309020205020404" pitchFamily="49" charset="0"/>
                <a:cs typeface="Courier New" panose="02070309020205020404" pitchFamily="49" charset="0"/>
              </a:rPr>
              <a:t>(int wert){</a:t>
            </a:r>
          </a:p>
          <a:p>
            <a:pPr>
              <a:buFontTx/>
              <a:buNone/>
            </a:pPr>
            <a:r>
              <a:rPr lang="en-US" altLang="de-DE" sz="1400" b="1" dirty="0">
                <a:latin typeface="Courier New" panose="02070309020205020404" pitchFamily="49" charset="0"/>
                <a:cs typeface="Courier New" panose="02070309020205020404" pitchFamily="49" charset="0"/>
              </a:rPr>
              <a:t>	  int </a:t>
            </a:r>
            <a:r>
              <a:rPr lang="en-US" altLang="de-DE" sz="1400" b="1" dirty="0" err="1">
                <a:latin typeface="Courier New" panose="02070309020205020404" pitchFamily="49" charset="0"/>
                <a:cs typeface="Courier New" panose="02070309020205020404" pitchFamily="49" charset="0"/>
              </a:rPr>
              <a:t>i</a:t>
            </a:r>
            <a:r>
              <a:rPr lang="en-US" altLang="de-DE" sz="1400" b="1" dirty="0">
                <a:latin typeface="Courier New" panose="02070309020205020404" pitchFamily="49" charset="0"/>
                <a:cs typeface="Courier New" panose="02070309020205020404" pitchFamily="49" charset="0"/>
              </a:rPr>
              <a:t>=0;	</a:t>
            </a:r>
          </a:p>
          <a:p>
            <a:pPr>
              <a:buFontTx/>
              <a:buNone/>
            </a:pPr>
            <a:r>
              <a:rPr lang="en-US" altLang="de-DE" sz="1400" b="1" dirty="0">
                <a:latin typeface="Courier New" panose="02070309020205020404" pitchFamily="49" charset="0"/>
                <a:cs typeface="Courier New" panose="02070309020205020404" pitchFamily="49" charset="0"/>
              </a:rPr>
              <a:t>	  while(rest&gt;=wert){</a:t>
            </a:r>
          </a:p>
          <a:p>
            <a:pPr>
              <a:buFontTx/>
              <a:buNone/>
            </a:pPr>
            <a:r>
              <a:rPr lang="en-US" altLang="de-DE" sz="1400" b="1" dirty="0">
                <a:latin typeface="Courier New" panose="02070309020205020404" pitchFamily="49" charset="0"/>
                <a:cs typeface="Courier New" panose="02070309020205020404" pitchFamily="49" charset="0"/>
              </a:rPr>
              <a:t>		rest=rest-wert;</a:t>
            </a:r>
          </a:p>
          <a:p>
            <a:pPr>
              <a:buFontTx/>
              <a:buNone/>
            </a:pP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i</a:t>
            </a:r>
            <a:r>
              <a:rPr lang="en-US" altLang="de-DE" sz="1400" b="1" dirty="0">
                <a:latin typeface="Courier New" panose="02070309020205020404" pitchFamily="49" charset="0"/>
                <a:cs typeface="Courier New" panose="02070309020205020404" pitchFamily="49" charset="0"/>
              </a:rPr>
              <a:t>=i+1;</a:t>
            </a:r>
          </a:p>
          <a:p>
            <a:pPr>
              <a:buFontTx/>
              <a:buNone/>
            </a:pPr>
            <a:r>
              <a:rPr lang="en-US" altLang="de-DE" sz="1400" b="1" dirty="0">
                <a:latin typeface="Courier New" panose="02070309020205020404" pitchFamily="49" charset="0"/>
                <a:cs typeface="Courier New" panose="02070309020205020404" pitchFamily="49" charset="0"/>
              </a:rPr>
              <a:t>	  }	</a:t>
            </a:r>
          </a:p>
          <a:p>
            <a:pPr>
              <a:buFontTx/>
              <a:buNone/>
            </a:pPr>
            <a:r>
              <a:rPr lang="en-US" altLang="de-DE" sz="1400" b="1" dirty="0">
                <a:latin typeface="Courier New" panose="02070309020205020404" pitchFamily="49" charset="0"/>
                <a:cs typeface="Courier New" panose="02070309020205020404" pitchFamily="49" charset="0"/>
              </a:rPr>
              <a:t>	  return </a:t>
            </a:r>
            <a:r>
              <a:rPr lang="en-US" altLang="de-DE" sz="1400" b="1" dirty="0" err="1">
                <a:latin typeface="Courier New" panose="02070309020205020404" pitchFamily="49" charset="0"/>
                <a:cs typeface="Courier New" panose="02070309020205020404" pitchFamily="49" charset="0"/>
              </a:rPr>
              <a:t>i</a:t>
            </a:r>
            <a:r>
              <a:rPr lang="en-US" altLang="de-DE" sz="1400" b="1" dirty="0">
                <a:latin typeface="Courier New" panose="02070309020205020404" pitchFamily="49" charset="0"/>
                <a:cs typeface="Courier New" panose="02070309020205020404" pitchFamily="49" charset="0"/>
              </a:rPr>
              <a:t>;</a:t>
            </a:r>
          </a:p>
          <a:p>
            <a:pPr>
              <a:buFontTx/>
              <a:buNone/>
            </a:pPr>
            <a:r>
              <a:rPr lang="en-US" altLang="de-DE" sz="1400" b="1" dirty="0">
                <a:latin typeface="Courier New" panose="02070309020205020404" pitchFamily="49" charset="0"/>
                <a:cs typeface="Courier New" panose="02070309020205020404" pitchFamily="49" charset="0"/>
              </a:rPr>
              <a:t>}</a:t>
            </a:r>
          </a:p>
          <a:p>
            <a:pPr>
              <a:buFontTx/>
              <a:buNone/>
            </a:pPr>
            <a:r>
              <a:rPr lang="en-US" altLang="de-DE" sz="1400" b="1" dirty="0">
                <a:latin typeface="Courier New" panose="02070309020205020404" pitchFamily="49" charset="0"/>
                <a:cs typeface="Courier New" panose="02070309020205020404" pitchFamily="49" charset="0"/>
              </a:rPr>
              <a:t>int main(){	</a:t>
            </a:r>
          </a:p>
          <a:p>
            <a:pPr>
              <a:buFontTx/>
              <a:buNone/>
            </a:pPr>
            <a:r>
              <a:rPr lang="en-US" altLang="de-DE" sz="1400" b="1" dirty="0">
                <a:latin typeface="Courier New" panose="02070309020205020404" pitchFamily="49" charset="0"/>
                <a:cs typeface="Courier New" panose="02070309020205020404" pitchFamily="49" charset="0"/>
              </a:rPr>
              <a:t>	  int anzahl_01=0, anzahl_02=0, anzahl_50=0;</a:t>
            </a:r>
          </a:p>
          <a:p>
            <a:pPr>
              <a:buFontTx/>
              <a:buNone/>
            </a:pP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printf</a:t>
            </a:r>
            <a:r>
              <a:rPr lang="en-US" altLang="de-DE" sz="1400" b="1" dirty="0">
                <a:latin typeface="Courier New" panose="02070309020205020404" pitchFamily="49" charset="0"/>
                <a:cs typeface="Courier New" panose="02070309020205020404" pitchFamily="49" charset="0"/>
              </a:rPr>
              <a:t>("</a:t>
            </a:r>
            <a:r>
              <a:rPr lang="en-US" altLang="de-DE" sz="1400" b="1" dirty="0" err="1">
                <a:latin typeface="Courier New" panose="02070309020205020404" pitchFamily="49" charset="0"/>
                <a:cs typeface="Courier New" panose="02070309020205020404" pitchFamily="49" charset="0"/>
              </a:rPr>
              <a:t>Rueckgeld</a:t>
            </a:r>
            <a:r>
              <a:rPr lang="en-US" altLang="de-DE" sz="1400" b="1" dirty="0">
                <a:latin typeface="Courier New" panose="02070309020205020404" pitchFamily="49" charset="0"/>
                <a:cs typeface="Courier New" panose="02070309020205020404" pitchFamily="49" charset="0"/>
              </a:rPr>
              <a:t> in Cent: ");</a:t>
            </a:r>
          </a:p>
          <a:p>
            <a:pPr>
              <a:buFontTx/>
              <a:buNone/>
            </a:pP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scanf</a:t>
            </a:r>
            <a:r>
              <a:rPr lang="en-US" altLang="de-DE" sz="1400" b="1" dirty="0">
                <a:latin typeface="Courier New" panose="02070309020205020404" pitchFamily="49" charset="0"/>
                <a:cs typeface="Courier New" panose="02070309020205020404" pitchFamily="49" charset="0"/>
              </a:rPr>
              <a:t>("%</a:t>
            </a:r>
            <a:r>
              <a:rPr lang="en-US" altLang="de-DE" sz="1400" b="1" dirty="0" err="1">
                <a:latin typeface="Courier New" panose="02070309020205020404" pitchFamily="49" charset="0"/>
                <a:cs typeface="Courier New" panose="02070309020205020404" pitchFamily="49" charset="0"/>
              </a:rPr>
              <a:t>i</a:t>
            </a:r>
            <a:r>
              <a:rPr lang="en-US" altLang="de-DE" sz="1400" b="1" dirty="0">
                <a:latin typeface="Courier New" panose="02070309020205020404" pitchFamily="49" charset="0"/>
                <a:cs typeface="Courier New" panose="02070309020205020404" pitchFamily="49" charset="0"/>
              </a:rPr>
              <a:t>",&amp;rest); </a:t>
            </a:r>
          </a:p>
          <a:p>
            <a:pPr>
              <a:buFontTx/>
              <a:buNone/>
            </a:pPr>
            <a:r>
              <a:rPr lang="en-US" altLang="de-DE" sz="1400" b="1" dirty="0">
                <a:latin typeface="Courier New" panose="02070309020205020404" pitchFamily="49" charset="0"/>
                <a:cs typeface="Courier New" panose="02070309020205020404" pitchFamily="49" charset="0"/>
              </a:rPr>
              <a:t>	  anzahl_50 = </a:t>
            </a:r>
            <a:r>
              <a:rPr lang="en-US" altLang="de-DE" sz="1400" b="1" dirty="0" err="1">
                <a:latin typeface="Courier New" panose="02070309020205020404" pitchFamily="49" charset="0"/>
                <a:cs typeface="Courier New" panose="02070309020205020404" pitchFamily="49" charset="0"/>
              </a:rPr>
              <a:t>berechneRueckgeld</a:t>
            </a:r>
            <a:r>
              <a:rPr lang="en-US" altLang="de-DE" sz="1400" b="1" dirty="0">
                <a:latin typeface="Courier New" panose="02070309020205020404" pitchFamily="49" charset="0"/>
                <a:cs typeface="Courier New" panose="02070309020205020404" pitchFamily="49" charset="0"/>
              </a:rPr>
              <a:t>(50);</a:t>
            </a:r>
          </a:p>
          <a:p>
            <a:pPr>
              <a:buFontTx/>
              <a:buNone/>
            </a:pPr>
            <a:r>
              <a:rPr lang="en-US" altLang="de-DE" sz="1400" b="1" dirty="0">
                <a:latin typeface="Courier New" panose="02070309020205020404" pitchFamily="49" charset="0"/>
                <a:cs typeface="Courier New" panose="02070309020205020404" pitchFamily="49" charset="0"/>
              </a:rPr>
              <a:t>	  anzahl_02 = </a:t>
            </a:r>
            <a:r>
              <a:rPr lang="en-US" altLang="de-DE" sz="1400" b="1" dirty="0" err="1">
                <a:latin typeface="Courier New" panose="02070309020205020404" pitchFamily="49" charset="0"/>
                <a:cs typeface="Courier New" panose="02070309020205020404" pitchFamily="49" charset="0"/>
              </a:rPr>
              <a:t>berechneRueckgeld</a:t>
            </a:r>
            <a:r>
              <a:rPr lang="en-US" altLang="de-DE" sz="1400" b="1" dirty="0">
                <a:latin typeface="Courier New" panose="02070309020205020404" pitchFamily="49" charset="0"/>
                <a:cs typeface="Courier New" panose="02070309020205020404" pitchFamily="49" charset="0"/>
              </a:rPr>
              <a:t>(2);</a:t>
            </a:r>
          </a:p>
          <a:p>
            <a:pPr>
              <a:buFontTx/>
              <a:buNone/>
            </a:pPr>
            <a:r>
              <a:rPr lang="en-US" altLang="de-DE" sz="1400" b="1" dirty="0">
                <a:latin typeface="Courier New" panose="02070309020205020404" pitchFamily="49" charset="0"/>
                <a:cs typeface="Courier New" panose="02070309020205020404" pitchFamily="49" charset="0"/>
              </a:rPr>
              <a:t>	  anzahl_01 = </a:t>
            </a:r>
            <a:r>
              <a:rPr lang="en-US" altLang="de-DE" sz="1400" b="1" dirty="0" err="1">
                <a:latin typeface="Courier New" panose="02070309020205020404" pitchFamily="49" charset="0"/>
                <a:cs typeface="Courier New" panose="02070309020205020404" pitchFamily="49" charset="0"/>
              </a:rPr>
              <a:t>berechneRueckgeld</a:t>
            </a:r>
            <a:r>
              <a:rPr lang="en-US" altLang="de-DE" sz="1400" b="1" dirty="0">
                <a:latin typeface="Courier New" panose="02070309020205020404" pitchFamily="49" charset="0"/>
                <a:cs typeface="Courier New" panose="02070309020205020404" pitchFamily="49" charset="0"/>
              </a:rPr>
              <a:t>(1);	</a:t>
            </a:r>
          </a:p>
          <a:p>
            <a:pPr>
              <a:buFontTx/>
              <a:buNone/>
            </a:pP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printf</a:t>
            </a:r>
            <a:r>
              <a:rPr lang="en-US" altLang="de-DE" sz="1400" b="1" dirty="0">
                <a:latin typeface="Courier New" panose="02070309020205020404" pitchFamily="49" charset="0"/>
                <a:cs typeface="Courier New" panose="02070309020205020404" pitchFamily="49" charset="0"/>
              </a:rPr>
              <a:t>("</a:t>
            </a:r>
            <a:r>
              <a:rPr lang="en-US" altLang="de-DE" sz="1400" b="1" dirty="0" err="1">
                <a:latin typeface="Courier New" panose="02070309020205020404" pitchFamily="49" charset="0"/>
                <a:cs typeface="Courier New" panose="02070309020205020404" pitchFamily="49" charset="0"/>
              </a:rPr>
              <a:t>Rueckgabe</a:t>
            </a:r>
            <a:r>
              <a:rPr lang="en-US" altLang="de-DE" sz="1400" b="1" dirty="0">
                <a:latin typeface="Courier New" panose="02070309020205020404" pitchFamily="49" charset="0"/>
                <a:cs typeface="Courier New" panose="02070309020205020404" pitchFamily="49" charset="0"/>
              </a:rPr>
              <a:t>: 50-Cent </a:t>
            </a:r>
            <a:r>
              <a:rPr lang="en-US" altLang="de-DE" sz="1400" b="1" dirty="0" err="1">
                <a:latin typeface="Courier New" panose="02070309020205020404" pitchFamily="49" charset="0"/>
                <a:cs typeface="Courier New" panose="02070309020205020404" pitchFamily="49" charset="0"/>
              </a:rPr>
              <a:t>Stuecke</a:t>
            </a: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i</a:t>
            </a:r>
            <a:r>
              <a:rPr lang="en-US" altLang="de-DE" sz="1400" b="1" dirty="0">
                <a:latin typeface="Courier New" panose="02070309020205020404" pitchFamily="49" charset="0"/>
                <a:cs typeface="Courier New" panose="02070309020205020404" pitchFamily="49" charset="0"/>
              </a:rPr>
              <a:t>\n 2-Cent </a:t>
            </a:r>
            <a:r>
              <a:rPr lang="en-US" altLang="de-DE" sz="1400" b="1" dirty="0" err="1">
                <a:latin typeface="Courier New" panose="02070309020205020404" pitchFamily="49" charset="0"/>
                <a:cs typeface="Courier New" panose="02070309020205020404" pitchFamily="49" charset="0"/>
              </a:rPr>
              <a:t>Stuecke</a:t>
            </a: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i</a:t>
            </a:r>
            <a:r>
              <a:rPr lang="en-US" altLang="de-DE" sz="1400" b="1" dirty="0">
                <a:latin typeface="Courier New" panose="02070309020205020404" pitchFamily="49" charset="0"/>
                <a:cs typeface="Courier New" panose="02070309020205020404" pitchFamily="49" charset="0"/>
              </a:rPr>
              <a:t> \</a:t>
            </a:r>
            <a:r>
              <a:rPr lang="en-US" altLang="de-DE" sz="1400" b="1">
                <a:latin typeface="Courier New" panose="02070309020205020404" pitchFamily="49" charset="0"/>
                <a:cs typeface="Courier New" panose="02070309020205020404" pitchFamily="49" charset="0"/>
              </a:rPr>
              <a:t>n 1-Cent </a:t>
            </a:r>
            <a:br>
              <a:rPr lang="en-US" altLang="de-DE" sz="1400" b="1" dirty="0">
                <a:latin typeface="Courier New" panose="02070309020205020404" pitchFamily="49" charset="0"/>
                <a:cs typeface="Courier New" panose="02070309020205020404" pitchFamily="49" charset="0"/>
              </a:rPr>
            </a:b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Stuecke</a:t>
            </a:r>
            <a:r>
              <a:rPr lang="en-US" altLang="de-DE" sz="1400" b="1" dirty="0">
                <a:latin typeface="Courier New" panose="02070309020205020404" pitchFamily="49" charset="0"/>
                <a:cs typeface="Courier New" panose="02070309020205020404" pitchFamily="49" charset="0"/>
              </a:rPr>
              <a:t>: %i",anzahl_50, anzahl_02, anzahl_01);</a:t>
            </a:r>
          </a:p>
          <a:p>
            <a:pPr>
              <a:buFontTx/>
              <a:buNone/>
            </a:pPr>
            <a:r>
              <a:rPr lang="en-US" altLang="de-DE" sz="1400" b="1" dirty="0">
                <a:latin typeface="Courier New" panose="02070309020205020404" pitchFamily="49" charset="0"/>
                <a:cs typeface="Courier New" panose="02070309020205020404" pitchFamily="49" charset="0"/>
              </a:rPr>
              <a:t>  return 0;</a:t>
            </a:r>
          </a:p>
          <a:p>
            <a:pPr>
              <a:buFontTx/>
              <a:buNone/>
            </a:pPr>
            <a:r>
              <a:rPr lang="en-US" altLang="de-DE" sz="1400" b="1" dirty="0">
                <a:latin typeface="Courier New" panose="02070309020205020404" pitchFamily="49" charset="0"/>
                <a:cs typeface="Courier New" panose="02070309020205020404" pitchFamily="49" charset="0"/>
              </a:rPr>
              <a:t>}</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5E913FE6-C607-45A2-AEF1-3BCBEF6AD4E6}"/>
              </a:ext>
            </a:extLst>
          </p:cNvPr>
          <p:cNvSpPr>
            <a:spLocks noGrp="1" noChangeArrowheads="1"/>
          </p:cNvSpPr>
          <p:nvPr>
            <p:ph type="title" idx="4294967295"/>
          </p:nvPr>
        </p:nvSpPr>
        <p:spPr>
          <a:solidFill>
            <a:srgbClr val="FFC000"/>
          </a:solidFill>
        </p:spPr>
        <p:txBody>
          <a:bodyPr/>
          <a:lstStyle/>
          <a:p>
            <a:pPr eaLnBrk="1" hangingPunct="1"/>
            <a:r>
              <a:rPr lang="de-DE" altLang="de-DE" sz="2800" dirty="0">
                <a:latin typeface="Calibri" panose="020F0502020204030204" pitchFamily="34" charset="0"/>
                <a:cs typeface="Calibri" panose="020F0502020204030204" pitchFamily="34" charset="0"/>
              </a:rPr>
              <a:t>Call </a:t>
            </a:r>
            <a:r>
              <a:rPr lang="de-DE" altLang="de-DE" sz="2800" dirty="0" err="1">
                <a:latin typeface="Calibri" panose="020F0502020204030204" pitchFamily="34" charset="0"/>
                <a:cs typeface="Calibri" panose="020F0502020204030204" pitchFamily="34" charset="0"/>
              </a:rPr>
              <a:t>by</a:t>
            </a:r>
            <a:r>
              <a:rPr lang="de-DE" altLang="de-DE" sz="2800" dirty="0">
                <a:latin typeface="Calibri" panose="020F0502020204030204" pitchFamily="34" charset="0"/>
                <a:cs typeface="Calibri" panose="020F0502020204030204" pitchFamily="34" charset="0"/>
              </a:rPr>
              <a:t> Reference: Übung - Wechselgeld</a:t>
            </a:r>
          </a:p>
        </p:txBody>
      </p:sp>
      <p:sp>
        <p:nvSpPr>
          <p:cNvPr id="25603" name="Rectangle 3">
            <a:extLst>
              <a:ext uri="{FF2B5EF4-FFF2-40B4-BE49-F238E27FC236}">
                <a16:creationId xmlns:a16="http://schemas.microsoft.com/office/drawing/2014/main" id="{DFD07622-3916-4657-9729-400F26A32854}"/>
              </a:ext>
            </a:extLst>
          </p:cNvPr>
          <p:cNvSpPr>
            <a:spLocks noGrp="1" noChangeArrowheads="1"/>
          </p:cNvSpPr>
          <p:nvPr>
            <p:ph type="body" idx="4294967295"/>
          </p:nvPr>
        </p:nvSpPr>
        <p:spPr>
          <a:xfrm>
            <a:off x="447675" y="1030289"/>
            <a:ext cx="8194675" cy="1052512"/>
          </a:xfrm>
          <a:solidFill>
            <a:schemeClr val="bg1"/>
          </a:solidFill>
        </p:spPr>
        <p:txBody>
          <a:bodyPr/>
          <a:lstStyle/>
          <a:p>
            <a:pPr marL="457200" indent="-457200" eaLnBrk="1" hangingPunct="1">
              <a:buFontTx/>
              <a:buNone/>
              <a:defRPr/>
            </a:pPr>
            <a:r>
              <a:rPr lang="de-DE" altLang="de-DE" sz="2000" dirty="0">
                <a:latin typeface="Calibri" panose="020F0502020204030204" pitchFamily="34" charset="0"/>
                <a:cs typeface="Calibri" panose="020F0502020204030204" pitchFamily="34" charset="0"/>
              </a:rPr>
              <a:t>Wie könnte man die Funktion </a:t>
            </a:r>
            <a:r>
              <a:rPr lang="en-US" altLang="de-DE" sz="2000" b="1" dirty="0" err="1">
                <a:latin typeface="Courier New" panose="02070309020205020404" pitchFamily="49" charset="0"/>
                <a:cs typeface="Courier New" panose="02070309020205020404" pitchFamily="49" charset="0"/>
              </a:rPr>
              <a:t>berechneRueckgeld</a:t>
            </a:r>
            <a:r>
              <a:rPr lang="en-US" altLang="de-DE" sz="2000" b="1" dirty="0">
                <a:latin typeface="Calibri" panose="020F0502020204030204" pitchFamily="34" charset="0"/>
                <a:cs typeface="Calibri" panose="020F0502020204030204" pitchFamily="34" charset="0"/>
              </a:rPr>
              <a:t> </a:t>
            </a:r>
            <a:r>
              <a:rPr lang="en-US" altLang="de-DE" sz="2000" dirty="0" err="1">
                <a:latin typeface="Calibri" panose="020F0502020204030204" pitchFamily="34" charset="0"/>
                <a:cs typeface="Calibri" panose="020F0502020204030204" pitchFamily="34" charset="0"/>
              </a:rPr>
              <a:t>implementieren</a:t>
            </a:r>
            <a:r>
              <a:rPr lang="en-US" altLang="de-DE" sz="2000" dirty="0">
                <a:latin typeface="Calibri" panose="020F0502020204030204" pitchFamily="34" charset="0"/>
                <a:cs typeface="Calibri" panose="020F0502020204030204" pitchFamily="34" charset="0"/>
              </a:rPr>
              <a:t>, </a:t>
            </a:r>
            <a:r>
              <a:rPr lang="en-US" altLang="de-DE" sz="2000" dirty="0" err="1">
                <a:latin typeface="Calibri" panose="020F0502020204030204" pitchFamily="34" charset="0"/>
                <a:cs typeface="Calibri" panose="020F0502020204030204" pitchFamily="34" charset="0"/>
              </a:rPr>
              <a:t>ohne</a:t>
            </a:r>
            <a:r>
              <a:rPr lang="en-US" altLang="de-DE" sz="2000" dirty="0">
                <a:latin typeface="Calibri" panose="020F0502020204030204" pitchFamily="34" charset="0"/>
                <a:cs typeface="Calibri" panose="020F0502020204030204" pitchFamily="34" charset="0"/>
              </a:rPr>
              <a:t> </a:t>
            </a:r>
            <a:r>
              <a:rPr lang="en-US" altLang="de-DE" sz="2000" dirty="0" err="1">
                <a:latin typeface="Calibri" panose="020F0502020204030204" pitchFamily="34" charset="0"/>
                <a:cs typeface="Calibri" panose="020F0502020204030204" pitchFamily="34" charset="0"/>
              </a:rPr>
              <a:t>eine</a:t>
            </a:r>
            <a:r>
              <a:rPr lang="en-US" altLang="de-DE" sz="2000" dirty="0">
                <a:latin typeface="Calibri" panose="020F0502020204030204" pitchFamily="34" charset="0"/>
                <a:cs typeface="Calibri" panose="020F0502020204030204" pitchFamily="34" charset="0"/>
              </a:rPr>
              <a:t> </a:t>
            </a:r>
            <a:r>
              <a:rPr lang="en-US" altLang="de-DE" sz="2000" dirty="0" err="1">
                <a:latin typeface="Calibri" panose="020F0502020204030204" pitchFamily="34" charset="0"/>
                <a:cs typeface="Calibri" panose="020F0502020204030204" pitchFamily="34" charset="0"/>
              </a:rPr>
              <a:t>globale</a:t>
            </a:r>
            <a:r>
              <a:rPr lang="en-US" altLang="de-DE" sz="2000" dirty="0">
                <a:latin typeface="Calibri" panose="020F0502020204030204" pitchFamily="34" charset="0"/>
                <a:cs typeface="Calibri" panose="020F0502020204030204" pitchFamily="34" charset="0"/>
              </a:rPr>
              <a:t> Variable </a:t>
            </a:r>
            <a:r>
              <a:rPr lang="en-US" altLang="de-DE" sz="2000" dirty="0" err="1">
                <a:latin typeface="Calibri" panose="020F0502020204030204" pitchFamily="34" charset="0"/>
                <a:cs typeface="Calibri" panose="020F0502020204030204" pitchFamily="34" charset="0"/>
              </a:rPr>
              <a:t>zu</a:t>
            </a:r>
            <a:r>
              <a:rPr lang="en-US" altLang="de-DE" sz="2000" dirty="0">
                <a:latin typeface="Calibri" panose="020F0502020204030204" pitchFamily="34" charset="0"/>
                <a:cs typeface="Calibri" panose="020F0502020204030204" pitchFamily="34" charset="0"/>
              </a:rPr>
              <a:t> </a:t>
            </a:r>
            <a:r>
              <a:rPr lang="en-US" altLang="de-DE" sz="2000" dirty="0" err="1">
                <a:latin typeface="Calibri" panose="020F0502020204030204" pitchFamily="34" charset="0"/>
                <a:cs typeface="Calibri" panose="020F0502020204030204" pitchFamily="34" charset="0"/>
              </a:rPr>
              <a:t>benutzen</a:t>
            </a:r>
            <a:r>
              <a:rPr lang="en-US" altLang="de-DE" sz="2000" dirty="0">
                <a:latin typeface="Calibri" panose="020F0502020204030204" pitchFamily="34" charset="0"/>
                <a:cs typeface="Calibri" panose="020F0502020204030204" pitchFamily="34" charset="0"/>
              </a:rPr>
              <a:t>?</a:t>
            </a:r>
            <a:r>
              <a:rPr lang="de-DE" altLang="de-DE" sz="2000" dirty="0">
                <a:latin typeface="Calibri" panose="020F0502020204030204" pitchFamily="34" charset="0"/>
                <a:cs typeface="Calibri" panose="020F0502020204030204" pitchFamily="34" charset="0"/>
              </a:rPr>
              <a:t> </a:t>
            </a:r>
            <a:endParaRPr lang="de-DE" altLang="de-DE" sz="2000" u="sng" dirty="0">
              <a:latin typeface="Calibri" panose="020F0502020204030204" pitchFamily="34" charset="0"/>
              <a:cs typeface="Calibri" panose="020F0502020204030204" pitchFamily="34" charset="0"/>
            </a:endParaRPr>
          </a:p>
        </p:txBody>
      </p:sp>
      <p:sp>
        <p:nvSpPr>
          <p:cNvPr id="55300" name="Text Box 2">
            <a:extLst>
              <a:ext uri="{FF2B5EF4-FFF2-40B4-BE49-F238E27FC236}">
                <a16:creationId xmlns:a16="http://schemas.microsoft.com/office/drawing/2014/main" id="{E6E92635-C662-451F-AADB-2A325E0C2948}"/>
              </a:ext>
            </a:extLst>
          </p:cNvPr>
          <p:cNvSpPr txBox="1">
            <a:spLocks noChangeArrowheads="1"/>
          </p:cNvSpPr>
          <p:nvPr/>
        </p:nvSpPr>
        <p:spPr bwMode="auto">
          <a:xfrm>
            <a:off x="6505575" y="62706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r" eaLnBrk="1" hangingPunct="1">
              <a:spcBef>
                <a:spcPct val="0"/>
              </a:spcBef>
              <a:buFontTx/>
              <a:buNone/>
            </a:pPr>
            <a:endParaRPr lang="de-DE" altLang="de-DE" sz="1400" b="1" dirty="0"/>
          </a:p>
        </p:txBody>
      </p:sp>
      <p:sp>
        <p:nvSpPr>
          <p:cNvPr id="6" name="Text Box 2">
            <a:extLst>
              <a:ext uri="{FF2B5EF4-FFF2-40B4-BE49-F238E27FC236}">
                <a16:creationId xmlns:a16="http://schemas.microsoft.com/office/drawing/2014/main" id="{23E7C3E2-B321-419A-A7F2-2F9903E8A58C}"/>
              </a:ext>
            </a:extLst>
          </p:cNvPr>
          <p:cNvSpPr txBox="1">
            <a:spLocks noChangeArrowheads="1"/>
          </p:cNvSpPr>
          <p:nvPr/>
        </p:nvSpPr>
        <p:spPr bwMode="auto">
          <a:xfrm>
            <a:off x="6657975" y="6205311"/>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r" eaLnBrk="1" hangingPunct="1">
              <a:spcBef>
                <a:spcPct val="0"/>
              </a:spcBef>
              <a:buFontTx/>
              <a:buNone/>
            </a:pPr>
            <a:fld id="{A78CFA08-C443-4C42-86FB-1FAE5E5C43C3}" type="slidenum">
              <a:rPr lang="de-DE" altLang="de-DE" sz="1400" b="1"/>
              <a:pPr algn="r" eaLnBrk="1" hangingPunct="1">
                <a:spcBef>
                  <a:spcPct val="0"/>
                </a:spcBef>
                <a:buFontTx/>
                <a:buNone/>
              </a:pPr>
              <a:t>30</a:t>
            </a:fld>
            <a:endParaRPr lang="de-DE" altLang="de-DE" sz="1400"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liennummernplatzhalter 4">
            <a:extLst>
              <a:ext uri="{FF2B5EF4-FFF2-40B4-BE49-F238E27FC236}">
                <a16:creationId xmlns:a16="http://schemas.microsoft.com/office/drawing/2014/main" id="{BE0B794B-BAFE-4D5F-BDA3-CC55C3C22C51}"/>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r" eaLnBrk="1" hangingPunct="1">
              <a:spcBef>
                <a:spcPct val="0"/>
              </a:spcBef>
              <a:buFontTx/>
              <a:buNone/>
            </a:pPr>
            <a:fld id="{C35DE32E-9616-4FE4-8D0A-A72048725276}" type="slidenum">
              <a:rPr lang="de-DE" altLang="de-DE" sz="1400"/>
              <a:pPr algn="r" eaLnBrk="1" hangingPunct="1">
                <a:spcBef>
                  <a:spcPct val="0"/>
                </a:spcBef>
                <a:buFontTx/>
                <a:buNone/>
              </a:pPr>
              <a:t>31</a:t>
            </a:fld>
            <a:endParaRPr lang="de-DE" altLang="de-DE" sz="1400"/>
          </a:p>
        </p:txBody>
      </p:sp>
      <p:sp>
        <p:nvSpPr>
          <p:cNvPr id="59395" name="Text Box 9">
            <a:extLst>
              <a:ext uri="{FF2B5EF4-FFF2-40B4-BE49-F238E27FC236}">
                <a16:creationId xmlns:a16="http://schemas.microsoft.com/office/drawing/2014/main" id="{7403B0B8-B1D3-4FB9-B183-C0C95A64D4B8}"/>
              </a:ext>
            </a:extLst>
          </p:cNvPr>
          <p:cNvSpPr txBox="1">
            <a:spLocks noChangeArrowheads="1"/>
          </p:cNvSpPr>
          <p:nvPr/>
        </p:nvSpPr>
        <p:spPr bwMode="auto">
          <a:xfrm>
            <a:off x="971550" y="1262063"/>
            <a:ext cx="569098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AutoNum type="arabicPeriod"/>
            </a:pPr>
            <a:r>
              <a:rPr lang="de-DE" altLang="de-DE" sz="2400" dirty="0"/>
              <a:t> </a:t>
            </a:r>
            <a:r>
              <a:rPr lang="de-DE" altLang="de-DE" b="1" dirty="0">
                <a:sym typeface="Wingdings" panose="05000000000000000000" pitchFamily="2" charset="2"/>
              </a:rPr>
              <a:t></a:t>
            </a:r>
            <a:r>
              <a:rPr lang="de-DE" altLang="de-DE" sz="2400" dirty="0"/>
              <a:t> </a:t>
            </a:r>
            <a:r>
              <a:rPr lang="de-DE" altLang="de-DE" sz="2400" dirty="0">
                <a:solidFill>
                  <a:schemeClr val="bg2"/>
                </a:solidFill>
              </a:rPr>
              <a:t>Wiederholung: Zeiger, Felder</a:t>
            </a:r>
          </a:p>
          <a:p>
            <a:pPr eaLnBrk="1" hangingPunct="1">
              <a:spcBef>
                <a:spcPct val="0"/>
              </a:spcBef>
              <a:buFontTx/>
              <a:buAutoNum type="arabicPeriod"/>
            </a:pPr>
            <a:r>
              <a:rPr lang="de-DE" altLang="de-DE" sz="2400" dirty="0">
                <a:solidFill>
                  <a:schemeClr val="bg2"/>
                </a:solidFill>
              </a:rPr>
              <a:t> </a:t>
            </a:r>
            <a:r>
              <a:rPr lang="de-DE" altLang="de-DE" b="1" dirty="0">
                <a:sym typeface="Wingdings" panose="05000000000000000000" pitchFamily="2" charset="2"/>
              </a:rPr>
              <a:t></a:t>
            </a:r>
            <a:r>
              <a:rPr lang="de-DE" altLang="de-DE" sz="2400" dirty="0">
                <a:solidFill>
                  <a:schemeClr val="bg2"/>
                </a:solidFill>
              </a:rPr>
              <a:t> Zusammenhang Felder und  Zeiger</a:t>
            </a:r>
          </a:p>
          <a:p>
            <a:pPr eaLnBrk="1" hangingPunct="1">
              <a:spcBef>
                <a:spcPct val="0"/>
              </a:spcBef>
              <a:buFontTx/>
              <a:buAutoNum type="arabicPeriod"/>
            </a:pPr>
            <a:r>
              <a:rPr lang="de-DE" altLang="de-DE" sz="2400" dirty="0">
                <a:solidFill>
                  <a:schemeClr val="bg2"/>
                </a:solidFill>
              </a:rPr>
              <a:t> </a:t>
            </a:r>
            <a:r>
              <a:rPr lang="de-DE" altLang="de-DE" b="1" dirty="0">
                <a:sym typeface="Wingdings" panose="05000000000000000000" pitchFamily="2" charset="2"/>
              </a:rPr>
              <a:t></a:t>
            </a:r>
            <a:r>
              <a:rPr lang="de-DE" altLang="de-DE" sz="2400" dirty="0">
                <a:solidFill>
                  <a:schemeClr val="bg2"/>
                </a:solidFill>
              </a:rPr>
              <a:t> Zweidimensionale Felder</a:t>
            </a:r>
          </a:p>
          <a:p>
            <a:pPr eaLnBrk="1" hangingPunct="1">
              <a:spcBef>
                <a:spcPct val="0"/>
              </a:spcBef>
              <a:buFontTx/>
              <a:buAutoNum type="arabicPeriod"/>
            </a:pPr>
            <a:r>
              <a:rPr lang="de-DE" altLang="de-DE" sz="2400" dirty="0">
                <a:solidFill>
                  <a:schemeClr val="bg2"/>
                </a:solidFill>
              </a:rPr>
              <a:t> </a:t>
            </a:r>
            <a:r>
              <a:rPr lang="de-DE" altLang="de-DE" b="1" dirty="0">
                <a:sym typeface="Wingdings" panose="05000000000000000000" pitchFamily="2" charset="2"/>
              </a:rPr>
              <a:t></a:t>
            </a:r>
            <a:r>
              <a:rPr lang="de-DE" altLang="de-DE" sz="2400" dirty="0">
                <a:solidFill>
                  <a:schemeClr val="bg2"/>
                </a:solidFill>
              </a:rPr>
              <a:t> Funktionen und Zeiger</a:t>
            </a:r>
          </a:p>
          <a:p>
            <a:pPr eaLnBrk="1" hangingPunct="1">
              <a:spcBef>
                <a:spcPct val="0"/>
              </a:spcBef>
              <a:buFontTx/>
              <a:buAutoNum type="arabicPeriod"/>
            </a:pPr>
            <a:r>
              <a:rPr lang="de-DE" altLang="de-DE" sz="2400" dirty="0"/>
              <a:t> Funktionen mit Feldern </a:t>
            </a:r>
          </a:p>
          <a:p>
            <a:pPr eaLnBrk="1" hangingPunct="1">
              <a:spcBef>
                <a:spcPct val="0"/>
              </a:spcBef>
              <a:buFontTx/>
              <a:buAutoNum type="arabicPeriod"/>
            </a:pPr>
            <a:r>
              <a:rPr lang="de-DE" altLang="de-DE" sz="2400" dirty="0">
                <a:solidFill>
                  <a:schemeClr val="bg2"/>
                </a:solidFill>
              </a:rPr>
              <a:t> Strings</a:t>
            </a:r>
            <a:endParaRPr lang="de-DE" altLang="de-DE" sz="2400" dirty="0"/>
          </a:p>
          <a:p>
            <a:pPr eaLnBrk="1" hangingPunct="1">
              <a:spcBef>
                <a:spcPct val="0"/>
              </a:spcBef>
              <a:buFontTx/>
              <a:buAutoNum type="arabicPeriod"/>
            </a:pPr>
            <a:r>
              <a:rPr lang="de-DE" altLang="de-DE" sz="2400" dirty="0">
                <a:solidFill>
                  <a:schemeClr val="bg2"/>
                </a:solidFill>
              </a:rPr>
              <a:t> Felder von Zeigern</a:t>
            </a:r>
          </a:p>
        </p:txBody>
      </p:sp>
      <p:pic>
        <p:nvPicPr>
          <p:cNvPr id="4" name="Grafik 1">
            <a:extLst>
              <a:ext uri="{FF2B5EF4-FFF2-40B4-BE49-F238E27FC236}">
                <a16:creationId xmlns:a16="http://schemas.microsoft.com/office/drawing/2014/main" id="{2EFD6C65-EFF3-448E-A721-4F3C03B7E30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30813" y="2928938"/>
            <a:ext cx="3706812" cy="315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liennummernplatzhalter 3">
            <a:extLst>
              <a:ext uri="{FF2B5EF4-FFF2-40B4-BE49-F238E27FC236}">
                <a16:creationId xmlns:a16="http://schemas.microsoft.com/office/drawing/2014/main" id="{4F993FE9-0662-4BBA-981F-A6D76646F34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2E7D4F92-E674-4A30-9FA1-9AB485D046DF}" type="slidenum">
              <a:rPr lang="de-DE" altLang="de-DE" sz="1400" smtClean="0"/>
              <a:pPr>
                <a:spcBef>
                  <a:spcPct val="0"/>
                </a:spcBef>
                <a:buFontTx/>
                <a:buNone/>
              </a:pPr>
              <a:t>32</a:t>
            </a:fld>
            <a:endParaRPr lang="de-DE" altLang="de-DE" sz="1400"/>
          </a:p>
        </p:txBody>
      </p:sp>
      <p:sp>
        <p:nvSpPr>
          <p:cNvPr id="71683" name="Rectangle 2">
            <a:extLst>
              <a:ext uri="{FF2B5EF4-FFF2-40B4-BE49-F238E27FC236}">
                <a16:creationId xmlns:a16="http://schemas.microsoft.com/office/drawing/2014/main" id="{9C29989C-9E26-423D-B222-6AF7D4868210}"/>
              </a:ext>
            </a:extLst>
          </p:cNvPr>
          <p:cNvSpPr>
            <a:spLocks noChangeArrowheads="1"/>
          </p:cNvSpPr>
          <p:nvPr/>
        </p:nvSpPr>
        <p:spPr bwMode="auto">
          <a:xfrm>
            <a:off x="1033463" y="1435100"/>
            <a:ext cx="5997575" cy="7223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71684" name="Rectangle 3">
            <a:extLst>
              <a:ext uri="{FF2B5EF4-FFF2-40B4-BE49-F238E27FC236}">
                <a16:creationId xmlns:a16="http://schemas.microsoft.com/office/drawing/2014/main" id="{EEAAB00F-FEA7-4CB3-98A2-311144E8FF23}"/>
              </a:ext>
            </a:extLst>
          </p:cNvPr>
          <p:cNvSpPr>
            <a:spLocks noGrp="1" noChangeArrowheads="1"/>
          </p:cNvSpPr>
          <p:nvPr>
            <p:ph type="title"/>
          </p:nvPr>
        </p:nvSpPr>
        <p:spPr/>
        <p:txBody>
          <a:bodyPr/>
          <a:lstStyle/>
          <a:p>
            <a:pPr eaLnBrk="1" hangingPunct="1"/>
            <a:r>
              <a:rPr lang="de-DE" altLang="de-DE" dirty="0">
                <a:solidFill>
                  <a:schemeClr val="tx1"/>
                </a:solidFill>
                <a:latin typeface="Calibri" panose="020F0502020204030204" pitchFamily="34" charset="0"/>
                <a:cs typeface="Calibri" panose="020F0502020204030204" pitchFamily="34" charset="0"/>
              </a:rPr>
              <a:t>5. Funktionen und Felder: Übergabe</a:t>
            </a:r>
          </a:p>
        </p:txBody>
      </p:sp>
      <p:sp>
        <p:nvSpPr>
          <p:cNvPr id="71685" name="Text Box 4">
            <a:extLst>
              <a:ext uri="{FF2B5EF4-FFF2-40B4-BE49-F238E27FC236}">
                <a16:creationId xmlns:a16="http://schemas.microsoft.com/office/drawing/2014/main" id="{77BCC617-3BAA-4646-A525-053E7BDBAE45}"/>
              </a:ext>
            </a:extLst>
          </p:cNvPr>
          <p:cNvSpPr txBox="1">
            <a:spLocks noChangeArrowheads="1"/>
          </p:cNvSpPr>
          <p:nvPr/>
        </p:nvSpPr>
        <p:spPr bwMode="auto">
          <a:xfrm>
            <a:off x="330870" y="770990"/>
            <a:ext cx="845174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2000" dirty="0">
                <a:latin typeface="Calibri" panose="020F0502020204030204" pitchFamily="34" charset="0"/>
                <a:cs typeface="Calibri" panose="020F0502020204030204" pitchFamily="34" charset="0"/>
              </a:rPr>
              <a:t>Felder werden in Funktionen immer als Call </a:t>
            </a:r>
            <a:r>
              <a:rPr lang="de-DE" altLang="de-DE" sz="2000" dirty="0" err="1">
                <a:latin typeface="Calibri" panose="020F0502020204030204" pitchFamily="34" charset="0"/>
                <a:cs typeface="Calibri" panose="020F0502020204030204" pitchFamily="34" charset="0"/>
              </a:rPr>
              <a:t>by</a:t>
            </a:r>
            <a:r>
              <a:rPr lang="de-DE" altLang="de-DE" sz="2000" dirty="0">
                <a:latin typeface="Calibri" panose="020F0502020204030204" pitchFamily="34" charset="0"/>
                <a:cs typeface="Calibri" panose="020F0502020204030204" pitchFamily="34" charset="0"/>
              </a:rPr>
              <a:t> Reference übergeben. Das heißt, man muss das Feld nicht zurückgeben (was in C gar nicht geht) und doch ist das Feld beschrieben in der Funktion, wo </a:t>
            </a:r>
            <a:r>
              <a:rPr lang="de-DE" altLang="de-DE" sz="2000" dirty="0" err="1">
                <a:latin typeface="Calibri" panose="020F0502020204030204" pitchFamily="34" charset="0"/>
                <a:cs typeface="Calibri" panose="020F0502020204030204" pitchFamily="34" charset="0"/>
              </a:rPr>
              <a:t>eingebenFeld</a:t>
            </a:r>
            <a:r>
              <a:rPr lang="de-DE" altLang="de-DE" sz="2000" dirty="0">
                <a:latin typeface="Calibri" panose="020F0502020204030204" pitchFamily="34" charset="0"/>
                <a:cs typeface="Calibri" panose="020F0502020204030204" pitchFamily="34" charset="0"/>
              </a:rPr>
              <a:t> aufgerufen wurde, weil im originalen Feld gearbeitet wird.</a:t>
            </a:r>
          </a:p>
        </p:txBody>
      </p:sp>
      <p:sp>
        <p:nvSpPr>
          <p:cNvPr id="71686" name="Text Box 5">
            <a:extLst>
              <a:ext uri="{FF2B5EF4-FFF2-40B4-BE49-F238E27FC236}">
                <a16:creationId xmlns:a16="http://schemas.microsoft.com/office/drawing/2014/main" id="{EA0A7A31-CF2E-4885-AD84-B8B15355E1AF}"/>
              </a:ext>
            </a:extLst>
          </p:cNvPr>
          <p:cNvSpPr txBox="1">
            <a:spLocks noChangeArrowheads="1"/>
          </p:cNvSpPr>
          <p:nvPr/>
        </p:nvSpPr>
        <p:spPr bwMode="auto">
          <a:xfrm>
            <a:off x="361389" y="2086015"/>
            <a:ext cx="48718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rPr>
              <a:t>void</a:t>
            </a:r>
            <a:r>
              <a:rPr lang="de-DE" altLang="de-DE" sz="1800" b="1" dirty="0">
                <a:latin typeface="Courier New" panose="02070309020205020404" pitchFamily="49" charset="0"/>
              </a:rPr>
              <a:t> </a:t>
            </a:r>
            <a:r>
              <a:rPr lang="de-DE" altLang="de-DE" sz="1800" b="1" dirty="0" err="1">
                <a:latin typeface="Courier New" panose="02070309020205020404" pitchFamily="49" charset="0"/>
              </a:rPr>
              <a:t>eingebenFeld</a:t>
            </a:r>
            <a:r>
              <a:rPr lang="de-DE" altLang="de-DE" sz="1800" b="1" dirty="0">
                <a:latin typeface="Courier New" panose="02070309020205020404" pitchFamily="49" charset="0"/>
              </a:rPr>
              <a:t>(double </a:t>
            </a:r>
            <a:r>
              <a:rPr lang="de-DE" altLang="de-DE" sz="1800" b="1" dirty="0" err="1">
                <a:latin typeface="Courier New" panose="02070309020205020404" pitchFamily="49" charset="0"/>
              </a:rPr>
              <a:t>feld</a:t>
            </a:r>
            <a:r>
              <a:rPr lang="de-DE" altLang="de-DE" sz="1800" b="1" dirty="0">
                <a:latin typeface="Courier New" panose="02070309020205020404" pitchFamily="49" charset="0"/>
              </a:rPr>
              <a:t>[10])</a:t>
            </a:r>
          </a:p>
        </p:txBody>
      </p:sp>
      <p:sp>
        <p:nvSpPr>
          <p:cNvPr id="71687" name="Rectangle 6">
            <a:extLst>
              <a:ext uri="{FF2B5EF4-FFF2-40B4-BE49-F238E27FC236}">
                <a16:creationId xmlns:a16="http://schemas.microsoft.com/office/drawing/2014/main" id="{4F294266-76AF-4C7D-8B23-EEA2E99C5552}"/>
              </a:ext>
            </a:extLst>
          </p:cNvPr>
          <p:cNvSpPr>
            <a:spLocks noChangeArrowheads="1"/>
          </p:cNvSpPr>
          <p:nvPr/>
        </p:nvSpPr>
        <p:spPr bwMode="auto">
          <a:xfrm>
            <a:off x="881063" y="2679700"/>
            <a:ext cx="4181475" cy="2632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71688" name="Text Box 7">
            <a:extLst>
              <a:ext uri="{FF2B5EF4-FFF2-40B4-BE49-F238E27FC236}">
                <a16:creationId xmlns:a16="http://schemas.microsoft.com/office/drawing/2014/main" id="{17873594-94C2-4DD5-981B-1B6C6C63982D}"/>
              </a:ext>
            </a:extLst>
          </p:cNvPr>
          <p:cNvSpPr txBox="1">
            <a:spLocks noChangeArrowheads="1"/>
          </p:cNvSpPr>
          <p:nvPr/>
        </p:nvSpPr>
        <p:spPr bwMode="auto">
          <a:xfrm>
            <a:off x="361389" y="2451100"/>
            <a:ext cx="34755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Aufruf der Funktion </a:t>
            </a:r>
            <a:r>
              <a:rPr lang="de-DE" altLang="de-DE" sz="1800" dirty="0" err="1">
                <a:latin typeface="Calibri" panose="020F0502020204030204" pitchFamily="34" charset="0"/>
                <a:cs typeface="Calibri" panose="020F0502020204030204" pitchFamily="34" charset="0"/>
              </a:rPr>
              <a:t>eingebenFeld</a:t>
            </a:r>
            <a:r>
              <a:rPr lang="de-DE" altLang="de-DE" sz="1800" dirty="0">
                <a:latin typeface="Calibri" panose="020F0502020204030204" pitchFamily="34" charset="0"/>
                <a:cs typeface="Calibri" panose="020F0502020204030204" pitchFamily="34" charset="0"/>
              </a:rPr>
              <a:t>:</a:t>
            </a:r>
            <a:r>
              <a:rPr lang="de-DE" altLang="de-DE" sz="1800" b="1" dirty="0"/>
              <a:t> </a:t>
            </a:r>
          </a:p>
        </p:txBody>
      </p:sp>
      <p:sp>
        <p:nvSpPr>
          <p:cNvPr id="71689" name="Text Box 8">
            <a:extLst>
              <a:ext uri="{FF2B5EF4-FFF2-40B4-BE49-F238E27FC236}">
                <a16:creationId xmlns:a16="http://schemas.microsoft.com/office/drawing/2014/main" id="{E94E43C6-EC2E-47C1-8636-6EFA821C9491}"/>
              </a:ext>
            </a:extLst>
          </p:cNvPr>
          <p:cNvSpPr txBox="1">
            <a:spLocks noChangeArrowheads="1"/>
          </p:cNvSpPr>
          <p:nvPr/>
        </p:nvSpPr>
        <p:spPr bwMode="auto">
          <a:xfrm>
            <a:off x="1243013" y="2703513"/>
            <a:ext cx="3313728"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rPr>
              <a:t>int</a:t>
            </a:r>
            <a:r>
              <a:rPr lang="de-DE" altLang="de-DE" sz="1800" b="1" dirty="0">
                <a:latin typeface="Courier New" panose="02070309020205020404" pitchFamily="49" charset="0"/>
              </a:rPr>
              <a:t> </a:t>
            </a:r>
            <a:r>
              <a:rPr lang="de-DE" altLang="de-DE" sz="1800" b="1" dirty="0" err="1">
                <a:latin typeface="Courier New" panose="02070309020205020404" pitchFamily="49" charset="0"/>
              </a:rPr>
              <a:t>main</a:t>
            </a:r>
            <a:r>
              <a:rPr lang="de-DE" altLang="de-DE" sz="1800" b="1" dirty="0">
                <a:latin typeface="Courier New" panose="02070309020205020404" pitchFamily="49" charset="0"/>
              </a:rPr>
              <a:t>(){</a:t>
            </a:r>
          </a:p>
          <a:p>
            <a:pPr eaLnBrk="1" hangingPunct="1">
              <a:spcBef>
                <a:spcPct val="0"/>
              </a:spcBef>
              <a:buFontTx/>
              <a:buNone/>
            </a:pPr>
            <a:endParaRPr lang="de-DE" altLang="de-DE" sz="1800" b="1" dirty="0">
              <a:latin typeface="Courier New" panose="02070309020205020404" pitchFamily="49" charset="0"/>
            </a:endParaRPr>
          </a:p>
          <a:p>
            <a:pPr eaLnBrk="1" hangingPunct="1">
              <a:spcBef>
                <a:spcPct val="0"/>
              </a:spcBef>
              <a:buFontTx/>
              <a:buNone/>
            </a:pPr>
            <a:r>
              <a:rPr lang="de-DE" altLang="de-DE" sz="1800" b="1" dirty="0">
                <a:latin typeface="Courier New" panose="02070309020205020404" pitchFamily="49" charset="0"/>
              </a:rPr>
              <a:t>	double f[10]; </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solidFill>
                  <a:srgbClr val="FF0066"/>
                </a:solidFill>
                <a:latin typeface="Courier New" panose="02070309020205020404" pitchFamily="49" charset="0"/>
              </a:rPr>
              <a:t>eingebenFeld</a:t>
            </a:r>
            <a:r>
              <a:rPr lang="de-DE" altLang="de-DE" sz="1800" b="1" dirty="0">
                <a:solidFill>
                  <a:srgbClr val="FF0066"/>
                </a:solidFill>
                <a:latin typeface="Courier New" panose="02070309020205020404" pitchFamily="49" charset="0"/>
              </a:rPr>
              <a:t>(f);</a:t>
            </a:r>
          </a:p>
          <a:p>
            <a:pPr eaLnBrk="1" hangingPunct="1">
              <a:spcBef>
                <a:spcPct val="0"/>
              </a:spcBef>
              <a:buFontTx/>
              <a:buNone/>
            </a:pPr>
            <a:endParaRPr lang="de-DE" altLang="de-DE" sz="1800" b="1" dirty="0">
              <a:solidFill>
                <a:srgbClr val="FF0066"/>
              </a:solidFill>
              <a:latin typeface="Courier New" panose="02070309020205020404" pitchFamily="49" charset="0"/>
            </a:endParaRPr>
          </a:p>
          <a:p>
            <a:pPr eaLnBrk="1" hangingPunct="1">
              <a:spcBef>
                <a:spcPct val="0"/>
              </a:spcBef>
              <a:buFontTx/>
              <a:buNone/>
            </a:pPr>
            <a:r>
              <a:rPr lang="de-DE" altLang="de-DE" sz="1800" b="1" dirty="0">
                <a:solidFill>
                  <a:srgbClr val="FF0066"/>
                </a:solidFill>
                <a:latin typeface="Courier New" panose="02070309020205020404" pitchFamily="49" charset="0"/>
              </a:rPr>
              <a:t>      </a:t>
            </a:r>
            <a:r>
              <a:rPr lang="de-DE" altLang="de-DE" sz="1800" b="1" dirty="0" err="1">
                <a:latin typeface="Courier New" panose="02070309020205020404" pitchFamily="49" charset="0"/>
              </a:rPr>
              <a:t>return</a:t>
            </a:r>
            <a:r>
              <a:rPr lang="de-DE" altLang="de-DE" sz="1800" b="1" dirty="0">
                <a:latin typeface="Courier New" panose="02070309020205020404" pitchFamily="49" charset="0"/>
              </a:rPr>
              <a:t> 0;</a:t>
            </a:r>
          </a:p>
          <a:p>
            <a:pPr eaLnBrk="1" hangingPunct="1">
              <a:spcBef>
                <a:spcPct val="0"/>
              </a:spcBef>
              <a:buFontTx/>
              <a:buNone/>
            </a:pPr>
            <a:r>
              <a:rPr lang="de-DE" altLang="de-DE" sz="1800" b="1" dirty="0">
                <a:latin typeface="Courier New" panose="02070309020205020404" pitchFamily="49" charset="0"/>
              </a:rPr>
              <a:t>}</a:t>
            </a:r>
          </a:p>
        </p:txBody>
      </p:sp>
      <p:sp>
        <p:nvSpPr>
          <p:cNvPr id="479241" name="Text Box 9">
            <a:extLst>
              <a:ext uri="{FF2B5EF4-FFF2-40B4-BE49-F238E27FC236}">
                <a16:creationId xmlns:a16="http://schemas.microsoft.com/office/drawing/2014/main" id="{39F54D67-36E5-48E8-A600-E5461A2B556F}"/>
              </a:ext>
            </a:extLst>
          </p:cNvPr>
          <p:cNvSpPr txBox="1">
            <a:spLocks noChangeArrowheads="1"/>
          </p:cNvSpPr>
          <p:nvPr/>
        </p:nvSpPr>
        <p:spPr bwMode="auto">
          <a:xfrm>
            <a:off x="5794375" y="1941513"/>
            <a:ext cx="2774990" cy="2585323"/>
          </a:xfrm>
          <a:prstGeom prst="rect">
            <a:avLst/>
          </a:prstGeom>
          <a:solidFill>
            <a:srgbClr val="92D050"/>
          </a:solidFill>
          <a:ln>
            <a:noFill/>
          </a:ln>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Sieht aus wie Call </a:t>
            </a:r>
            <a:r>
              <a:rPr lang="de-DE" altLang="de-DE" sz="1800" dirty="0" err="1">
                <a:latin typeface="Calibri" panose="020F0502020204030204" pitchFamily="34" charset="0"/>
                <a:cs typeface="Calibri" panose="020F0502020204030204" pitchFamily="34" charset="0"/>
              </a:rPr>
              <a:t>by</a:t>
            </a:r>
            <a:r>
              <a:rPr lang="de-DE" altLang="de-DE" sz="1800" dirty="0">
                <a:latin typeface="Calibri" panose="020F0502020204030204" pitchFamily="34" charset="0"/>
                <a:cs typeface="Calibri" panose="020F0502020204030204" pitchFamily="34" charset="0"/>
              </a:rPr>
              <a:t> Value,</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Ist aber Call </a:t>
            </a:r>
            <a:r>
              <a:rPr lang="de-DE" altLang="de-DE" sz="1800" dirty="0" err="1">
                <a:latin typeface="Calibri" panose="020F0502020204030204" pitchFamily="34" charset="0"/>
                <a:cs typeface="Calibri" panose="020F0502020204030204" pitchFamily="34" charset="0"/>
              </a:rPr>
              <a:t>by</a:t>
            </a:r>
            <a:r>
              <a:rPr lang="de-DE" altLang="de-DE" sz="1800" dirty="0">
                <a:latin typeface="Calibri" panose="020F0502020204030204" pitchFamily="34" charset="0"/>
                <a:cs typeface="Calibri" panose="020F0502020204030204" pitchFamily="34" charset="0"/>
              </a:rPr>
              <a:t> Referenz: es</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wird die Adresse des</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ersten Elements des Feldes </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ü</a:t>
            </a:r>
            <a:r>
              <a:rPr lang="de-DE" altLang="de-DE" sz="1800">
                <a:latin typeface="Calibri" panose="020F0502020204030204" pitchFamily="34" charset="0"/>
                <a:cs typeface="Calibri" panose="020F0502020204030204" pitchFamily="34" charset="0"/>
              </a:rPr>
              <a:t>bergeben</a:t>
            </a:r>
            <a:r>
              <a:rPr lang="de-DE" altLang="de-DE" sz="1800" dirty="0">
                <a:latin typeface="Calibri" panose="020F0502020204030204" pitchFamily="34" charset="0"/>
                <a:cs typeface="Calibri" panose="020F0502020204030204" pitchFamily="34" charset="0"/>
              </a:rPr>
              <a:t>.</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Das heißt:</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Felder werden auch in </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der aufrufenden Funktion</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geändert!</a:t>
            </a:r>
          </a:p>
        </p:txBody>
      </p:sp>
      <p:sp>
        <p:nvSpPr>
          <p:cNvPr id="71691" name="Line 10">
            <a:extLst>
              <a:ext uri="{FF2B5EF4-FFF2-40B4-BE49-F238E27FC236}">
                <a16:creationId xmlns:a16="http://schemas.microsoft.com/office/drawing/2014/main" id="{87AC9555-8123-4BA8-8F56-D87EFA962E9F}"/>
              </a:ext>
            </a:extLst>
          </p:cNvPr>
          <p:cNvSpPr>
            <a:spLocks noChangeShapeType="1"/>
          </p:cNvSpPr>
          <p:nvPr/>
        </p:nvSpPr>
        <p:spPr bwMode="auto">
          <a:xfrm flipH="1">
            <a:off x="4318000" y="2806700"/>
            <a:ext cx="1422400" cy="82042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71692" name="Text Box 11">
            <a:extLst>
              <a:ext uri="{FF2B5EF4-FFF2-40B4-BE49-F238E27FC236}">
                <a16:creationId xmlns:a16="http://schemas.microsoft.com/office/drawing/2014/main" id="{6DC45B49-5F5F-40ED-8E67-A2B9B45E5192}"/>
              </a:ext>
            </a:extLst>
          </p:cNvPr>
          <p:cNvSpPr txBox="1">
            <a:spLocks noChangeArrowheads="1"/>
          </p:cNvSpPr>
          <p:nvPr/>
        </p:nvSpPr>
        <p:spPr bwMode="auto">
          <a:xfrm>
            <a:off x="200025" y="5282945"/>
            <a:ext cx="8582586"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Bemerkung: Es wäre der blanke Wahnsinn, wenn man z.B. große Felder kopieren würde bei einem Funktionsaufruf.</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792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41"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liennummernplatzhalter 3">
            <a:extLst>
              <a:ext uri="{FF2B5EF4-FFF2-40B4-BE49-F238E27FC236}">
                <a16:creationId xmlns:a16="http://schemas.microsoft.com/office/drawing/2014/main" id="{F55DE5B5-E5DE-4995-B489-09B14EA24C7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FB9ABFB1-DDAE-47CD-8B8A-D0B7FA448495}" type="slidenum">
              <a:rPr lang="de-DE" altLang="de-DE" sz="1400" smtClean="0"/>
              <a:pPr>
                <a:spcBef>
                  <a:spcPct val="0"/>
                </a:spcBef>
                <a:buFontTx/>
                <a:buNone/>
              </a:pPr>
              <a:t>33</a:t>
            </a:fld>
            <a:endParaRPr lang="de-DE" altLang="de-DE" sz="1400"/>
          </a:p>
        </p:txBody>
      </p:sp>
      <p:sp>
        <p:nvSpPr>
          <p:cNvPr id="61443" name="Rectangle 2">
            <a:extLst>
              <a:ext uri="{FF2B5EF4-FFF2-40B4-BE49-F238E27FC236}">
                <a16:creationId xmlns:a16="http://schemas.microsoft.com/office/drawing/2014/main" id="{FDF9A939-77AB-47D1-85F8-FA902059EF5A}"/>
              </a:ext>
            </a:extLst>
          </p:cNvPr>
          <p:cNvSpPr>
            <a:spLocks noGrp="1" noChangeArrowheads="1"/>
          </p:cNvSpPr>
          <p:nvPr>
            <p:ph type="title"/>
          </p:nvPr>
        </p:nvSpPr>
        <p:spPr>
          <a:xfrm>
            <a:off x="457199" y="260350"/>
            <a:ext cx="8393113" cy="633413"/>
          </a:xfrm>
        </p:spPr>
        <p:txBody>
          <a:bodyPr/>
          <a:lstStyle/>
          <a:p>
            <a:pPr eaLnBrk="1" hangingPunct="1"/>
            <a:r>
              <a:rPr lang="de-DE" altLang="de-DE" dirty="0">
                <a:latin typeface="Calibri" panose="020F0502020204030204" pitchFamily="34" charset="0"/>
                <a:cs typeface="Calibri" panose="020F0502020204030204" pitchFamily="34" charset="0"/>
              </a:rPr>
              <a:t>5. Funktion mit Feld – eindimensionales Feld</a:t>
            </a:r>
          </a:p>
        </p:txBody>
      </p:sp>
      <p:sp>
        <p:nvSpPr>
          <p:cNvPr id="61446" name="Text Box 5">
            <a:extLst>
              <a:ext uri="{FF2B5EF4-FFF2-40B4-BE49-F238E27FC236}">
                <a16:creationId xmlns:a16="http://schemas.microsoft.com/office/drawing/2014/main" id="{D680B1D0-943E-4100-8FDD-166345521EB7}"/>
              </a:ext>
            </a:extLst>
          </p:cNvPr>
          <p:cNvSpPr txBox="1">
            <a:spLocks noChangeArrowheads="1"/>
          </p:cNvSpPr>
          <p:nvPr/>
        </p:nvSpPr>
        <p:spPr bwMode="auto">
          <a:xfrm>
            <a:off x="2062163" y="35163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latin typeface="Bitstream Vera Sans" pitchFamily="34" charset="0"/>
            </a:endParaRPr>
          </a:p>
        </p:txBody>
      </p:sp>
      <p:sp>
        <p:nvSpPr>
          <p:cNvPr id="61447" name="Text Box 6">
            <a:extLst>
              <a:ext uri="{FF2B5EF4-FFF2-40B4-BE49-F238E27FC236}">
                <a16:creationId xmlns:a16="http://schemas.microsoft.com/office/drawing/2014/main" id="{C71DC032-5CA2-49B3-9B71-3363AD02F45A}"/>
              </a:ext>
            </a:extLst>
          </p:cNvPr>
          <p:cNvSpPr txBox="1">
            <a:spLocks noChangeArrowheads="1"/>
          </p:cNvSpPr>
          <p:nvPr/>
        </p:nvSpPr>
        <p:spPr bwMode="auto">
          <a:xfrm>
            <a:off x="236901" y="1338292"/>
            <a:ext cx="5974713" cy="34163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rPr>
              <a:t>void</a:t>
            </a:r>
            <a:r>
              <a:rPr lang="de-DE" altLang="de-DE" sz="1800" b="1" dirty="0">
                <a:latin typeface="Courier New" panose="02070309020205020404" pitchFamily="49" charset="0"/>
              </a:rPr>
              <a:t> </a:t>
            </a:r>
            <a:r>
              <a:rPr lang="de-DE" altLang="de-DE" sz="1800" b="1" dirty="0" err="1">
                <a:latin typeface="Courier New" panose="02070309020205020404" pitchFamily="49" charset="0"/>
              </a:rPr>
              <a:t>ausgebenFeld</a:t>
            </a:r>
            <a:r>
              <a:rPr lang="de-DE" altLang="de-DE" sz="1800" b="1" dirty="0">
                <a:latin typeface="Courier New" panose="02070309020205020404" pitchFamily="49" charset="0"/>
              </a:rPr>
              <a:t>(</a:t>
            </a:r>
            <a:r>
              <a:rPr lang="de-DE" altLang="de-DE" sz="1800" b="1" dirty="0" err="1">
                <a:solidFill>
                  <a:srgbClr val="FF0066"/>
                </a:solidFill>
                <a:latin typeface="Courier New" panose="02070309020205020404" pitchFamily="49" charset="0"/>
              </a:rPr>
              <a:t>int</a:t>
            </a:r>
            <a:r>
              <a:rPr lang="de-DE" altLang="de-DE" sz="1800" b="1" dirty="0">
                <a:solidFill>
                  <a:srgbClr val="FF0066"/>
                </a:solidFill>
                <a:latin typeface="Courier New" panose="02070309020205020404" pitchFamily="49" charset="0"/>
              </a:rPr>
              <a:t> </a:t>
            </a:r>
            <a:r>
              <a:rPr lang="de-DE" altLang="de-DE" sz="1800" b="1" dirty="0" err="1">
                <a:solidFill>
                  <a:srgbClr val="FF0066"/>
                </a:solidFill>
                <a:latin typeface="Courier New" panose="02070309020205020404" pitchFamily="49" charset="0"/>
              </a:rPr>
              <a:t>feld</a:t>
            </a:r>
            <a:r>
              <a:rPr lang="de-DE" altLang="de-DE" sz="1800" b="1" dirty="0">
                <a:solidFill>
                  <a:srgbClr val="FF0066"/>
                </a:solidFill>
                <a:latin typeface="Courier New" panose="02070309020205020404" pitchFamily="49" charset="0"/>
              </a:rPr>
              <a:t>[4]</a:t>
            </a:r>
            <a:r>
              <a:rPr lang="de-DE" altLang="de-DE" sz="1800" b="1" dirty="0">
                <a:latin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int</a:t>
            </a:r>
            <a:r>
              <a:rPr lang="de-DE" altLang="de-DE" sz="1800" b="1" dirty="0">
                <a:latin typeface="Courier New" panose="02070309020205020404" pitchFamily="49" charset="0"/>
              </a:rPr>
              <a:t> i=0;</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for</a:t>
            </a:r>
            <a:r>
              <a:rPr lang="de-DE" altLang="de-DE" sz="1800" b="1" dirty="0">
                <a:latin typeface="Courier New" panose="02070309020205020404" pitchFamily="49" charset="0"/>
              </a:rPr>
              <a:t> (i=0; i&lt;</a:t>
            </a:r>
            <a:r>
              <a:rPr lang="de-DE" altLang="de-DE" sz="1800" b="1" dirty="0">
                <a:solidFill>
                  <a:srgbClr val="FF0066"/>
                </a:solidFill>
                <a:latin typeface="Courier New" panose="02070309020205020404" pitchFamily="49" charset="0"/>
              </a:rPr>
              <a:t>4</a:t>
            </a:r>
            <a:r>
              <a:rPr lang="de-DE" altLang="de-DE" sz="1800" b="1" dirty="0">
                <a:latin typeface="Courier New" panose="02070309020205020404" pitchFamily="49" charset="0"/>
              </a:rPr>
              <a:t>; i++){</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printf</a:t>
            </a:r>
            <a:r>
              <a:rPr lang="de-DE" altLang="de-DE" sz="1800" b="1" dirty="0">
                <a:latin typeface="Courier New" panose="02070309020205020404" pitchFamily="49" charset="0"/>
              </a:rPr>
              <a:t>("</a:t>
            </a:r>
            <a:r>
              <a:rPr lang="de-DE" altLang="de-DE" sz="1800" b="1" dirty="0" err="1">
                <a:latin typeface="Courier New" panose="02070309020205020404" pitchFamily="49" charset="0"/>
              </a:rPr>
              <a:t>feld</a:t>
            </a:r>
            <a:r>
              <a:rPr lang="de-DE" altLang="de-DE" sz="1800" b="1" dirty="0">
                <a:latin typeface="Courier New" panose="02070309020205020404" pitchFamily="49" charset="0"/>
              </a:rPr>
              <a:t>[%i] = %i\n",</a:t>
            </a:r>
            <a:r>
              <a:rPr lang="de-DE" altLang="de-DE" sz="1800" b="1" dirty="0" err="1">
                <a:latin typeface="Courier New" panose="02070309020205020404" pitchFamily="49" charset="0"/>
              </a:rPr>
              <a:t>i,feld</a:t>
            </a:r>
            <a:r>
              <a:rPr lang="de-DE" altLang="de-DE" sz="1800" b="1" dirty="0">
                <a:latin typeface="Courier New" panose="02070309020205020404" pitchFamily="49" charset="0"/>
              </a:rPr>
              <a:t>[i]);</a:t>
            </a:r>
          </a:p>
          <a:p>
            <a:pPr eaLnBrk="1" hangingPunct="1">
              <a:spcBef>
                <a:spcPct val="0"/>
              </a:spcBef>
              <a:buFontTx/>
              <a:buNone/>
            </a:pPr>
            <a:r>
              <a:rPr lang="de-DE" altLang="de-DE" sz="1800" b="1" dirty="0">
                <a:latin typeface="Courier New" panose="02070309020205020404" pitchFamily="49" charset="0"/>
              </a:rPr>
              <a:t>   }</a:t>
            </a:r>
          </a:p>
          <a:p>
            <a:pPr eaLnBrk="1" hangingPunct="1">
              <a:spcBef>
                <a:spcPct val="0"/>
              </a:spcBef>
              <a:buFontTx/>
              <a:buNone/>
            </a:pPr>
            <a:r>
              <a:rPr lang="de-DE" altLang="de-DE" sz="1800" b="1" dirty="0">
                <a:latin typeface="Courier New" panose="02070309020205020404" pitchFamily="49" charset="0"/>
              </a:rPr>
              <a:t>}</a:t>
            </a:r>
          </a:p>
          <a:p>
            <a:pPr eaLnBrk="1" hangingPunct="1">
              <a:spcBef>
                <a:spcPct val="0"/>
              </a:spcBef>
              <a:buFontTx/>
              <a:buNone/>
            </a:pPr>
            <a:endParaRPr lang="de-DE" altLang="de-DE" sz="1800" b="1" dirty="0">
              <a:latin typeface="Courier New" panose="02070309020205020404" pitchFamily="49" charset="0"/>
            </a:endParaRPr>
          </a:p>
          <a:p>
            <a:pPr eaLnBrk="1" hangingPunct="1">
              <a:spcBef>
                <a:spcPct val="0"/>
              </a:spcBef>
              <a:buFontTx/>
              <a:buNone/>
            </a:pPr>
            <a:r>
              <a:rPr lang="de-DE" altLang="de-DE" sz="1800" b="1" dirty="0" err="1">
                <a:latin typeface="Courier New" panose="02070309020205020404" pitchFamily="49" charset="0"/>
              </a:rPr>
              <a:t>int</a:t>
            </a:r>
            <a:r>
              <a:rPr lang="de-DE" altLang="de-DE" sz="1800" b="1" dirty="0">
                <a:latin typeface="Courier New" panose="02070309020205020404" pitchFamily="49" charset="0"/>
              </a:rPr>
              <a:t> </a:t>
            </a:r>
            <a:r>
              <a:rPr lang="de-DE" altLang="de-DE" sz="1800" b="1" dirty="0" err="1">
                <a:latin typeface="Courier New" panose="02070309020205020404" pitchFamily="49" charset="0"/>
              </a:rPr>
              <a:t>main</a:t>
            </a:r>
            <a:r>
              <a:rPr lang="de-DE" altLang="de-DE" sz="1800" b="1" dirty="0">
                <a:latin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int</a:t>
            </a:r>
            <a:r>
              <a:rPr lang="de-DE" altLang="de-DE" sz="1800" b="1" dirty="0">
                <a:latin typeface="Courier New" panose="02070309020205020404" pitchFamily="49" charset="0"/>
              </a:rPr>
              <a:t> </a:t>
            </a:r>
            <a:r>
              <a:rPr lang="de-DE" altLang="de-DE" sz="1800" b="1" dirty="0" err="1">
                <a:latin typeface="Courier New" panose="02070309020205020404" pitchFamily="49" charset="0"/>
              </a:rPr>
              <a:t>array</a:t>
            </a:r>
            <a:r>
              <a:rPr lang="de-DE" altLang="de-DE" sz="1800" b="1" dirty="0">
                <a:latin typeface="Courier New" panose="02070309020205020404" pitchFamily="49" charset="0"/>
              </a:rPr>
              <a:t>[]={4,2,5,17};</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ausgebenFeld</a:t>
            </a:r>
            <a:r>
              <a:rPr lang="de-DE" altLang="de-DE" sz="1800" b="1" dirty="0">
                <a:latin typeface="Courier New" panose="02070309020205020404" pitchFamily="49" charset="0"/>
              </a:rPr>
              <a:t>(</a:t>
            </a:r>
            <a:r>
              <a:rPr lang="de-DE" altLang="de-DE" sz="1800" b="1" dirty="0" err="1">
                <a:latin typeface="Courier New" panose="02070309020205020404" pitchFamily="49" charset="0"/>
              </a:rPr>
              <a:t>array</a:t>
            </a:r>
            <a:r>
              <a:rPr lang="de-DE" altLang="de-DE" sz="1800" b="1" dirty="0">
                <a:latin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return</a:t>
            </a:r>
            <a:r>
              <a:rPr lang="de-DE" altLang="de-DE" sz="1800" b="1" dirty="0">
                <a:latin typeface="Courier New" panose="02070309020205020404" pitchFamily="49" charset="0"/>
              </a:rPr>
              <a:t> 0;</a:t>
            </a:r>
          </a:p>
          <a:p>
            <a:pPr eaLnBrk="1" hangingPunct="1">
              <a:spcBef>
                <a:spcPct val="0"/>
              </a:spcBef>
              <a:buFontTx/>
              <a:buNone/>
            </a:pPr>
            <a:r>
              <a:rPr lang="de-DE" altLang="de-DE" sz="1800" b="1" dirty="0">
                <a:latin typeface="Courier New" panose="02070309020205020404" pitchFamily="49" charset="0"/>
              </a:rPr>
              <a:t>}	</a:t>
            </a:r>
          </a:p>
        </p:txBody>
      </p:sp>
      <p:sp>
        <p:nvSpPr>
          <p:cNvPr id="61449" name="Line 10">
            <a:extLst>
              <a:ext uri="{FF2B5EF4-FFF2-40B4-BE49-F238E27FC236}">
                <a16:creationId xmlns:a16="http://schemas.microsoft.com/office/drawing/2014/main" id="{5D8BDA18-1FD7-40C8-BFE5-5DA5EC8EFEA5}"/>
              </a:ext>
            </a:extLst>
          </p:cNvPr>
          <p:cNvSpPr>
            <a:spLocks noChangeShapeType="1"/>
          </p:cNvSpPr>
          <p:nvPr/>
        </p:nvSpPr>
        <p:spPr bwMode="auto">
          <a:xfrm flipV="1">
            <a:off x="4151587" y="1080323"/>
            <a:ext cx="2060028" cy="3966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61450" name="Line 11">
            <a:extLst>
              <a:ext uri="{FF2B5EF4-FFF2-40B4-BE49-F238E27FC236}">
                <a16:creationId xmlns:a16="http://schemas.microsoft.com/office/drawing/2014/main" id="{6CE2733F-D0D6-4062-A0E4-0407D07FF5FA}"/>
              </a:ext>
            </a:extLst>
          </p:cNvPr>
          <p:cNvSpPr>
            <a:spLocks noChangeShapeType="1"/>
          </p:cNvSpPr>
          <p:nvPr/>
        </p:nvSpPr>
        <p:spPr bwMode="auto">
          <a:xfrm flipV="1">
            <a:off x="2490952" y="1127888"/>
            <a:ext cx="3636579" cy="9323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61451" name="Textfeld 13">
            <a:extLst>
              <a:ext uri="{FF2B5EF4-FFF2-40B4-BE49-F238E27FC236}">
                <a16:creationId xmlns:a16="http://schemas.microsoft.com/office/drawing/2014/main" id="{491BD588-DC1F-4E2A-9786-541CC23512F4}"/>
              </a:ext>
            </a:extLst>
          </p:cNvPr>
          <p:cNvSpPr txBox="1">
            <a:spLocks noChangeArrowheads="1"/>
          </p:cNvSpPr>
          <p:nvPr/>
        </p:nvSpPr>
        <p:spPr bwMode="auto">
          <a:xfrm>
            <a:off x="6053237" y="843588"/>
            <a:ext cx="3170676"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Das hier ist ein großes Problem!</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Die 4 im Funktionskopf </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beachtet der Compiler nicht. </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Wenn man in der</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Funktion aber das Feld weiter</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beschreibt, als es vorher </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definiert wurde, überschreibt </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man Speicher</a:t>
            </a:r>
            <a:r>
              <a:rPr lang="de-DE" altLang="de-DE" sz="1800">
                <a:latin typeface="Calibri" panose="020F0502020204030204" pitchFamily="34" charset="0"/>
                <a:cs typeface="Calibri" panose="020F0502020204030204" pitchFamily="34" charset="0"/>
              </a:rPr>
              <a:t>, der </a:t>
            </a:r>
            <a:r>
              <a:rPr lang="de-DE" altLang="de-DE" sz="1800" dirty="0">
                <a:latin typeface="Calibri" panose="020F0502020204030204" pitchFamily="34" charset="0"/>
                <a:cs typeface="Calibri" panose="020F0502020204030204" pitchFamily="34" charset="0"/>
              </a:rPr>
              <a:t>einem </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nicht gehört.</a:t>
            </a:r>
          </a:p>
          <a:p>
            <a:pPr eaLnBrk="1" hangingPunct="1">
              <a:spcBef>
                <a:spcPct val="0"/>
              </a:spcBef>
              <a:buFontTx/>
              <a:buNone/>
            </a:pPr>
            <a:endParaRPr lang="de-DE" altLang="de-DE" sz="1800" dirty="0">
              <a:latin typeface="Calibri" panose="020F0502020204030204" pitchFamily="34" charset="0"/>
              <a:cs typeface="Calibri" panose="020F0502020204030204" pitchFamily="34" charset="0"/>
            </a:endParaRPr>
          </a:p>
        </p:txBody>
      </p:sp>
      <p:pic>
        <p:nvPicPr>
          <p:cNvPr id="61452" name="Grafik 14">
            <a:extLst>
              <a:ext uri="{FF2B5EF4-FFF2-40B4-BE49-F238E27FC236}">
                <a16:creationId xmlns:a16="http://schemas.microsoft.com/office/drawing/2014/main" id="{7FCA4F4F-6CB1-435F-B7E2-D031116EF14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44788" y="762029"/>
            <a:ext cx="7048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feld 1">
            <a:extLst>
              <a:ext uri="{FF2B5EF4-FFF2-40B4-BE49-F238E27FC236}">
                <a16:creationId xmlns:a16="http://schemas.microsoft.com/office/drawing/2014/main" id="{EC8D162C-6EFC-4289-991A-FB5DB492A2E8}"/>
              </a:ext>
            </a:extLst>
          </p:cNvPr>
          <p:cNvSpPr txBox="1"/>
          <p:nvPr/>
        </p:nvSpPr>
        <p:spPr>
          <a:xfrm>
            <a:off x="375443" y="5164130"/>
            <a:ext cx="8393113" cy="923330"/>
          </a:xfrm>
          <a:prstGeom prst="rect">
            <a:avLst/>
          </a:prstGeom>
          <a:noFill/>
        </p:spPr>
        <p:txBody>
          <a:bodyPr wrap="square" rtlCol="0">
            <a:spAutoFit/>
          </a:bodyPr>
          <a:lstStyle/>
          <a:p>
            <a:r>
              <a:rPr lang="de-DE" dirty="0">
                <a:latin typeface="Calibri" panose="020F0502020204030204" pitchFamily="34" charset="0"/>
                <a:cs typeface="Calibri" panose="020F0502020204030204" pitchFamily="34" charset="0"/>
              </a:rPr>
              <a:t>Ein mögliche Lösung ist auf der nächsten Folie angeben, aber wasserfest ist die nicht. Der Nutzer der Funktion wird aber so wenigstens aufmerksam gemacht, dass die Größe stimmen muss.</a:t>
            </a:r>
          </a:p>
        </p:txBody>
      </p:sp>
    </p:spTree>
    <p:extLst>
      <p:ext uri="{BB962C8B-B14F-4D97-AF65-F5344CB8AC3E}">
        <p14:creationId xmlns:p14="http://schemas.microsoft.com/office/powerpoint/2010/main" val="2609291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liennummernplatzhalter 3">
            <a:extLst>
              <a:ext uri="{FF2B5EF4-FFF2-40B4-BE49-F238E27FC236}">
                <a16:creationId xmlns:a16="http://schemas.microsoft.com/office/drawing/2014/main" id="{9B70444B-6002-4159-B3DE-5B9A03D36D1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A1AE008D-8119-403E-A076-8A9E2D382A35}" type="slidenum">
              <a:rPr lang="de-DE" altLang="de-DE" sz="1400" smtClean="0"/>
              <a:pPr>
                <a:spcBef>
                  <a:spcPct val="0"/>
                </a:spcBef>
                <a:buFontTx/>
                <a:buNone/>
              </a:pPr>
              <a:t>34</a:t>
            </a:fld>
            <a:endParaRPr lang="de-DE" altLang="de-DE" sz="1400"/>
          </a:p>
        </p:txBody>
      </p:sp>
      <p:sp>
        <p:nvSpPr>
          <p:cNvPr id="63491" name="Rectangle 2">
            <a:extLst>
              <a:ext uri="{FF2B5EF4-FFF2-40B4-BE49-F238E27FC236}">
                <a16:creationId xmlns:a16="http://schemas.microsoft.com/office/drawing/2014/main" id="{B7355F71-3973-4ED2-ABDF-974DCB83A579}"/>
              </a:ext>
            </a:extLst>
          </p:cNvPr>
          <p:cNvSpPr>
            <a:spLocks noGrp="1" noChangeArrowheads="1"/>
          </p:cNvSpPr>
          <p:nvPr>
            <p:ph type="title"/>
          </p:nvPr>
        </p:nvSpPr>
        <p:spPr/>
        <p:txBody>
          <a:bodyPr/>
          <a:lstStyle/>
          <a:p>
            <a:pPr eaLnBrk="1" hangingPunct="1"/>
            <a:r>
              <a:rPr lang="de-DE" altLang="de-DE" dirty="0"/>
              <a:t>5. </a:t>
            </a:r>
            <a:r>
              <a:rPr lang="de-DE" altLang="de-DE" dirty="0">
                <a:latin typeface="Calibri" panose="020F0502020204030204" pitchFamily="34" charset="0"/>
                <a:cs typeface="Calibri" panose="020F0502020204030204" pitchFamily="34" charset="0"/>
              </a:rPr>
              <a:t>Funktion mit Feld – eindimensionales Feld</a:t>
            </a:r>
          </a:p>
        </p:txBody>
      </p:sp>
      <p:sp>
        <p:nvSpPr>
          <p:cNvPr id="63493" name="Rectangle 4">
            <a:extLst>
              <a:ext uri="{FF2B5EF4-FFF2-40B4-BE49-F238E27FC236}">
                <a16:creationId xmlns:a16="http://schemas.microsoft.com/office/drawing/2014/main" id="{6695A75D-F721-452A-BBBF-9C8FBE5FBA8F}"/>
              </a:ext>
            </a:extLst>
          </p:cNvPr>
          <p:cNvSpPr>
            <a:spLocks noChangeArrowheads="1"/>
          </p:cNvSpPr>
          <p:nvPr/>
        </p:nvSpPr>
        <p:spPr bwMode="auto">
          <a:xfrm>
            <a:off x="1476375" y="1905000"/>
            <a:ext cx="5997575" cy="39735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63494" name="Text Box 5">
            <a:extLst>
              <a:ext uri="{FF2B5EF4-FFF2-40B4-BE49-F238E27FC236}">
                <a16:creationId xmlns:a16="http://schemas.microsoft.com/office/drawing/2014/main" id="{AD1523F9-1E8C-40D0-AD73-6223CC90E33A}"/>
              </a:ext>
            </a:extLst>
          </p:cNvPr>
          <p:cNvSpPr txBox="1">
            <a:spLocks noChangeArrowheads="1"/>
          </p:cNvSpPr>
          <p:nvPr/>
        </p:nvSpPr>
        <p:spPr bwMode="auto">
          <a:xfrm>
            <a:off x="2062163" y="35163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latin typeface="Bitstream Vera Sans" pitchFamily="34" charset="0"/>
            </a:endParaRPr>
          </a:p>
        </p:txBody>
      </p:sp>
      <p:sp>
        <p:nvSpPr>
          <p:cNvPr id="63495" name="Text Box 6">
            <a:extLst>
              <a:ext uri="{FF2B5EF4-FFF2-40B4-BE49-F238E27FC236}">
                <a16:creationId xmlns:a16="http://schemas.microsoft.com/office/drawing/2014/main" id="{27928497-7B5B-43EB-8C8E-C5BA9A902EC6}"/>
              </a:ext>
            </a:extLst>
          </p:cNvPr>
          <p:cNvSpPr txBox="1">
            <a:spLocks noChangeArrowheads="1"/>
          </p:cNvSpPr>
          <p:nvPr/>
        </p:nvSpPr>
        <p:spPr bwMode="auto">
          <a:xfrm>
            <a:off x="381000" y="1734207"/>
            <a:ext cx="5974713"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rPr>
              <a:t>void</a:t>
            </a:r>
            <a:r>
              <a:rPr lang="de-DE" altLang="de-DE" sz="1800" b="1" dirty="0">
                <a:latin typeface="Courier New" panose="02070309020205020404" pitchFamily="49" charset="0"/>
              </a:rPr>
              <a:t> </a:t>
            </a:r>
            <a:r>
              <a:rPr lang="de-DE" altLang="de-DE" sz="1800" b="1" dirty="0" err="1">
                <a:latin typeface="Courier New" panose="02070309020205020404" pitchFamily="49" charset="0"/>
              </a:rPr>
              <a:t>ausgebenFeld</a:t>
            </a:r>
            <a:r>
              <a:rPr lang="de-DE" altLang="de-DE" sz="1800" b="1" dirty="0">
                <a:latin typeface="Courier New" panose="02070309020205020404" pitchFamily="49" charset="0"/>
              </a:rPr>
              <a:t>(</a:t>
            </a:r>
            <a:r>
              <a:rPr lang="de-DE" altLang="de-DE" sz="1800" b="1" dirty="0" err="1">
                <a:solidFill>
                  <a:srgbClr val="FF0066"/>
                </a:solidFill>
                <a:latin typeface="Courier New" panose="02070309020205020404" pitchFamily="49" charset="0"/>
              </a:rPr>
              <a:t>int</a:t>
            </a:r>
            <a:r>
              <a:rPr lang="de-DE" altLang="de-DE" sz="1800" b="1" dirty="0">
                <a:solidFill>
                  <a:srgbClr val="FF0066"/>
                </a:solidFill>
                <a:latin typeface="Courier New" panose="02070309020205020404" pitchFamily="49" charset="0"/>
              </a:rPr>
              <a:t> </a:t>
            </a:r>
            <a:r>
              <a:rPr lang="de-DE" altLang="de-DE" sz="1800" b="1" dirty="0" err="1">
                <a:solidFill>
                  <a:srgbClr val="FF0066"/>
                </a:solidFill>
                <a:latin typeface="Courier New" panose="02070309020205020404" pitchFamily="49" charset="0"/>
              </a:rPr>
              <a:t>feld</a:t>
            </a:r>
            <a:r>
              <a:rPr lang="de-DE" altLang="de-DE" sz="1800" b="1" dirty="0">
                <a:solidFill>
                  <a:srgbClr val="FF0066"/>
                </a:solidFill>
                <a:latin typeface="Courier New" panose="02070309020205020404" pitchFamily="49" charset="0"/>
              </a:rPr>
              <a:t>[], </a:t>
            </a:r>
            <a:r>
              <a:rPr lang="de-DE" altLang="de-DE" sz="1800" b="1" dirty="0" err="1">
                <a:solidFill>
                  <a:srgbClr val="FF0066"/>
                </a:solidFill>
                <a:latin typeface="Courier New" panose="02070309020205020404" pitchFamily="49" charset="0"/>
              </a:rPr>
              <a:t>int</a:t>
            </a:r>
            <a:r>
              <a:rPr lang="de-DE" altLang="de-DE" sz="1800" b="1" dirty="0">
                <a:solidFill>
                  <a:srgbClr val="FF0066"/>
                </a:solidFill>
                <a:latin typeface="Courier New" panose="02070309020205020404" pitchFamily="49" charset="0"/>
              </a:rPr>
              <a:t> </a:t>
            </a:r>
            <a:r>
              <a:rPr lang="de-DE" altLang="de-DE" sz="1800" b="1" dirty="0" err="1">
                <a:solidFill>
                  <a:srgbClr val="FF0066"/>
                </a:solidFill>
                <a:latin typeface="Courier New" panose="02070309020205020404" pitchFamily="49" charset="0"/>
              </a:rPr>
              <a:t>laenge</a:t>
            </a:r>
            <a:r>
              <a:rPr lang="de-DE" altLang="de-DE" sz="1800" b="1" dirty="0">
                <a:solidFill>
                  <a:srgbClr val="FF0066"/>
                </a:solidFill>
                <a:latin typeface="Courier New" panose="02070309020205020404" pitchFamily="49" charset="0"/>
              </a:rPr>
              <a:t>)</a:t>
            </a:r>
            <a:r>
              <a:rPr lang="de-DE" altLang="de-DE" sz="1800" b="1" dirty="0">
                <a:latin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int</a:t>
            </a:r>
            <a:r>
              <a:rPr lang="de-DE" altLang="de-DE" sz="1800" b="1" dirty="0">
                <a:latin typeface="Courier New" panose="02070309020205020404" pitchFamily="49" charset="0"/>
              </a:rPr>
              <a:t> i=0;</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for</a:t>
            </a:r>
            <a:r>
              <a:rPr lang="de-DE" altLang="de-DE" sz="1800" b="1" dirty="0">
                <a:latin typeface="Courier New" panose="02070309020205020404" pitchFamily="49" charset="0"/>
              </a:rPr>
              <a:t> (i=0; i&lt;</a:t>
            </a:r>
            <a:r>
              <a:rPr lang="de-DE" altLang="de-DE" sz="1800" b="1" dirty="0" err="1">
                <a:solidFill>
                  <a:srgbClr val="FF0066"/>
                </a:solidFill>
                <a:latin typeface="Courier New" panose="02070309020205020404" pitchFamily="49" charset="0"/>
              </a:rPr>
              <a:t>laenge</a:t>
            </a:r>
            <a:r>
              <a:rPr lang="de-DE" altLang="de-DE" sz="1800" b="1" dirty="0">
                <a:latin typeface="Courier New" panose="02070309020205020404" pitchFamily="49" charset="0"/>
              </a:rPr>
              <a:t>; i++){</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printf</a:t>
            </a:r>
            <a:r>
              <a:rPr lang="de-DE" altLang="de-DE" sz="1800" b="1" dirty="0">
                <a:latin typeface="Courier New" panose="02070309020205020404" pitchFamily="49" charset="0"/>
              </a:rPr>
              <a:t>("</a:t>
            </a:r>
            <a:r>
              <a:rPr lang="de-DE" altLang="de-DE" sz="1800" b="1" dirty="0" err="1">
                <a:latin typeface="Courier New" panose="02070309020205020404" pitchFamily="49" charset="0"/>
              </a:rPr>
              <a:t>feld</a:t>
            </a:r>
            <a:r>
              <a:rPr lang="de-DE" altLang="de-DE" sz="1800" b="1" dirty="0">
                <a:latin typeface="Courier New" panose="02070309020205020404" pitchFamily="49" charset="0"/>
              </a:rPr>
              <a:t>[%i] = %i\n",</a:t>
            </a:r>
            <a:r>
              <a:rPr lang="de-DE" altLang="de-DE" sz="1800" b="1" dirty="0" err="1">
                <a:latin typeface="Courier New" panose="02070309020205020404" pitchFamily="49" charset="0"/>
              </a:rPr>
              <a:t>i,feld</a:t>
            </a:r>
            <a:r>
              <a:rPr lang="de-DE" altLang="de-DE" sz="1800" b="1" dirty="0">
                <a:latin typeface="Courier New" panose="02070309020205020404" pitchFamily="49" charset="0"/>
              </a:rPr>
              <a:t>[i]);</a:t>
            </a:r>
          </a:p>
          <a:p>
            <a:pPr eaLnBrk="1" hangingPunct="1">
              <a:spcBef>
                <a:spcPct val="0"/>
              </a:spcBef>
              <a:buFontTx/>
              <a:buNone/>
            </a:pPr>
            <a:r>
              <a:rPr lang="de-DE" altLang="de-DE" sz="1800" b="1" dirty="0">
                <a:latin typeface="Courier New" panose="02070309020205020404" pitchFamily="49" charset="0"/>
              </a:rPr>
              <a:t>   }</a:t>
            </a:r>
          </a:p>
          <a:p>
            <a:pPr eaLnBrk="1" hangingPunct="1">
              <a:spcBef>
                <a:spcPct val="0"/>
              </a:spcBef>
              <a:buFontTx/>
              <a:buNone/>
            </a:pPr>
            <a:r>
              <a:rPr lang="de-DE" altLang="de-DE" sz="1800" b="1" dirty="0">
                <a:latin typeface="Courier New" panose="02070309020205020404" pitchFamily="49" charset="0"/>
              </a:rPr>
              <a:t>}</a:t>
            </a:r>
          </a:p>
          <a:p>
            <a:pPr eaLnBrk="1" hangingPunct="1">
              <a:spcBef>
                <a:spcPct val="0"/>
              </a:spcBef>
              <a:buFontTx/>
              <a:buNone/>
            </a:pPr>
            <a:endParaRPr lang="de-DE" altLang="de-DE" sz="1800" b="1" dirty="0">
              <a:latin typeface="Courier New" panose="02070309020205020404" pitchFamily="49" charset="0"/>
            </a:endParaRPr>
          </a:p>
          <a:p>
            <a:pPr eaLnBrk="1" hangingPunct="1">
              <a:spcBef>
                <a:spcPct val="0"/>
              </a:spcBef>
              <a:buFontTx/>
              <a:buNone/>
            </a:pPr>
            <a:r>
              <a:rPr lang="de-DE" altLang="de-DE" sz="1800" b="1" dirty="0" err="1">
                <a:latin typeface="Courier New" panose="02070309020205020404" pitchFamily="49" charset="0"/>
              </a:rPr>
              <a:t>int</a:t>
            </a:r>
            <a:r>
              <a:rPr lang="de-DE" altLang="de-DE" sz="1800" b="1" dirty="0">
                <a:latin typeface="Courier New" panose="02070309020205020404" pitchFamily="49" charset="0"/>
              </a:rPr>
              <a:t> </a:t>
            </a:r>
            <a:r>
              <a:rPr lang="de-DE" altLang="de-DE" sz="1800" b="1" dirty="0" err="1">
                <a:latin typeface="Courier New" panose="02070309020205020404" pitchFamily="49" charset="0"/>
              </a:rPr>
              <a:t>main</a:t>
            </a:r>
            <a:r>
              <a:rPr lang="de-DE" altLang="de-DE" sz="1800" b="1" dirty="0">
                <a:latin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int</a:t>
            </a:r>
            <a:r>
              <a:rPr lang="de-DE" altLang="de-DE" sz="1800" b="1" dirty="0">
                <a:latin typeface="Courier New" panose="02070309020205020404" pitchFamily="49" charset="0"/>
              </a:rPr>
              <a:t> </a:t>
            </a:r>
            <a:r>
              <a:rPr lang="de-DE" altLang="de-DE" sz="1800" b="1" dirty="0" err="1">
                <a:latin typeface="Courier New" panose="02070309020205020404" pitchFamily="49" charset="0"/>
              </a:rPr>
              <a:t>array</a:t>
            </a:r>
            <a:r>
              <a:rPr lang="de-DE" altLang="de-DE" sz="1800" b="1" dirty="0">
                <a:latin typeface="Courier New" panose="02070309020205020404" pitchFamily="49" charset="0"/>
              </a:rPr>
              <a:t>[]={4,2,5,17};</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ausgebenFeld</a:t>
            </a:r>
            <a:r>
              <a:rPr lang="de-DE" altLang="de-DE" sz="1800" b="1" dirty="0">
                <a:latin typeface="Courier New" panose="02070309020205020404" pitchFamily="49" charset="0"/>
              </a:rPr>
              <a:t>(array,</a:t>
            </a:r>
            <a:r>
              <a:rPr lang="de-DE" altLang="de-DE" sz="1800" b="1" dirty="0">
                <a:solidFill>
                  <a:srgbClr val="FF0066"/>
                </a:solidFill>
                <a:latin typeface="Courier New" panose="02070309020205020404" pitchFamily="49" charset="0"/>
              </a:rPr>
              <a:t>4</a:t>
            </a:r>
            <a:r>
              <a:rPr lang="de-DE" altLang="de-DE" sz="1800" b="1" dirty="0">
                <a:latin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return</a:t>
            </a:r>
            <a:r>
              <a:rPr lang="de-DE" altLang="de-DE" sz="1800" b="1" dirty="0">
                <a:latin typeface="Courier New" panose="02070309020205020404" pitchFamily="49" charset="0"/>
              </a:rPr>
              <a:t> 0;</a:t>
            </a:r>
          </a:p>
          <a:p>
            <a:pPr eaLnBrk="1" hangingPunct="1">
              <a:spcBef>
                <a:spcPct val="0"/>
              </a:spcBef>
              <a:buFontTx/>
              <a:buNone/>
            </a:pPr>
            <a:r>
              <a:rPr lang="de-DE" altLang="de-DE" sz="1800" b="1" dirty="0">
                <a:latin typeface="Courier New" panose="02070309020205020404" pitchFamily="49" charset="0"/>
              </a:rPr>
              <a:t>}	</a:t>
            </a:r>
          </a:p>
        </p:txBody>
      </p:sp>
      <p:pic>
        <p:nvPicPr>
          <p:cNvPr id="63497" name="Grafik 1">
            <a:extLst>
              <a:ext uri="{FF2B5EF4-FFF2-40B4-BE49-F238E27FC236}">
                <a16:creationId xmlns:a16="http://schemas.microsoft.com/office/drawing/2014/main" id="{78759644-5A69-4718-A13A-DE174EE628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781175"/>
            <a:ext cx="117475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feld 8">
            <a:extLst>
              <a:ext uri="{FF2B5EF4-FFF2-40B4-BE49-F238E27FC236}">
                <a16:creationId xmlns:a16="http://schemas.microsoft.com/office/drawing/2014/main" id="{CDEEAE8B-03F2-42F3-A10D-ABCD0531DF9E}"/>
              </a:ext>
            </a:extLst>
          </p:cNvPr>
          <p:cNvSpPr txBox="1"/>
          <p:nvPr/>
        </p:nvSpPr>
        <p:spPr>
          <a:xfrm>
            <a:off x="278605" y="893763"/>
            <a:ext cx="8393113" cy="646331"/>
          </a:xfrm>
          <a:prstGeom prst="rect">
            <a:avLst/>
          </a:prstGeom>
          <a:noFill/>
        </p:spPr>
        <p:txBody>
          <a:bodyPr wrap="square" rtlCol="0">
            <a:spAutoFit/>
          </a:bodyPr>
          <a:lstStyle/>
          <a:p>
            <a:r>
              <a:rPr lang="de-DE" dirty="0">
                <a:latin typeface="Calibri" panose="020F0502020204030204" pitchFamily="34" charset="0"/>
                <a:cs typeface="Calibri" panose="020F0502020204030204" pitchFamily="34" charset="0"/>
              </a:rPr>
              <a:t>Ein mögliche Lösung des Problems der vorhergehenden Folie, die aber nicht wasserfest</a:t>
            </a:r>
          </a:p>
          <a:p>
            <a:r>
              <a:rPr lang="de-DE" dirty="0">
                <a:latin typeface="Calibri" panose="020F0502020204030204" pitchFamily="34" charset="0"/>
                <a:cs typeface="Calibri" panose="020F0502020204030204" pitchFamily="34" charset="0"/>
              </a:rPr>
              <a:t>ist:</a:t>
            </a:r>
          </a:p>
        </p:txBody>
      </p:sp>
    </p:spTree>
    <p:extLst>
      <p:ext uri="{BB962C8B-B14F-4D97-AF65-F5344CB8AC3E}">
        <p14:creationId xmlns:p14="http://schemas.microsoft.com/office/powerpoint/2010/main" val="29574577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liennummernplatzhalter 3">
            <a:extLst>
              <a:ext uri="{FF2B5EF4-FFF2-40B4-BE49-F238E27FC236}">
                <a16:creationId xmlns:a16="http://schemas.microsoft.com/office/drawing/2014/main" id="{4368964F-B918-44AB-9783-51DCC39F36D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37691A2E-1663-427D-BC8C-4A7D96BCFA5C}" type="slidenum">
              <a:rPr lang="de-DE" altLang="de-DE" sz="1400" smtClean="0"/>
              <a:pPr>
                <a:spcBef>
                  <a:spcPct val="0"/>
                </a:spcBef>
                <a:buFontTx/>
                <a:buNone/>
              </a:pPr>
              <a:t>35</a:t>
            </a:fld>
            <a:endParaRPr lang="de-DE" altLang="de-DE" sz="1400"/>
          </a:p>
        </p:txBody>
      </p:sp>
      <p:sp>
        <p:nvSpPr>
          <p:cNvPr id="67587" name="Rectangle 2">
            <a:extLst>
              <a:ext uri="{FF2B5EF4-FFF2-40B4-BE49-F238E27FC236}">
                <a16:creationId xmlns:a16="http://schemas.microsoft.com/office/drawing/2014/main" id="{DA351FB0-4ED3-4E5E-B2F0-1D35A5CB03D9}"/>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5. Funktion mit Feld – mehrdimensionales Feld</a:t>
            </a:r>
            <a:endParaRPr lang="de-DE" altLang="de-DE" dirty="0"/>
          </a:p>
        </p:txBody>
      </p:sp>
      <p:sp>
        <p:nvSpPr>
          <p:cNvPr id="67589" name="Rectangle 4">
            <a:extLst>
              <a:ext uri="{FF2B5EF4-FFF2-40B4-BE49-F238E27FC236}">
                <a16:creationId xmlns:a16="http://schemas.microsoft.com/office/drawing/2014/main" id="{F7E7AE06-B4B4-441E-A55E-E1FAFBFC35A7}"/>
              </a:ext>
            </a:extLst>
          </p:cNvPr>
          <p:cNvSpPr>
            <a:spLocks noChangeArrowheads="1"/>
          </p:cNvSpPr>
          <p:nvPr/>
        </p:nvSpPr>
        <p:spPr bwMode="auto">
          <a:xfrm>
            <a:off x="1476375" y="1905000"/>
            <a:ext cx="7192963" cy="39735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67590" name="Text Box 5">
            <a:extLst>
              <a:ext uri="{FF2B5EF4-FFF2-40B4-BE49-F238E27FC236}">
                <a16:creationId xmlns:a16="http://schemas.microsoft.com/office/drawing/2014/main" id="{71D77C83-84E7-42BB-A9D9-5D4E5CBA0358}"/>
              </a:ext>
            </a:extLst>
          </p:cNvPr>
          <p:cNvSpPr txBox="1">
            <a:spLocks noChangeArrowheads="1"/>
          </p:cNvSpPr>
          <p:nvPr/>
        </p:nvSpPr>
        <p:spPr bwMode="auto">
          <a:xfrm>
            <a:off x="2062163" y="35163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latin typeface="Bitstream Vera Sans" pitchFamily="34" charset="0"/>
            </a:endParaRPr>
          </a:p>
        </p:txBody>
      </p:sp>
      <p:sp>
        <p:nvSpPr>
          <p:cNvPr id="67591" name="Text Box 6">
            <a:extLst>
              <a:ext uri="{FF2B5EF4-FFF2-40B4-BE49-F238E27FC236}">
                <a16:creationId xmlns:a16="http://schemas.microsoft.com/office/drawing/2014/main" id="{0B40FC14-5450-43B5-8D91-CD8BB1F75744}"/>
              </a:ext>
            </a:extLst>
          </p:cNvPr>
          <p:cNvSpPr txBox="1">
            <a:spLocks noChangeArrowheads="1"/>
          </p:cNvSpPr>
          <p:nvPr/>
        </p:nvSpPr>
        <p:spPr bwMode="auto">
          <a:xfrm>
            <a:off x="1052830" y="1500188"/>
            <a:ext cx="6801862"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rPr>
              <a:t>void</a:t>
            </a:r>
            <a:r>
              <a:rPr lang="de-DE" altLang="de-DE" sz="1800" b="1" dirty="0">
                <a:latin typeface="Courier New" panose="02070309020205020404" pitchFamily="49" charset="0"/>
              </a:rPr>
              <a:t> </a:t>
            </a:r>
            <a:r>
              <a:rPr lang="de-DE" altLang="de-DE" sz="1800" b="1" dirty="0" err="1">
                <a:latin typeface="Courier New" panose="02070309020205020404" pitchFamily="49" charset="0"/>
              </a:rPr>
              <a:t>ausgebenMatrix</a:t>
            </a:r>
            <a:r>
              <a:rPr lang="de-DE" altLang="de-DE" sz="1800" b="1" dirty="0">
                <a:latin typeface="Courier New" panose="02070309020205020404" pitchFamily="49" charset="0"/>
              </a:rPr>
              <a:t>(</a:t>
            </a:r>
            <a:r>
              <a:rPr lang="de-DE" altLang="de-DE" sz="1800" b="1" dirty="0" err="1">
                <a:solidFill>
                  <a:srgbClr val="FF0066"/>
                </a:solidFill>
                <a:latin typeface="Courier New" panose="02070309020205020404" pitchFamily="49" charset="0"/>
              </a:rPr>
              <a:t>int</a:t>
            </a:r>
            <a:r>
              <a:rPr lang="de-DE" altLang="de-DE" sz="1800" b="1" dirty="0">
                <a:solidFill>
                  <a:srgbClr val="FF0066"/>
                </a:solidFill>
                <a:latin typeface="Courier New" panose="02070309020205020404" pitchFamily="49" charset="0"/>
              </a:rPr>
              <a:t> </a:t>
            </a:r>
            <a:r>
              <a:rPr lang="de-DE" altLang="de-DE" sz="1800" b="1" dirty="0" err="1">
                <a:solidFill>
                  <a:srgbClr val="FF0066"/>
                </a:solidFill>
                <a:latin typeface="Courier New" panose="02070309020205020404" pitchFamily="49" charset="0"/>
              </a:rPr>
              <a:t>matrix</a:t>
            </a:r>
            <a:r>
              <a:rPr lang="de-DE" altLang="de-DE" sz="1800" b="1" dirty="0">
                <a:solidFill>
                  <a:srgbClr val="FF0066"/>
                </a:solidFill>
                <a:latin typeface="Courier New" panose="02070309020205020404" pitchFamily="49" charset="0"/>
              </a:rPr>
              <a:t>[][4],</a:t>
            </a:r>
            <a:r>
              <a:rPr lang="de-DE" altLang="de-DE" sz="1800" b="1" dirty="0" err="1">
                <a:solidFill>
                  <a:srgbClr val="FF0066"/>
                </a:solidFill>
                <a:latin typeface="Courier New" panose="02070309020205020404" pitchFamily="49" charset="0"/>
              </a:rPr>
              <a:t>int</a:t>
            </a:r>
            <a:r>
              <a:rPr lang="de-DE" altLang="de-DE" sz="1800" b="1" dirty="0">
                <a:solidFill>
                  <a:srgbClr val="FF0066"/>
                </a:solidFill>
                <a:latin typeface="Courier New" panose="02070309020205020404" pitchFamily="49" charset="0"/>
              </a:rPr>
              <a:t> </a:t>
            </a:r>
            <a:r>
              <a:rPr lang="de-DE" altLang="de-DE" sz="1800" b="1" dirty="0" err="1">
                <a:solidFill>
                  <a:srgbClr val="FF0066"/>
                </a:solidFill>
                <a:latin typeface="Courier New" panose="02070309020205020404" pitchFamily="49" charset="0"/>
              </a:rPr>
              <a:t>zeilen</a:t>
            </a:r>
            <a:r>
              <a:rPr lang="de-DE" altLang="de-DE" sz="1800" b="1" dirty="0">
                <a:latin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int</a:t>
            </a:r>
            <a:r>
              <a:rPr lang="de-DE" altLang="de-DE" sz="1800" b="1" dirty="0">
                <a:latin typeface="Courier New" panose="02070309020205020404" pitchFamily="49" charset="0"/>
              </a:rPr>
              <a:t> </a:t>
            </a:r>
            <a:r>
              <a:rPr lang="de-DE" altLang="de-DE" sz="1800" b="1" dirty="0" err="1">
                <a:latin typeface="Courier New" panose="02070309020205020404" pitchFamily="49" charset="0"/>
              </a:rPr>
              <a:t>i,j</a:t>
            </a:r>
            <a:r>
              <a:rPr lang="de-DE" altLang="de-DE" sz="1800" b="1" dirty="0">
                <a:latin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for</a:t>
            </a:r>
            <a:r>
              <a:rPr lang="de-DE" altLang="de-DE" sz="1800" b="1" dirty="0">
                <a:latin typeface="Courier New" panose="02070309020205020404" pitchFamily="49" charset="0"/>
              </a:rPr>
              <a:t> (i=0; i&lt;</a:t>
            </a:r>
            <a:r>
              <a:rPr lang="de-DE" altLang="de-DE" sz="1800" b="1" dirty="0" err="1">
                <a:latin typeface="Courier New" panose="02070309020205020404" pitchFamily="49" charset="0"/>
              </a:rPr>
              <a:t>zeilen</a:t>
            </a:r>
            <a:r>
              <a:rPr lang="de-DE" altLang="de-DE" sz="1800" b="1" dirty="0">
                <a:latin typeface="Courier New" panose="02070309020205020404" pitchFamily="49" charset="0"/>
              </a:rPr>
              <a:t>; i++){</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for</a:t>
            </a:r>
            <a:r>
              <a:rPr lang="de-DE" altLang="de-DE" sz="1800" b="1" dirty="0">
                <a:latin typeface="Courier New" panose="02070309020205020404" pitchFamily="49" charset="0"/>
              </a:rPr>
              <a:t> (j=0; j&lt;4; </a:t>
            </a:r>
            <a:r>
              <a:rPr lang="de-DE" altLang="de-DE" sz="1800" b="1" dirty="0" err="1">
                <a:latin typeface="Courier New" panose="02070309020205020404" pitchFamily="49" charset="0"/>
              </a:rPr>
              <a:t>j++</a:t>
            </a:r>
            <a:r>
              <a:rPr lang="de-DE" altLang="de-DE" sz="1800" b="1" dirty="0">
                <a:latin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printf</a:t>
            </a:r>
            <a:r>
              <a:rPr lang="de-DE" altLang="de-DE" sz="1800" b="1" dirty="0">
                <a:latin typeface="Courier New" panose="02070309020205020404" pitchFamily="49" charset="0"/>
              </a:rPr>
              <a:t>("%i ",</a:t>
            </a:r>
            <a:r>
              <a:rPr lang="de-DE" altLang="de-DE" sz="1800" b="1" dirty="0" err="1">
                <a:latin typeface="Courier New" panose="02070309020205020404" pitchFamily="49" charset="0"/>
              </a:rPr>
              <a:t>matrix</a:t>
            </a:r>
            <a:r>
              <a:rPr lang="de-DE" altLang="de-DE" sz="1800" b="1" dirty="0">
                <a:latin typeface="Courier New" panose="02070309020205020404" pitchFamily="49" charset="0"/>
              </a:rPr>
              <a:t>[i][j]);</a:t>
            </a:r>
          </a:p>
          <a:p>
            <a:pPr eaLnBrk="1" hangingPunct="1">
              <a:spcBef>
                <a:spcPct val="0"/>
              </a:spcBef>
              <a:buFontTx/>
              <a:buNone/>
            </a:pPr>
            <a:r>
              <a:rPr lang="de-DE" altLang="de-DE" sz="1800" b="1" dirty="0">
                <a:latin typeface="Courier New" panose="02070309020205020404" pitchFamily="49" charset="0"/>
              </a:rPr>
              <a:t>      }</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printf</a:t>
            </a:r>
            <a:r>
              <a:rPr lang="de-DE" altLang="de-DE" sz="1800" b="1" dirty="0">
                <a:latin typeface="Courier New" panose="02070309020205020404" pitchFamily="49" charset="0"/>
              </a:rPr>
              <a:t>("\n");</a:t>
            </a:r>
          </a:p>
          <a:p>
            <a:pPr eaLnBrk="1" hangingPunct="1">
              <a:spcBef>
                <a:spcPct val="0"/>
              </a:spcBef>
              <a:buFontTx/>
              <a:buNone/>
            </a:pPr>
            <a:r>
              <a:rPr lang="de-DE" altLang="de-DE" sz="1800" b="1" dirty="0">
                <a:latin typeface="Courier New" panose="02070309020205020404" pitchFamily="49" charset="0"/>
              </a:rPr>
              <a:t>   }</a:t>
            </a:r>
          </a:p>
          <a:p>
            <a:pPr eaLnBrk="1" hangingPunct="1">
              <a:spcBef>
                <a:spcPct val="0"/>
              </a:spcBef>
              <a:buFontTx/>
              <a:buNone/>
            </a:pPr>
            <a:r>
              <a:rPr lang="de-DE" altLang="de-DE" sz="1800" b="1" dirty="0">
                <a:latin typeface="Courier New" panose="02070309020205020404" pitchFamily="49" charset="0"/>
              </a:rPr>
              <a:t>}</a:t>
            </a:r>
          </a:p>
          <a:p>
            <a:pPr eaLnBrk="1" hangingPunct="1">
              <a:spcBef>
                <a:spcPct val="0"/>
              </a:spcBef>
              <a:buFontTx/>
              <a:buNone/>
            </a:pPr>
            <a:endParaRPr lang="de-DE" altLang="de-DE" sz="1800" b="1" dirty="0">
              <a:latin typeface="Courier New" panose="02070309020205020404" pitchFamily="49" charset="0"/>
            </a:endParaRPr>
          </a:p>
        </p:txBody>
      </p:sp>
      <p:sp>
        <p:nvSpPr>
          <p:cNvPr id="67593" name="Textfeld 8">
            <a:extLst>
              <a:ext uri="{FF2B5EF4-FFF2-40B4-BE49-F238E27FC236}">
                <a16:creationId xmlns:a16="http://schemas.microsoft.com/office/drawing/2014/main" id="{645E82EE-C835-4C5A-98B7-1B3323BFB65A}"/>
              </a:ext>
            </a:extLst>
          </p:cNvPr>
          <p:cNvSpPr txBox="1">
            <a:spLocks noChangeArrowheads="1"/>
          </p:cNvSpPr>
          <p:nvPr/>
        </p:nvSpPr>
        <p:spPr bwMode="auto">
          <a:xfrm>
            <a:off x="6065520" y="2006600"/>
            <a:ext cx="296972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400" dirty="0">
                <a:latin typeface="Calibri" panose="020F0502020204030204" pitchFamily="34" charset="0"/>
                <a:cs typeface="Calibri" panose="020F0502020204030204" pitchFamily="34" charset="0"/>
              </a:rPr>
              <a:t>Die Anzahl der Spalten muss hier </a:t>
            </a:r>
          </a:p>
          <a:p>
            <a:pPr eaLnBrk="1" hangingPunct="1">
              <a:spcBef>
                <a:spcPct val="0"/>
              </a:spcBef>
              <a:buFontTx/>
              <a:buNone/>
            </a:pPr>
            <a:r>
              <a:rPr lang="de-DE" altLang="de-DE" sz="1400" dirty="0">
                <a:latin typeface="Calibri" panose="020F0502020204030204" pitchFamily="34" charset="0"/>
                <a:cs typeface="Calibri" panose="020F0502020204030204" pitchFamily="34" charset="0"/>
              </a:rPr>
              <a:t>angegeben werden. </a:t>
            </a:r>
            <a:r>
              <a:rPr lang="de-DE" altLang="de-DE" sz="1400" dirty="0" err="1">
                <a:latin typeface="Calibri" panose="020F0502020204030204" pitchFamily="34" charset="0"/>
                <a:cs typeface="Calibri" panose="020F0502020204030204" pitchFamily="34" charset="0"/>
              </a:rPr>
              <a:t>matrix</a:t>
            </a:r>
            <a:r>
              <a:rPr lang="de-DE" altLang="de-DE" sz="1400" dirty="0">
                <a:latin typeface="Calibri" panose="020F0502020204030204" pitchFamily="34" charset="0"/>
                <a:cs typeface="Calibri" panose="020F0502020204030204" pitchFamily="34" charset="0"/>
              </a:rPr>
              <a:t> ist ein </a:t>
            </a:r>
          </a:p>
          <a:p>
            <a:pPr eaLnBrk="1" hangingPunct="1">
              <a:spcBef>
                <a:spcPct val="0"/>
              </a:spcBef>
              <a:buFontTx/>
              <a:buNone/>
            </a:pPr>
            <a:r>
              <a:rPr lang="de-DE" altLang="de-DE" sz="1400" dirty="0">
                <a:latin typeface="Calibri" panose="020F0502020204030204" pitchFamily="34" charset="0"/>
                <a:cs typeface="Calibri" panose="020F0502020204030204" pitchFamily="34" charset="0"/>
              </a:rPr>
              <a:t>Zeiger auf ein zwei-dimensionales</a:t>
            </a:r>
          </a:p>
          <a:p>
            <a:pPr eaLnBrk="1" hangingPunct="1">
              <a:spcBef>
                <a:spcPct val="0"/>
              </a:spcBef>
              <a:buFontTx/>
              <a:buNone/>
            </a:pPr>
            <a:r>
              <a:rPr lang="de-DE" altLang="de-DE" sz="1400" dirty="0">
                <a:latin typeface="Calibri" panose="020F0502020204030204" pitchFamily="34" charset="0"/>
                <a:cs typeface="Calibri" panose="020F0502020204030204" pitchFamily="34" charset="0"/>
              </a:rPr>
              <a:t>Feld. Dies versteht der Compiler aber</a:t>
            </a:r>
          </a:p>
          <a:p>
            <a:pPr eaLnBrk="1" hangingPunct="1">
              <a:spcBef>
                <a:spcPct val="0"/>
              </a:spcBef>
              <a:buFontTx/>
              <a:buNone/>
            </a:pPr>
            <a:r>
              <a:rPr lang="de-DE" altLang="de-DE" sz="1400" dirty="0">
                <a:latin typeface="Calibri" panose="020F0502020204030204" pitchFamily="34" charset="0"/>
                <a:cs typeface="Calibri" panose="020F0502020204030204" pitchFamily="34" charset="0"/>
              </a:rPr>
              <a:t>nur, wenn er weiß, wann eine neue </a:t>
            </a:r>
          </a:p>
          <a:p>
            <a:pPr eaLnBrk="1" hangingPunct="1">
              <a:spcBef>
                <a:spcPct val="0"/>
              </a:spcBef>
              <a:buFontTx/>
              <a:buNone/>
            </a:pPr>
            <a:r>
              <a:rPr lang="de-DE" altLang="de-DE" sz="1400" dirty="0">
                <a:latin typeface="Calibri" panose="020F0502020204030204" pitchFamily="34" charset="0"/>
                <a:cs typeface="Calibri" panose="020F0502020204030204" pitchFamily="34" charset="0"/>
              </a:rPr>
              <a:t>Zeile beginnt.</a:t>
            </a:r>
          </a:p>
        </p:txBody>
      </p:sp>
      <p:cxnSp>
        <p:nvCxnSpPr>
          <p:cNvPr id="12" name="Gerade Verbindung mit Pfeil 11">
            <a:extLst>
              <a:ext uri="{FF2B5EF4-FFF2-40B4-BE49-F238E27FC236}">
                <a16:creationId xmlns:a16="http://schemas.microsoft.com/office/drawing/2014/main" id="{0076D5B0-8DAD-4102-B803-2C5AE8636F5D}"/>
              </a:ext>
            </a:extLst>
          </p:cNvPr>
          <p:cNvCxnSpPr>
            <a:cxnSpLocks/>
          </p:cNvCxnSpPr>
          <p:nvPr/>
        </p:nvCxnSpPr>
        <p:spPr>
          <a:xfrm flipH="1" flipV="1">
            <a:off x="5709920" y="1828800"/>
            <a:ext cx="355600" cy="3556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77465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liennummernplatzhalter 3">
            <a:extLst>
              <a:ext uri="{FF2B5EF4-FFF2-40B4-BE49-F238E27FC236}">
                <a16:creationId xmlns:a16="http://schemas.microsoft.com/office/drawing/2014/main" id="{5E20B2E8-55EC-41EB-844A-3CD8C80F38D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BEEB6BB9-945E-464B-926C-76D5ABD138B9}" type="slidenum">
              <a:rPr lang="de-DE" altLang="de-DE" sz="1400" smtClean="0"/>
              <a:pPr>
                <a:spcBef>
                  <a:spcPct val="0"/>
                </a:spcBef>
                <a:buFontTx/>
                <a:buNone/>
              </a:pPr>
              <a:t>36</a:t>
            </a:fld>
            <a:endParaRPr lang="de-DE" altLang="de-DE" sz="1400"/>
          </a:p>
        </p:txBody>
      </p:sp>
      <p:sp>
        <p:nvSpPr>
          <p:cNvPr id="69635" name="Rectangle 2">
            <a:extLst>
              <a:ext uri="{FF2B5EF4-FFF2-40B4-BE49-F238E27FC236}">
                <a16:creationId xmlns:a16="http://schemas.microsoft.com/office/drawing/2014/main" id="{F4F6AD6E-0761-43A6-AE21-35737C4FACFC}"/>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5. Funktion mit Feld – mehrdimensionales Feld</a:t>
            </a:r>
            <a:endParaRPr lang="de-DE" altLang="de-DE" dirty="0"/>
          </a:p>
        </p:txBody>
      </p:sp>
      <p:sp>
        <p:nvSpPr>
          <p:cNvPr id="69636" name="Text Box 3">
            <a:extLst>
              <a:ext uri="{FF2B5EF4-FFF2-40B4-BE49-F238E27FC236}">
                <a16:creationId xmlns:a16="http://schemas.microsoft.com/office/drawing/2014/main" id="{92DBCD7A-E4AC-44CA-AC1E-7257D46FC603}"/>
              </a:ext>
            </a:extLst>
          </p:cNvPr>
          <p:cNvSpPr txBox="1">
            <a:spLocks noChangeArrowheads="1"/>
          </p:cNvSpPr>
          <p:nvPr/>
        </p:nvSpPr>
        <p:spPr bwMode="auto">
          <a:xfrm>
            <a:off x="1311275" y="1346200"/>
            <a:ext cx="32808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2400" b="1" dirty="0">
                <a:solidFill>
                  <a:srgbClr val="FF0066"/>
                </a:solidFill>
                <a:latin typeface="Calibri" panose="020F0502020204030204" pitchFamily="34" charset="0"/>
                <a:cs typeface="Calibri" panose="020F0502020204030204" pitchFamily="34" charset="0"/>
              </a:rPr>
              <a:t>Achtung: Das geht nicht </a:t>
            </a:r>
          </a:p>
        </p:txBody>
      </p:sp>
      <p:sp>
        <p:nvSpPr>
          <p:cNvPr id="69637" name="Text Box 5">
            <a:extLst>
              <a:ext uri="{FF2B5EF4-FFF2-40B4-BE49-F238E27FC236}">
                <a16:creationId xmlns:a16="http://schemas.microsoft.com/office/drawing/2014/main" id="{550A9EED-C4AA-4B12-B8AA-5DC16D978663}"/>
              </a:ext>
            </a:extLst>
          </p:cNvPr>
          <p:cNvSpPr txBox="1">
            <a:spLocks noChangeArrowheads="1"/>
          </p:cNvSpPr>
          <p:nvPr/>
        </p:nvSpPr>
        <p:spPr bwMode="auto">
          <a:xfrm>
            <a:off x="2062163" y="35163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latin typeface="Bitstream Vera Sans" pitchFamily="34" charset="0"/>
            </a:endParaRPr>
          </a:p>
        </p:txBody>
      </p:sp>
      <p:sp>
        <p:nvSpPr>
          <p:cNvPr id="69638" name="Text Box 6">
            <a:extLst>
              <a:ext uri="{FF2B5EF4-FFF2-40B4-BE49-F238E27FC236}">
                <a16:creationId xmlns:a16="http://schemas.microsoft.com/office/drawing/2014/main" id="{4BEFA8E4-4154-4E59-AEB9-FFEA2F664876}"/>
              </a:ext>
            </a:extLst>
          </p:cNvPr>
          <p:cNvSpPr txBox="1">
            <a:spLocks noChangeArrowheads="1"/>
          </p:cNvSpPr>
          <p:nvPr/>
        </p:nvSpPr>
        <p:spPr bwMode="auto">
          <a:xfrm>
            <a:off x="260350" y="1909763"/>
            <a:ext cx="8426449" cy="258532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rPr>
              <a:t>void</a:t>
            </a:r>
            <a:r>
              <a:rPr lang="de-DE" altLang="de-DE" sz="1800" b="1" dirty="0">
                <a:latin typeface="Courier New" panose="02070309020205020404" pitchFamily="49" charset="0"/>
              </a:rPr>
              <a:t> </a:t>
            </a:r>
            <a:r>
              <a:rPr lang="de-DE" altLang="de-DE" sz="1800" b="1" dirty="0" err="1">
                <a:latin typeface="Courier New" panose="02070309020205020404" pitchFamily="49" charset="0"/>
              </a:rPr>
              <a:t>AusgabeMatrix</a:t>
            </a:r>
            <a:r>
              <a:rPr lang="de-DE" altLang="de-DE" sz="1800" b="1" dirty="0">
                <a:latin typeface="Courier New" panose="02070309020205020404" pitchFamily="49" charset="0"/>
              </a:rPr>
              <a:t>(</a:t>
            </a:r>
            <a:r>
              <a:rPr lang="de-DE" altLang="de-DE" sz="1800" b="1" dirty="0" err="1">
                <a:solidFill>
                  <a:srgbClr val="FF0066"/>
                </a:solidFill>
                <a:latin typeface="Courier New" panose="02070309020205020404" pitchFamily="49" charset="0"/>
              </a:rPr>
              <a:t>int</a:t>
            </a:r>
            <a:r>
              <a:rPr lang="de-DE" altLang="de-DE" sz="1800" b="1" dirty="0">
                <a:solidFill>
                  <a:srgbClr val="FF0066"/>
                </a:solidFill>
                <a:latin typeface="Courier New" panose="02070309020205020404" pitchFamily="49" charset="0"/>
              </a:rPr>
              <a:t> </a:t>
            </a:r>
            <a:r>
              <a:rPr lang="de-DE" altLang="de-DE" sz="1800" b="1" dirty="0" err="1">
                <a:solidFill>
                  <a:srgbClr val="FF0066"/>
                </a:solidFill>
                <a:latin typeface="Courier New" panose="02070309020205020404" pitchFamily="49" charset="0"/>
              </a:rPr>
              <a:t>matrix</a:t>
            </a:r>
            <a:r>
              <a:rPr lang="de-DE" altLang="de-DE" sz="1800" b="1" dirty="0">
                <a:solidFill>
                  <a:srgbClr val="FF0066"/>
                </a:solidFill>
                <a:latin typeface="Courier New" panose="02070309020205020404" pitchFamily="49" charset="0"/>
              </a:rPr>
              <a:t>[][],</a:t>
            </a:r>
            <a:r>
              <a:rPr lang="de-DE" altLang="de-DE" sz="1800" b="1" dirty="0" err="1">
                <a:solidFill>
                  <a:srgbClr val="FF0066"/>
                </a:solidFill>
                <a:latin typeface="Courier New" panose="02070309020205020404" pitchFamily="49" charset="0"/>
              </a:rPr>
              <a:t>int</a:t>
            </a:r>
            <a:r>
              <a:rPr lang="de-DE" altLang="de-DE" sz="1800" b="1" dirty="0">
                <a:solidFill>
                  <a:srgbClr val="FF0066"/>
                </a:solidFill>
                <a:latin typeface="Courier New" panose="02070309020205020404" pitchFamily="49" charset="0"/>
              </a:rPr>
              <a:t> </a:t>
            </a:r>
            <a:r>
              <a:rPr lang="de-DE" altLang="de-DE" sz="1800" b="1" dirty="0" err="1">
                <a:solidFill>
                  <a:srgbClr val="FF0066"/>
                </a:solidFill>
                <a:latin typeface="Courier New" panose="02070309020205020404" pitchFamily="49" charset="0"/>
              </a:rPr>
              <a:t>zeilen</a:t>
            </a:r>
            <a:r>
              <a:rPr lang="de-DE" altLang="de-DE" sz="1800" b="1" dirty="0">
                <a:solidFill>
                  <a:srgbClr val="FF0066"/>
                </a:solidFill>
                <a:latin typeface="Courier New" panose="02070309020205020404" pitchFamily="49" charset="0"/>
              </a:rPr>
              <a:t>, </a:t>
            </a:r>
            <a:r>
              <a:rPr lang="de-DE" altLang="de-DE" sz="1800" b="1" dirty="0" err="1">
                <a:solidFill>
                  <a:srgbClr val="FF0066"/>
                </a:solidFill>
                <a:latin typeface="Courier New" panose="02070309020205020404" pitchFamily="49" charset="0"/>
              </a:rPr>
              <a:t>int</a:t>
            </a:r>
            <a:r>
              <a:rPr lang="de-DE" altLang="de-DE" sz="1800" b="1" dirty="0">
                <a:solidFill>
                  <a:srgbClr val="FF0066"/>
                </a:solidFill>
                <a:latin typeface="Courier New" panose="02070309020205020404" pitchFamily="49" charset="0"/>
              </a:rPr>
              <a:t> spalten</a:t>
            </a:r>
            <a:r>
              <a:rPr lang="de-DE" altLang="de-DE" sz="1800" b="1" dirty="0">
                <a:latin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int</a:t>
            </a:r>
            <a:r>
              <a:rPr lang="de-DE" altLang="de-DE" sz="1800" b="1" dirty="0">
                <a:latin typeface="Courier New" panose="02070309020205020404" pitchFamily="49" charset="0"/>
              </a:rPr>
              <a:t> </a:t>
            </a:r>
            <a:r>
              <a:rPr lang="de-DE" altLang="de-DE" sz="1800" b="1" dirty="0" err="1">
                <a:latin typeface="Courier New" panose="02070309020205020404" pitchFamily="49" charset="0"/>
              </a:rPr>
              <a:t>i,j</a:t>
            </a:r>
            <a:r>
              <a:rPr lang="de-DE" altLang="de-DE" sz="1800" b="1" dirty="0">
                <a:latin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for</a:t>
            </a:r>
            <a:r>
              <a:rPr lang="de-DE" altLang="de-DE" sz="1800" b="1" dirty="0">
                <a:latin typeface="Courier New" panose="02070309020205020404" pitchFamily="49" charset="0"/>
              </a:rPr>
              <a:t> (i=0; i&lt;spalten; i++) {</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for</a:t>
            </a:r>
            <a:r>
              <a:rPr lang="de-DE" altLang="de-DE" sz="1800" b="1" dirty="0">
                <a:latin typeface="Courier New" panose="02070309020205020404" pitchFamily="49" charset="0"/>
              </a:rPr>
              <a:t> (j=0; j&lt;</a:t>
            </a:r>
            <a:r>
              <a:rPr lang="de-DE" altLang="de-DE" sz="1800" b="1" dirty="0" err="1">
                <a:latin typeface="Courier New" panose="02070309020205020404" pitchFamily="49" charset="0"/>
              </a:rPr>
              <a:t>zeilen</a:t>
            </a:r>
            <a:r>
              <a:rPr lang="de-DE" altLang="de-DE" sz="1800" b="1" dirty="0">
                <a:latin typeface="Courier New" panose="02070309020205020404" pitchFamily="49" charset="0"/>
              </a:rPr>
              <a:t>; </a:t>
            </a:r>
            <a:r>
              <a:rPr lang="de-DE" altLang="de-DE" sz="1800" b="1" dirty="0" err="1">
                <a:latin typeface="Courier New" panose="02070309020205020404" pitchFamily="49" charset="0"/>
              </a:rPr>
              <a:t>j++</a:t>
            </a:r>
            <a:r>
              <a:rPr lang="de-DE" altLang="de-DE" sz="1800" b="1" dirty="0">
                <a:latin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printf</a:t>
            </a:r>
            <a:r>
              <a:rPr lang="de-DE" altLang="de-DE" sz="1800" b="1" dirty="0">
                <a:latin typeface="Courier New" panose="02070309020205020404" pitchFamily="49" charset="0"/>
              </a:rPr>
              <a:t>("%i ",</a:t>
            </a:r>
            <a:r>
              <a:rPr lang="de-DE" altLang="de-DE" sz="1800" b="1" dirty="0" err="1">
                <a:latin typeface="Courier New" panose="02070309020205020404" pitchFamily="49" charset="0"/>
              </a:rPr>
              <a:t>matrix</a:t>
            </a:r>
            <a:r>
              <a:rPr lang="de-DE" altLang="de-DE" sz="1800" b="1" dirty="0">
                <a:latin typeface="Courier New" panose="02070309020205020404" pitchFamily="49" charset="0"/>
              </a:rPr>
              <a:t>[i][j]);</a:t>
            </a:r>
          </a:p>
          <a:p>
            <a:pPr eaLnBrk="1" hangingPunct="1">
              <a:spcBef>
                <a:spcPct val="0"/>
              </a:spcBef>
              <a:buFontTx/>
              <a:buNone/>
            </a:pPr>
            <a:r>
              <a:rPr lang="de-DE" altLang="de-DE" sz="1800" b="1" dirty="0">
                <a:latin typeface="Courier New" panose="02070309020205020404" pitchFamily="49" charset="0"/>
              </a:rPr>
              <a:t>      }</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printf</a:t>
            </a:r>
            <a:r>
              <a:rPr lang="de-DE" altLang="de-DE" sz="1800" b="1" dirty="0">
                <a:latin typeface="Courier New" panose="02070309020205020404" pitchFamily="49" charset="0"/>
              </a:rPr>
              <a:t>("\n");</a:t>
            </a:r>
          </a:p>
          <a:p>
            <a:pPr eaLnBrk="1" hangingPunct="1">
              <a:spcBef>
                <a:spcPct val="0"/>
              </a:spcBef>
              <a:buFontTx/>
              <a:buNone/>
            </a:pPr>
            <a:r>
              <a:rPr lang="de-DE" altLang="de-DE" sz="1800" b="1" dirty="0">
                <a:latin typeface="Courier New" panose="02070309020205020404" pitchFamily="49" charset="0"/>
              </a:rPr>
              <a:t>   }</a:t>
            </a:r>
          </a:p>
          <a:p>
            <a:pPr eaLnBrk="1" hangingPunct="1">
              <a:spcBef>
                <a:spcPct val="0"/>
              </a:spcBef>
              <a:buFontTx/>
              <a:buNone/>
            </a:pPr>
            <a:r>
              <a:rPr lang="de-DE" altLang="de-DE" sz="1800" b="1" dirty="0">
                <a:latin typeface="Courier New" panose="02070309020205020404" pitchFamily="49" charset="0"/>
              </a:rPr>
              <a:t>}</a:t>
            </a:r>
          </a:p>
        </p:txBody>
      </p:sp>
      <p:grpSp>
        <p:nvGrpSpPr>
          <p:cNvPr id="69640" name="Group 13">
            <a:extLst>
              <a:ext uri="{FF2B5EF4-FFF2-40B4-BE49-F238E27FC236}">
                <a16:creationId xmlns:a16="http://schemas.microsoft.com/office/drawing/2014/main" id="{46F9E9CC-D216-4869-8236-F8D813A3CD5E}"/>
              </a:ext>
            </a:extLst>
          </p:cNvPr>
          <p:cNvGrpSpPr>
            <a:grpSpLocks/>
          </p:cNvGrpSpPr>
          <p:nvPr/>
        </p:nvGrpSpPr>
        <p:grpSpPr bwMode="auto">
          <a:xfrm>
            <a:off x="5053013" y="1311275"/>
            <a:ext cx="184150" cy="517525"/>
            <a:chOff x="3153" y="833"/>
            <a:chExt cx="116" cy="326"/>
          </a:xfrm>
        </p:grpSpPr>
        <p:sp>
          <p:nvSpPr>
            <p:cNvPr id="69642" name="AutoShape 14">
              <a:extLst>
                <a:ext uri="{FF2B5EF4-FFF2-40B4-BE49-F238E27FC236}">
                  <a16:creationId xmlns:a16="http://schemas.microsoft.com/office/drawing/2014/main" id="{8028C980-679E-4686-A390-B669BE484FB3}"/>
                </a:ext>
              </a:extLst>
            </p:cNvPr>
            <p:cNvSpPr>
              <a:spLocks noChangeArrowheads="1"/>
            </p:cNvSpPr>
            <p:nvPr/>
          </p:nvSpPr>
          <p:spPr bwMode="auto">
            <a:xfrm>
              <a:off x="3160" y="833"/>
              <a:ext cx="101" cy="210"/>
            </a:xfrm>
            <a:prstGeom prst="flowChartMerge">
              <a:avLst/>
            </a:prstGeom>
            <a:solidFill>
              <a:srgbClr val="FF0066"/>
            </a:solid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69643" name="Oval 15">
              <a:extLst>
                <a:ext uri="{FF2B5EF4-FFF2-40B4-BE49-F238E27FC236}">
                  <a16:creationId xmlns:a16="http://schemas.microsoft.com/office/drawing/2014/main" id="{A496E9C3-2FC9-4C38-8084-CB7ABA417086}"/>
                </a:ext>
              </a:extLst>
            </p:cNvPr>
            <p:cNvSpPr>
              <a:spLocks noChangeArrowheads="1"/>
            </p:cNvSpPr>
            <p:nvPr/>
          </p:nvSpPr>
          <p:spPr bwMode="auto">
            <a:xfrm>
              <a:off x="3153" y="1050"/>
              <a:ext cx="116" cy="109"/>
            </a:xfrm>
            <a:prstGeom prst="ellipse">
              <a:avLst/>
            </a:prstGeom>
            <a:solidFill>
              <a:srgbClr val="FF0066"/>
            </a:solidFill>
            <a:ln w="9525">
              <a:solidFill>
                <a:schemeClr val="tx1"/>
              </a:solidFill>
              <a:round/>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grpSp>
      <p:pic>
        <p:nvPicPr>
          <p:cNvPr id="69641" name="Grafik 11">
            <a:extLst>
              <a:ext uri="{FF2B5EF4-FFF2-40B4-BE49-F238E27FC236}">
                <a16:creationId xmlns:a16="http://schemas.microsoft.com/office/drawing/2014/main" id="{108FDB57-993B-4A42-B611-BCC6B28607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72100" y="1252538"/>
            <a:ext cx="70485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05160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liennummernplatzhalter 3">
            <a:extLst>
              <a:ext uri="{FF2B5EF4-FFF2-40B4-BE49-F238E27FC236}">
                <a16:creationId xmlns:a16="http://schemas.microsoft.com/office/drawing/2014/main" id="{5E20B2E8-55EC-41EB-844A-3CD8C80F38D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BEEB6BB9-945E-464B-926C-76D5ABD138B9}" type="slidenum">
              <a:rPr lang="de-DE" altLang="de-DE" sz="1400" smtClean="0"/>
              <a:pPr>
                <a:spcBef>
                  <a:spcPct val="0"/>
                </a:spcBef>
                <a:buFontTx/>
                <a:buNone/>
              </a:pPr>
              <a:t>37</a:t>
            </a:fld>
            <a:endParaRPr lang="de-DE" altLang="de-DE" sz="1400"/>
          </a:p>
        </p:txBody>
      </p:sp>
      <p:sp>
        <p:nvSpPr>
          <p:cNvPr id="69635" name="Rectangle 2">
            <a:extLst>
              <a:ext uri="{FF2B5EF4-FFF2-40B4-BE49-F238E27FC236}">
                <a16:creationId xmlns:a16="http://schemas.microsoft.com/office/drawing/2014/main" id="{F4F6AD6E-0761-43A6-AE21-35737C4FACFC}"/>
              </a:ext>
            </a:extLst>
          </p:cNvPr>
          <p:cNvSpPr>
            <a:spLocks noGrp="1" noChangeArrowheads="1"/>
          </p:cNvSpPr>
          <p:nvPr>
            <p:ph type="title"/>
          </p:nvPr>
        </p:nvSpPr>
        <p:spPr>
          <a:solidFill>
            <a:srgbClr val="FFC000"/>
          </a:solidFill>
        </p:spPr>
        <p:txBody>
          <a:bodyPr/>
          <a:lstStyle/>
          <a:p>
            <a:pPr eaLnBrk="1" hangingPunct="1"/>
            <a:r>
              <a:rPr lang="de-DE" altLang="de-DE" dirty="0">
                <a:latin typeface="Calibri" panose="020F0502020204030204" pitchFamily="34" charset="0"/>
                <a:cs typeface="Calibri" panose="020F0502020204030204" pitchFamily="34" charset="0"/>
              </a:rPr>
              <a:t>Mehrdimensionale Felder: Übung</a:t>
            </a:r>
            <a:endParaRPr lang="de-DE" altLang="de-DE" dirty="0"/>
          </a:p>
        </p:txBody>
      </p:sp>
      <p:sp>
        <p:nvSpPr>
          <p:cNvPr id="69637" name="Text Box 5">
            <a:extLst>
              <a:ext uri="{FF2B5EF4-FFF2-40B4-BE49-F238E27FC236}">
                <a16:creationId xmlns:a16="http://schemas.microsoft.com/office/drawing/2014/main" id="{550A9EED-C4AA-4B12-B8AA-5DC16D978663}"/>
              </a:ext>
            </a:extLst>
          </p:cNvPr>
          <p:cNvSpPr txBox="1">
            <a:spLocks noChangeArrowheads="1"/>
          </p:cNvSpPr>
          <p:nvPr/>
        </p:nvSpPr>
        <p:spPr bwMode="auto">
          <a:xfrm>
            <a:off x="2062163" y="35163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latin typeface="Bitstream Vera Sans" pitchFamily="34" charset="0"/>
            </a:endParaRPr>
          </a:p>
        </p:txBody>
      </p:sp>
      <p:sp>
        <p:nvSpPr>
          <p:cNvPr id="69639" name="Text Box 7">
            <a:extLst>
              <a:ext uri="{FF2B5EF4-FFF2-40B4-BE49-F238E27FC236}">
                <a16:creationId xmlns:a16="http://schemas.microsoft.com/office/drawing/2014/main" id="{2723832D-1BA4-49C7-A0D8-42F502BF5E6A}"/>
              </a:ext>
            </a:extLst>
          </p:cNvPr>
          <p:cNvSpPr txBox="1">
            <a:spLocks noChangeArrowheads="1"/>
          </p:cNvSpPr>
          <p:nvPr/>
        </p:nvSpPr>
        <p:spPr bwMode="auto">
          <a:xfrm>
            <a:off x="360680" y="1243013"/>
            <a:ext cx="807561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2000" dirty="0">
                <a:latin typeface="Calibri" panose="020F0502020204030204" pitchFamily="34" charset="0"/>
                <a:cs typeface="Calibri" panose="020F0502020204030204" pitchFamily="34" charset="0"/>
              </a:rPr>
              <a:t>Bei der Definition einer Matrix muss die Anzahl der Spalten immer mit angegeben werden! </a:t>
            </a:r>
          </a:p>
          <a:p>
            <a:pPr eaLnBrk="1" hangingPunct="1">
              <a:spcBef>
                <a:spcPct val="0"/>
              </a:spcBef>
              <a:buFontTx/>
              <a:buNone/>
            </a:pPr>
            <a:r>
              <a:rPr lang="de-DE" altLang="de-DE" sz="2000" b="1" dirty="0">
                <a:latin typeface="Calibri" panose="020F0502020204030204" pitchFamily="34" charset="0"/>
                <a:cs typeface="Calibri" panose="020F0502020204030204" pitchFamily="34" charset="0"/>
              </a:rPr>
              <a:t>Warum?</a:t>
            </a:r>
          </a:p>
        </p:txBody>
      </p:sp>
    </p:spTree>
    <p:extLst>
      <p:ext uri="{BB962C8B-B14F-4D97-AF65-F5344CB8AC3E}">
        <p14:creationId xmlns:p14="http://schemas.microsoft.com/office/powerpoint/2010/main" val="11280445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liennummernplatzhalter 3">
            <a:extLst>
              <a:ext uri="{FF2B5EF4-FFF2-40B4-BE49-F238E27FC236}">
                <a16:creationId xmlns:a16="http://schemas.microsoft.com/office/drawing/2014/main" id="{85F6A523-C827-439F-A140-A0B01298667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0802171A-D4BC-4E2F-9B43-54E119766B5F}" type="slidenum">
              <a:rPr lang="de-DE" altLang="de-DE" sz="1400" smtClean="0"/>
              <a:pPr>
                <a:spcBef>
                  <a:spcPct val="0"/>
                </a:spcBef>
                <a:buFontTx/>
                <a:buNone/>
              </a:pPr>
              <a:t>38</a:t>
            </a:fld>
            <a:endParaRPr lang="de-DE" altLang="de-DE" sz="1400"/>
          </a:p>
        </p:txBody>
      </p:sp>
      <p:sp>
        <p:nvSpPr>
          <p:cNvPr id="73731" name="Rectangle 2">
            <a:extLst>
              <a:ext uri="{FF2B5EF4-FFF2-40B4-BE49-F238E27FC236}">
                <a16:creationId xmlns:a16="http://schemas.microsoft.com/office/drawing/2014/main" id="{7ABD2FEE-E3B0-4669-9CA7-6F7BC8AAA081}"/>
              </a:ext>
            </a:extLst>
          </p:cNvPr>
          <p:cNvSpPr>
            <a:spLocks noChangeArrowheads="1"/>
          </p:cNvSpPr>
          <p:nvPr/>
        </p:nvSpPr>
        <p:spPr bwMode="auto">
          <a:xfrm>
            <a:off x="190500" y="2482325"/>
            <a:ext cx="5997575" cy="1001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73732" name="Rectangle 3">
            <a:extLst>
              <a:ext uri="{FF2B5EF4-FFF2-40B4-BE49-F238E27FC236}">
                <a16:creationId xmlns:a16="http://schemas.microsoft.com/office/drawing/2014/main" id="{E0ADC4BE-9578-48E8-BE20-65430D070982}"/>
              </a:ext>
            </a:extLst>
          </p:cNvPr>
          <p:cNvSpPr>
            <a:spLocks noGrp="1" noChangeArrowheads="1"/>
          </p:cNvSpPr>
          <p:nvPr>
            <p:ph type="title"/>
          </p:nvPr>
        </p:nvSpPr>
        <p:spPr>
          <a:xfrm>
            <a:off x="190500" y="260350"/>
            <a:ext cx="8496300" cy="633413"/>
          </a:xfrm>
        </p:spPr>
        <p:txBody>
          <a:bodyPr/>
          <a:lstStyle/>
          <a:p>
            <a:pPr eaLnBrk="1" hangingPunct="1"/>
            <a:r>
              <a:rPr lang="de-DE" altLang="de-DE" dirty="0">
                <a:solidFill>
                  <a:schemeClr val="tx1"/>
                </a:solidFill>
                <a:latin typeface="Calibri" panose="020F0502020204030204" pitchFamily="34" charset="0"/>
                <a:cs typeface="Calibri" panose="020F0502020204030204" pitchFamily="34" charset="0"/>
              </a:rPr>
              <a:t>5. Funktionen mit Zeiger </a:t>
            </a:r>
            <a:r>
              <a:rPr lang="de-DE" altLang="de-DE" dirty="0">
                <a:latin typeface="Calibri" panose="020F0502020204030204" pitchFamily="34" charset="0"/>
                <a:cs typeface="Calibri" panose="020F0502020204030204" pitchFamily="34" charset="0"/>
              </a:rPr>
              <a:t>als Rückgabewert</a:t>
            </a:r>
          </a:p>
        </p:txBody>
      </p:sp>
      <p:sp>
        <p:nvSpPr>
          <p:cNvPr id="73734" name="Text Box 5">
            <a:extLst>
              <a:ext uri="{FF2B5EF4-FFF2-40B4-BE49-F238E27FC236}">
                <a16:creationId xmlns:a16="http://schemas.microsoft.com/office/drawing/2014/main" id="{05F7C1F7-917B-450E-8BA3-6AC191FA0062}"/>
              </a:ext>
            </a:extLst>
          </p:cNvPr>
          <p:cNvSpPr txBox="1">
            <a:spLocks noChangeArrowheads="1"/>
          </p:cNvSpPr>
          <p:nvPr/>
        </p:nvSpPr>
        <p:spPr bwMode="auto">
          <a:xfrm>
            <a:off x="864106" y="2648689"/>
            <a:ext cx="34932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rPr>
              <a:t>int</a:t>
            </a:r>
            <a:r>
              <a:rPr lang="de-DE" altLang="de-DE" sz="1800" b="1" dirty="0">
                <a:latin typeface="Courier New" panose="02070309020205020404" pitchFamily="49" charset="0"/>
              </a:rPr>
              <a:t> * </a:t>
            </a:r>
            <a:r>
              <a:rPr lang="de-DE" altLang="de-DE" sz="1800" b="1" dirty="0" err="1">
                <a:latin typeface="Courier New" panose="02070309020205020404" pitchFamily="49" charset="0"/>
              </a:rPr>
              <a:t>Gefaehrlich</a:t>
            </a:r>
            <a:r>
              <a:rPr lang="de-DE" altLang="de-DE" sz="1800" b="1" dirty="0">
                <a:latin typeface="Courier New" panose="02070309020205020404" pitchFamily="49" charset="0"/>
              </a:rPr>
              <a:t>(…){…};</a:t>
            </a:r>
          </a:p>
        </p:txBody>
      </p:sp>
      <p:sp>
        <p:nvSpPr>
          <p:cNvPr id="73735" name="Text Box 6">
            <a:extLst>
              <a:ext uri="{FF2B5EF4-FFF2-40B4-BE49-F238E27FC236}">
                <a16:creationId xmlns:a16="http://schemas.microsoft.com/office/drawing/2014/main" id="{A07B34BB-09C0-4F43-840D-4637A4BFAD37}"/>
              </a:ext>
            </a:extLst>
          </p:cNvPr>
          <p:cNvSpPr txBox="1">
            <a:spLocks noChangeArrowheads="1"/>
          </p:cNvSpPr>
          <p:nvPr/>
        </p:nvSpPr>
        <p:spPr bwMode="auto">
          <a:xfrm>
            <a:off x="5422077" y="1210092"/>
            <a:ext cx="2554097" cy="646331"/>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Syntaktisch nicht möglich</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in C</a:t>
            </a:r>
          </a:p>
        </p:txBody>
      </p:sp>
      <p:sp>
        <p:nvSpPr>
          <p:cNvPr id="73736" name="Text Box 7">
            <a:extLst>
              <a:ext uri="{FF2B5EF4-FFF2-40B4-BE49-F238E27FC236}">
                <a16:creationId xmlns:a16="http://schemas.microsoft.com/office/drawing/2014/main" id="{F50EDF79-51B2-4E5B-9DA2-C56B79363CC9}"/>
              </a:ext>
            </a:extLst>
          </p:cNvPr>
          <p:cNvSpPr txBox="1">
            <a:spLocks noChangeArrowheads="1"/>
          </p:cNvSpPr>
          <p:nvPr/>
        </p:nvSpPr>
        <p:spPr bwMode="auto">
          <a:xfrm>
            <a:off x="650875" y="1408975"/>
            <a:ext cx="45307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Achtung: Eine Funktion kann kein Feld zurückgeben!</a:t>
            </a:r>
          </a:p>
        </p:txBody>
      </p:sp>
      <p:sp>
        <p:nvSpPr>
          <p:cNvPr id="73738" name="Text Box 9">
            <a:extLst>
              <a:ext uri="{FF2B5EF4-FFF2-40B4-BE49-F238E27FC236}">
                <a16:creationId xmlns:a16="http://schemas.microsoft.com/office/drawing/2014/main" id="{63A2D363-3E3C-469B-8674-425CBE143E26}"/>
              </a:ext>
            </a:extLst>
          </p:cNvPr>
          <p:cNvSpPr txBox="1">
            <a:spLocks noChangeArrowheads="1"/>
          </p:cNvSpPr>
          <p:nvPr/>
        </p:nvSpPr>
        <p:spPr bwMode="auto">
          <a:xfrm>
            <a:off x="1000125" y="3960813"/>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73739" name="Text Box 10">
            <a:extLst>
              <a:ext uri="{FF2B5EF4-FFF2-40B4-BE49-F238E27FC236}">
                <a16:creationId xmlns:a16="http://schemas.microsoft.com/office/drawing/2014/main" id="{1C5F4D6C-EB84-4DE9-B7C9-20AA2A6E85F5}"/>
              </a:ext>
            </a:extLst>
          </p:cNvPr>
          <p:cNvSpPr txBox="1">
            <a:spLocks noChangeArrowheads="1"/>
          </p:cNvSpPr>
          <p:nvPr/>
        </p:nvSpPr>
        <p:spPr bwMode="auto">
          <a:xfrm>
            <a:off x="650875" y="3325367"/>
            <a:ext cx="784225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Wenn eine Funktion eine Adresse zurückgibt, muss darauf geachtet werden, dass diese auch gültig ist!</a:t>
            </a:r>
          </a:p>
          <a:p>
            <a:pPr eaLnBrk="1" hangingPunct="1">
              <a:spcBef>
                <a:spcPct val="0"/>
              </a:spcBef>
              <a:buFontTx/>
              <a:buNone/>
            </a:pPr>
            <a:endParaRPr lang="de-DE" altLang="de-DE" sz="1800" dirty="0"/>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Tickende Zeitbombe!!! </a:t>
            </a:r>
            <a:r>
              <a:rPr lang="de-DE" altLang="de-DE" sz="1200" dirty="0">
                <a:latin typeface="Calibri" panose="020F0502020204030204" pitchFamily="34" charset="0"/>
                <a:cs typeface="Calibri" panose="020F0502020204030204" pitchFamily="34" charset="0"/>
              </a:rPr>
              <a:t>Zeiger muss ja vorher lokal in der Funktion angelegt worden sein und mit einer Variable initialisiert. In dem Moment, wo sie zurückgegeben wird, ist die Adresse eigentlich schon wieder freigegeben. </a:t>
            </a:r>
          </a:p>
          <a:p>
            <a:pPr eaLnBrk="1" hangingPunct="1">
              <a:spcBef>
                <a:spcPct val="0"/>
              </a:spcBef>
              <a:buFontTx/>
              <a:buNone/>
            </a:pPr>
            <a:r>
              <a:rPr lang="de-DE" altLang="de-DE" sz="1200" dirty="0">
                <a:latin typeface="Calibri" panose="020F0502020204030204" pitchFamily="34" charset="0"/>
                <a:cs typeface="Calibri" panose="020F0502020204030204" pitchFamily="34" charset="0"/>
              </a:rPr>
              <a:t>Beispiel: </a:t>
            </a:r>
            <a:r>
              <a:rPr lang="de-DE" altLang="de-DE" sz="1200" b="1" dirty="0" err="1">
                <a:latin typeface="Courier New" panose="02070309020205020404" pitchFamily="49" charset="0"/>
                <a:cs typeface="Courier New" panose="02070309020205020404" pitchFamily="49" charset="0"/>
              </a:rPr>
              <a:t>int</a:t>
            </a:r>
            <a:r>
              <a:rPr lang="de-DE" altLang="de-DE" sz="1200" b="1" dirty="0">
                <a:latin typeface="Courier New" panose="02070309020205020404" pitchFamily="49" charset="0"/>
                <a:cs typeface="Courier New" panose="02070309020205020404" pitchFamily="49" charset="0"/>
              </a:rPr>
              <a:t> *</a:t>
            </a:r>
            <a:r>
              <a:rPr lang="de-DE" altLang="de-DE" sz="1200" b="1" dirty="0" err="1">
                <a:latin typeface="Courier New" panose="02070309020205020404" pitchFamily="49" charset="0"/>
                <a:cs typeface="Courier New" panose="02070309020205020404" pitchFamily="49" charset="0"/>
              </a:rPr>
              <a:t>Gefaehrlich</a:t>
            </a:r>
            <a:r>
              <a:rPr lang="de-DE" altLang="de-DE" sz="1200" b="1" dirty="0">
                <a:latin typeface="Courier New" panose="02070309020205020404" pitchFamily="49" charset="0"/>
                <a:cs typeface="Courier New" panose="02070309020205020404" pitchFamily="49" charset="0"/>
              </a:rPr>
              <a:t>(){</a:t>
            </a:r>
          </a:p>
          <a:p>
            <a:pPr eaLnBrk="1" hangingPunct="1">
              <a:spcBef>
                <a:spcPct val="0"/>
              </a:spcBef>
              <a:buFontTx/>
              <a:buNone/>
            </a:pPr>
            <a:r>
              <a:rPr lang="de-DE" altLang="de-DE" sz="1200" b="1" dirty="0">
                <a:latin typeface="Courier New" panose="02070309020205020404" pitchFamily="49" charset="0"/>
                <a:cs typeface="Courier New" panose="02070309020205020404" pitchFamily="49" charset="0"/>
              </a:rPr>
              <a:t>            </a:t>
            </a:r>
            <a:r>
              <a:rPr lang="de-DE" altLang="de-DE" sz="1200" b="1" dirty="0" err="1">
                <a:latin typeface="Courier New" panose="02070309020205020404" pitchFamily="49" charset="0"/>
                <a:cs typeface="Courier New" panose="02070309020205020404" pitchFamily="49" charset="0"/>
              </a:rPr>
              <a:t>int</a:t>
            </a:r>
            <a:r>
              <a:rPr lang="de-DE" altLang="de-DE" sz="1200" b="1" dirty="0">
                <a:latin typeface="Courier New" panose="02070309020205020404" pitchFamily="49" charset="0"/>
                <a:cs typeface="Courier New" panose="02070309020205020404" pitchFamily="49" charset="0"/>
              </a:rPr>
              <a:t> </a:t>
            </a:r>
            <a:r>
              <a:rPr lang="de-DE" altLang="de-DE" sz="1200" b="1" dirty="0" err="1">
                <a:latin typeface="Courier New" panose="02070309020205020404" pitchFamily="49" charset="0"/>
                <a:cs typeface="Courier New" panose="02070309020205020404" pitchFamily="49" charset="0"/>
              </a:rPr>
              <a:t>lokalerMist</a:t>
            </a:r>
            <a:r>
              <a:rPr lang="de-DE" altLang="de-DE" sz="1200" b="1" dirty="0">
                <a:latin typeface="Courier New" panose="02070309020205020404" pitchFamily="49" charset="0"/>
                <a:cs typeface="Courier New" panose="02070309020205020404" pitchFamily="49" charset="0"/>
              </a:rPr>
              <a:t>=0; </a:t>
            </a:r>
          </a:p>
          <a:p>
            <a:pPr eaLnBrk="1" hangingPunct="1">
              <a:spcBef>
                <a:spcPct val="0"/>
              </a:spcBef>
              <a:buFontTx/>
              <a:buNone/>
            </a:pPr>
            <a:r>
              <a:rPr lang="de-DE" altLang="de-DE" sz="1200" b="1" dirty="0">
                <a:latin typeface="Courier New" panose="02070309020205020404" pitchFamily="49" charset="0"/>
                <a:cs typeface="Courier New" panose="02070309020205020404" pitchFamily="49" charset="0"/>
              </a:rPr>
              <a:t>            </a:t>
            </a:r>
            <a:r>
              <a:rPr lang="de-DE" altLang="de-DE" sz="1200" b="1" dirty="0" err="1">
                <a:latin typeface="Courier New" panose="02070309020205020404" pitchFamily="49" charset="0"/>
                <a:cs typeface="Courier New" panose="02070309020205020404" pitchFamily="49" charset="0"/>
              </a:rPr>
              <a:t>return</a:t>
            </a:r>
            <a:r>
              <a:rPr lang="de-DE" altLang="de-DE" sz="1200" b="1" dirty="0">
                <a:latin typeface="Courier New" panose="02070309020205020404" pitchFamily="49" charset="0"/>
                <a:cs typeface="Courier New" panose="02070309020205020404" pitchFamily="49" charset="0"/>
              </a:rPr>
              <a:t> &amp;</a:t>
            </a:r>
            <a:r>
              <a:rPr lang="de-DE" altLang="de-DE" sz="1200" b="1" dirty="0" err="1">
                <a:latin typeface="Courier New" panose="02070309020205020404" pitchFamily="49" charset="0"/>
                <a:cs typeface="Courier New" panose="02070309020205020404" pitchFamily="49" charset="0"/>
              </a:rPr>
              <a:t>lokalerMist</a:t>
            </a:r>
            <a:r>
              <a:rPr lang="de-DE" altLang="de-DE" sz="1200" b="1" dirty="0">
                <a:latin typeface="Courier New" panose="02070309020205020404" pitchFamily="49" charset="0"/>
                <a:cs typeface="Courier New" panose="02070309020205020404" pitchFamily="49" charset="0"/>
              </a:rPr>
              <a:t>;</a:t>
            </a:r>
          </a:p>
          <a:p>
            <a:pPr eaLnBrk="1" hangingPunct="1">
              <a:spcBef>
                <a:spcPct val="0"/>
              </a:spcBef>
              <a:buFontTx/>
              <a:buNone/>
            </a:pPr>
            <a:r>
              <a:rPr lang="de-DE" altLang="de-DE" sz="1200" b="1" dirty="0">
                <a:latin typeface="Courier New" panose="02070309020205020404" pitchFamily="49" charset="0"/>
                <a:cs typeface="Courier New" panose="02070309020205020404" pitchFamily="49" charset="0"/>
              </a:rPr>
              <a:t>      }</a:t>
            </a:r>
          </a:p>
        </p:txBody>
      </p:sp>
      <p:pic>
        <p:nvPicPr>
          <p:cNvPr id="73740" name="Grafik 1">
            <a:extLst>
              <a:ext uri="{FF2B5EF4-FFF2-40B4-BE49-F238E27FC236}">
                <a16:creationId xmlns:a16="http://schemas.microsoft.com/office/drawing/2014/main" id="{DB558411-9C5B-4498-A79C-EFBF217F95D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350" y="4879975"/>
            <a:ext cx="9017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41" name="Grafik 15">
            <a:extLst>
              <a:ext uri="{FF2B5EF4-FFF2-40B4-BE49-F238E27FC236}">
                <a16:creationId xmlns:a16="http://schemas.microsoft.com/office/drawing/2014/main" id="{5FF8C762-414A-4E23-9ABD-DE24E0D660E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007924" y="1245919"/>
            <a:ext cx="7048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feld 1">
            <a:extLst>
              <a:ext uri="{FF2B5EF4-FFF2-40B4-BE49-F238E27FC236}">
                <a16:creationId xmlns:a16="http://schemas.microsoft.com/office/drawing/2014/main" id="{50DF83A6-7E70-4A13-9FF4-E4EFE184FC21}"/>
              </a:ext>
            </a:extLst>
          </p:cNvPr>
          <p:cNvSpPr txBox="1"/>
          <p:nvPr/>
        </p:nvSpPr>
        <p:spPr>
          <a:xfrm>
            <a:off x="650875" y="2170924"/>
            <a:ext cx="1647759" cy="369332"/>
          </a:xfrm>
          <a:prstGeom prst="rect">
            <a:avLst/>
          </a:prstGeom>
          <a:noFill/>
        </p:spPr>
        <p:txBody>
          <a:bodyPr wrap="none" rtlCol="0">
            <a:spAutoFit/>
          </a:bodyPr>
          <a:lstStyle/>
          <a:p>
            <a:r>
              <a:rPr lang="de-DE" dirty="0">
                <a:latin typeface="Calibri" panose="020F0502020204030204" pitchFamily="34" charset="0"/>
                <a:cs typeface="Calibri" panose="020F0502020204030204" pitchFamily="34" charset="0"/>
              </a:rPr>
              <a:t>Sehr gefährlich:</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a:extLst>
              <a:ext uri="{FF2B5EF4-FFF2-40B4-BE49-F238E27FC236}">
                <a16:creationId xmlns:a16="http://schemas.microsoft.com/office/drawing/2014/main" id="{2356204E-F2B6-44EE-A553-5F9FAEBAC657}"/>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r" eaLnBrk="1" hangingPunct="1">
              <a:spcBef>
                <a:spcPct val="0"/>
              </a:spcBef>
              <a:buNone/>
            </a:pPr>
            <a:r>
              <a:rPr lang="de-DE" altLang="de-DE" sz="1400" dirty="0"/>
              <a:t>39</a:t>
            </a:r>
          </a:p>
        </p:txBody>
      </p:sp>
      <p:sp>
        <p:nvSpPr>
          <p:cNvPr id="77827" name="Text Box 3">
            <a:extLst>
              <a:ext uri="{FF2B5EF4-FFF2-40B4-BE49-F238E27FC236}">
                <a16:creationId xmlns:a16="http://schemas.microsoft.com/office/drawing/2014/main" id="{0141A457-73F5-4453-96D7-C73C27FD6785}"/>
              </a:ext>
            </a:extLst>
          </p:cNvPr>
          <p:cNvSpPr txBox="1">
            <a:spLocks noChangeArrowheads="1"/>
          </p:cNvSpPr>
          <p:nvPr/>
        </p:nvSpPr>
        <p:spPr bwMode="auto">
          <a:xfrm>
            <a:off x="307975" y="165100"/>
            <a:ext cx="822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eaLnBrk="1" hangingPunct="1">
              <a:spcBef>
                <a:spcPct val="0"/>
              </a:spcBef>
              <a:buFontTx/>
              <a:buNone/>
            </a:pPr>
            <a:r>
              <a:rPr lang="de-DE" altLang="de-DE" sz="2800" dirty="0">
                <a:latin typeface="Calibri" panose="020F0502020204030204" pitchFamily="34" charset="0"/>
                <a:cs typeface="Calibri" panose="020F0502020204030204" pitchFamily="34" charset="0"/>
              </a:rPr>
              <a:t>Funktion und Felder: Beispiel 1 - größte ganze Zahl</a:t>
            </a:r>
          </a:p>
        </p:txBody>
      </p:sp>
      <p:sp>
        <p:nvSpPr>
          <p:cNvPr id="77828" name="Text Box 4">
            <a:extLst>
              <a:ext uri="{FF2B5EF4-FFF2-40B4-BE49-F238E27FC236}">
                <a16:creationId xmlns:a16="http://schemas.microsoft.com/office/drawing/2014/main" id="{C8075384-2AA9-4704-AE73-791AE6DF9650}"/>
              </a:ext>
            </a:extLst>
          </p:cNvPr>
          <p:cNvSpPr txBox="1">
            <a:spLocks noChangeArrowheads="1"/>
          </p:cNvSpPr>
          <p:nvPr/>
        </p:nvSpPr>
        <p:spPr bwMode="auto">
          <a:xfrm>
            <a:off x="530225" y="1084263"/>
            <a:ext cx="8108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Clr>
                <a:srgbClr val="000000"/>
              </a:buClr>
              <a:buFont typeface="Times New Roman" panose="02020603050405020304" pitchFamily="18" charset="0"/>
              <a:buNone/>
            </a:pPr>
            <a:endParaRPr lang="de-DE" altLang="de-DE" sz="1800">
              <a:solidFill>
                <a:schemeClr val="bg1"/>
              </a:solidFill>
              <a:ea typeface="Arial Unicode MS" pitchFamily="34" charset="-128"/>
            </a:endParaRPr>
          </a:p>
        </p:txBody>
      </p:sp>
      <p:sp>
        <p:nvSpPr>
          <p:cNvPr id="77829" name="Text Box 5">
            <a:extLst>
              <a:ext uri="{FF2B5EF4-FFF2-40B4-BE49-F238E27FC236}">
                <a16:creationId xmlns:a16="http://schemas.microsoft.com/office/drawing/2014/main" id="{E2B188FA-1E04-412C-A2EA-2419CF2B4694}"/>
              </a:ext>
            </a:extLst>
          </p:cNvPr>
          <p:cNvSpPr txBox="1">
            <a:spLocks noChangeArrowheads="1"/>
          </p:cNvSpPr>
          <p:nvPr/>
        </p:nvSpPr>
        <p:spPr bwMode="auto">
          <a:xfrm>
            <a:off x="265113" y="930275"/>
            <a:ext cx="8715375" cy="515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buFontTx/>
              <a:buNone/>
            </a:pPr>
            <a:r>
              <a:rPr lang="en-US" altLang="de-DE" sz="1200" b="1" dirty="0">
                <a:latin typeface="Courier New" panose="02070309020205020404" pitchFamily="49" charset="0"/>
                <a:cs typeface="Courier New" panose="02070309020205020404" pitchFamily="49" charset="0"/>
              </a:rPr>
              <a:t>#include &lt;</a:t>
            </a:r>
            <a:r>
              <a:rPr lang="en-US" altLang="de-DE" sz="1200" b="1" dirty="0" err="1">
                <a:latin typeface="Courier New" panose="02070309020205020404" pitchFamily="49" charset="0"/>
                <a:cs typeface="Courier New" panose="02070309020205020404" pitchFamily="49" charset="0"/>
              </a:rPr>
              <a:t>stdio.h</a:t>
            </a:r>
            <a:r>
              <a:rPr lang="en-US" altLang="de-DE" sz="1200" b="1" dirty="0">
                <a:latin typeface="Courier New" panose="02070309020205020404" pitchFamily="49" charset="0"/>
                <a:cs typeface="Courier New" panose="02070309020205020404" pitchFamily="49" charset="0"/>
              </a:rPr>
              <a:t>&gt;	</a:t>
            </a:r>
          </a:p>
          <a:p>
            <a:pPr>
              <a:buFontTx/>
              <a:buNone/>
            </a:pPr>
            <a:r>
              <a:rPr lang="en-US" altLang="de-DE" sz="1200" b="1" dirty="0">
                <a:latin typeface="Courier New" panose="02070309020205020404" pitchFamily="49" charset="0"/>
                <a:cs typeface="Courier New" panose="02070309020205020404" pitchFamily="49" charset="0"/>
              </a:rPr>
              <a:t>int </a:t>
            </a:r>
            <a:r>
              <a:rPr lang="en-US" altLang="de-DE" sz="1200" b="1" dirty="0" err="1">
                <a:latin typeface="Courier New" panose="02070309020205020404" pitchFamily="49" charset="0"/>
                <a:cs typeface="Courier New" panose="02070309020205020404" pitchFamily="49" charset="0"/>
              </a:rPr>
              <a:t>berechneGroessteZahl</a:t>
            </a:r>
            <a:r>
              <a:rPr lang="en-US" altLang="de-DE" sz="1200" b="1" dirty="0">
                <a:latin typeface="Courier New" panose="02070309020205020404" pitchFamily="49" charset="0"/>
                <a:cs typeface="Courier New" panose="02070309020205020404" pitchFamily="49" charset="0"/>
              </a:rPr>
              <a:t>(int </a:t>
            </a:r>
            <a:r>
              <a:rPr lang="en-US" altLang="de-DE" sz="1200" b="1" dirty="0" err="1">
                <a:solidFill>
                  <a:srgbClr val="FF0066"/>
                </a:solidFill>
                <a:latin typeface="Courier New" panose="02070309020205020404" pitchFamily="49" charset="0"/>
                <a:cs typeface="Courier New" panose="02070309020205020404" pitchFamily="49" charset="0"/>
              </a:rPr>
              <a:t>feld</a:t>
            </a:r>
            <a:r>
              <a:rPr lang="en-US" altLang="de-DE" sz="1200" b="1" dirty="0">
                <a:solidFill>
                  <a:srgbClr val="FF0066"/>
                </a:solidFill>
                <a:latin typeface="Courier New" panose="02070309020205020404" pitchFamily="49" charset="0"/>
                <a:cs typeface="Courier New" panose="02070309020205020404" pitchFamily="49" charset="0"/>
              </a:rPr>
              <a:t>[],</a:t>
            </a:r>
            <a:r>
              <a:rPr lang="en-US" altLang="de-DE" sz="1200" b="1" dirty="0">
                <a:latin typeface="Courier New" panose="02070309020205020404" pitchFamily="49" charset="0"/>
                <a:cs typeface="Courier New" panose="02070309020205020404" pitchFamily="49" charset="0"/>
              </a:rPr>
              <a:t> int </a:t>
            </a:r>
            <a:r>
              <a:rPr lang="en-US" altLang="de-DE" sz="1200" b="1" dirty="0" err="1">
                <a:latin typeface="Courier New" panose="02070309020205020404" pitchFamily="49" charset="0"/>
                <a:cs typeface="Courier New" panose="02070309020205020404" pitchFamily="49" charset="0"/>
              </a:rPr>
              <a:t>anzahl</a:t>
            </a: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int </a:t>
            </a:r>
            <a:r>
              <a:rPr lang="en-US" altLang="de-DE" sz="1200" b="1" dirty="0" err="1">
                <a:latin typeface="Courier New" panose="02070309020205020404" pitchFamily="49" charset="0"/>
                <a:cs typeface="Courier New" panose="02070309020205020404" pitchFamily="49" charset="0"/>
              </a:rPr>
              <a:t>gz,i</a:t>
            </a: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gz</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feld</a:t>
            </a:r>
            <a:r>
              <a:rPr lang="en-US" altLang="de-DE" sz="1200" b="1" dirty="0">
                <a:latin typeface="Courier New" panose="02070309020205020404" pitchFamily="49" charset="0"/>
                <a:cs typeface="Courier New" panose="02070309020205020404" pitchFamily="49" charset="0"/>
              </a:rPr>
              <a:t>[0];</a:t>
            </a:r>
          </a:p>
          <a:p>
            <a:pPr>
              <a:buFontTx/>
              <a:buNone/>
            </a:pPr>
            <a:r>
              <a:rPr lang="en-US" altLang="de-DE" sz="1200" b="1" dirty="0">
                <a:latin typeface="Courier New" panose="02070309020205020404" pitchFamily="49" charset="0"/>
                <a:cs typeface="Courier New" panose="02070309020205020404" pitchFamily="49" charset="0"/>
              </a:rPr>
              <a:t>   for(</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a:t>
            </a:r>
            <a:r>
              <a:rPr lang="de-DE" altLang="de-DE" sz="1200" b="1" dirty="0">
                <a:solidFill>
                  <a:srgbClr val="FF0066"/>
                </a:solidFill>
                <a:latin typeface="Courier New" panose="02070309020205020404" pitchFamily="49" charset="0"/>
                <a:cs typeface="Courier New" panose="02070309020205020404" pitchFamily="49" charset="0"/>
              </a:rPr>
              <a:t>0</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&lt;</a:t>
            </a:r>
            <a:r>
              <a:rPr lang="en-US" altLang="de-DE" sz="1200" b="1" dirty="0" err="1">
                <a:latin typeface="Courier New" panose="02070309020205020404" pitchFamily="49" charset="0"/>
                <a:cs typeface="Courier New" panose="02070309020205020404" pitchFamily="49" charset="0"/>
              </a:rPr>
              <a:t>anzahl;i</a:t>
            </a: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if(</a:t>
            </a:r>
            <a:r>
              <a:rPr lang="en-US" altLang="de-DE" sz="1200" b="1" dirty="0" err="1">
                <a:latin typeface="Courier New" panose="02070309020205020404" pitchFamily="49" charset="0"/>
                <a:cs typeface="Courier New" panose="02070309020205020404" pitchFamily="49" charset="0"/>
              </a:rPr>
              <a:t>feld</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 &gt; </a:t>
            </a:r>
            <a:r>
              <a:rPr lang="en-US" altLang="de-DE" sz="1200" b="1" dirty="0" err="1">
                <a:latin typeface="Courier New" panose="02070309020205020404" pitchFamily="49" charset="0"/>
                <a:cs typeface="Courier New" panose="02070309020205020404" pitchFamily="49" charset="0"/>
              </a:rPr>
              <a:t>gz</a:t>
            </a:r>
            <a:r>
              <a:rPr lang="en-US" altLang="de-DE" sz="1200" b="1" dirty="0">
                <a:latin typeface="Courier New" panose="02070309020205020404" pitchFamily="49" charset="0"/>
                <a:cs typeface="Courier New" panose="02070309020205020404" pitchFamily="49" charset="0"/>
              </a:rPr>
              <a:t>){</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gz</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feld</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a:t>
            </a:r>
          </a:p>
          <a:p>
            <a:pPr>
              <a:buFontTx/>
              <a:buNone/>
            </a:pP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return </a:t>
            </a:r>
            <a:r>
              <a:rPr lang="en-US" altLang="de-DE" sz="1200" b="1" dirty="0" err="1">
                <a:latin typeface="Courier New" panose="02070309020205020404" pitchFamily="49" charset="0"/>
                <a:cs typeface="Courier New" panose="02070309020205020404" pitchFamily="49" charset="0"/>
              </a:rPr>
              <a:t>gz</a:t>
            </a: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int main() {</a:t>
            </a:r>
          </a:p>
          <a:p>
            <a:pPr>
              <a:buFontTx/>
              <a:buNone/>
            </a:pPr>
            <a:r>
              <a:rPr lang="en-US" altLang="de-DE" sz="1200" b="1" dirty="0">
                <a:latin typeface="Courier New" panose="02070309020205020404" pitchFamily="49" charset="0"/>
                <a:cs typeface="Courier New" panose="02070309020205020404" pitchFamily="49" charset="0"/>
              </a:rPr>
              <a:t>    int </a:t>
            </a:r>
            <a:r>
              <a:rPr lang="en-US" altLang="de-DE" sz="1200" b="1" dirty="0" err="1">
                <a:latin typeface="Courier New" panose="02070309020205020404" pitchFamily="49" charset="0"/>
                <a:cs typeface="Courier New" panose="02070309020205020404" pitchFamily="49" charset="0"/>
              </a:rPr>
              <a:t>zahlen</a:t>
            </a:r>
            <a:r>
              <a:rPr lang="en-US" altLang="de-DE" sz="1200" b="1" dirty="0">
                <a:latin typeface="Courier New" panose="02070309020205020404" pitchFamily="49" charset="0"/>
                <a:cs typeface="Courier New" panose="02070309020205020404" pitchFamily="49" charset="0"/>
              </a:rPr>
              <a:t>[10];</a:t>
            </a:r>
          </a:p>
          <a:p>
            <a:pPr>
              <a:buFontTx/>
              <a:buNone/>
            </a:pPr>
            <a:r>
              <a:rPr lang="en-US" altLang="de-DE" sz="1200" b="1" dirty="0">
                <a:latin typeface="Courier New" panose="02070309020205020404" pitchFamily="49" charset="0"/>
                <a:cs typeface="Courier New" panose="02070309020205020404" pitchFamily="49" charset="0"/>
              </a:rPr>
              <a:t>    int </a:t>
            </a:r>
            <a:r>
              <a:rPr lang="en-US" altLang="de-DE" sz="1200" b="1" dirty="0" err="1">
                <a:latin typeface="Courier New" panose="02070309020205020404" pitchFamily="49" charset="0"/>
                <a:cs typeface="Courier New" panose="02070309020205020404" pitchFamily="49" charset="0"/>
              </a:rPr>
              <a:t>ergebnis</a:t>
            </a:r>
            <a:r>
              <a:rPr lang="en-US" altLang="de-DE" sz="1200" b="1" dirty="0">
                <a:latin typeface="Courier New" panose="02070309020205020404" pitchFamily="49" charset="0"/>
                <a:cs typeface="Courier New" panose="02070309020205020404" pitchFamily="49" charset="0"/>
              </a:rPr>
              <a:t>;</a:t>
            </a:r>
          </a:p>
          <a:p>
            <a:pPr>
              <a:buFontTx/>
              <a:buNone/>
            </a:pPr>
            <a:r>
              <a:rPr lang="en-US" altLang="de-DE" sz="1200" b="1" dirty="0">
                <a:latin typeface="Courier New" panose="02070309020205020404" pitchFamily="49" charset="0"/>
                <a:cs typeface="Courier New" panose="02070309020205020404" pitchFamily="49" charset="0"/>
              </a:rPr>
              <a:t>    int </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anzahl</a:t>
            </a:r>
            <a:r>
              <a:rPr lang="en-US" altLang="de-DE" sz="1200" b="1" dirty="0">
                <a:latin typeface="Courier New" panose="02070309020205020404" pitchFamily="49" charset="0"/>
                <a:cs typeface="Courier New" panose="02070309020205020404" pitchFamily="49" charset="0"/>
              </a:rPr>
              <a:t>=10;</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printf</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Bitte</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geben</a:t>
            </a:r>
            <a:r>
              <a:rPr lang="en-US" altLang="de-DE" sz="1200" b="1" dirty="0">
                <a:latin typeface="Courier New" panose="02070309020205020404" pitchFamily="49" charset="0"/>
                <a:cs typeface="Courier New" panose="02070309020205020404" pitchFamily="49" charset="0"/>
              </a:rPr>
              <a:t> Sie </a:t>
            </a:r>
            <a:r>
              <a:rPr lang="en-US" altLang="de-DE" sz="1200" b="1" dirty="0" err="1">
                <a:latin typeface="Courier New" panose="02070309020205020404" pitchFamily="49" charset="0"/>
                <a:cs typeface="Courier New" panose="02070309020205020404" pitchFamily="49" charset="0"/>
              </a:rPr>
              <a:t>nacheinander</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Zahlen</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ein</a:t>
            </a:r>
            <a:r>
              <a:rPr lang="en-US" altLang="de-DE" sz="1200" b="1" dirty="0">
                <a:latin typeface="Courier New" panose="02070309020205020404" pitchFamily="49" charset="0"/>
                <a:cs typeface="Courier New" panose="02070309020205020404" pitchFamily="49" charset="0"/>
              </a:rPr>
              <a:t>:\n", </a:t>
            </a:r>
            <a:r>
              <a:rPr lang="en-US" altLang="de-DE" sz="1200" b="1" dirty="0" err="1">
                <a:latin typeface="Courier New" panose="02070309020205020404" pitchFamily="49" charset="0"/>
                <a:cs typeface="Courier New" panose="02070309020205020404" pitchFamily="49" charset="0"/>
              </a:rPr>
              <a:t>anzahl</a:t>
            </a: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for (</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=0;i&lt;</a:t>
            </a:r>
            <a:r>
              <a:rPr lang="en-US" altLang="de-DE" sz="1200" b="1" dirty="0" err="1">
                <a:latin typeface="Courier New" panose="02070309020205020404" pitchFamily="49" charset="0"/>
                <a:cs typeface="Courier New" panose="02070309020205020404" pitchFamily="49" charset="0"/>
              </a:rPr>
              <a:t>anzahl;i</a:t>
            </a:r>
            <a:r>
              <a:rPr lang="en-US" altLang="de-DE" sz="1200" b="1" dirty="0">
                <a:latin typeface="Courier New" panose="02070309020205020404" pitchFamily="49" charset="0"/>
                <a:cs typeface="Courier New" panose="02070309020205020404" pitchFamily="49" charset="0"/>
              </a:rPr>
              <a:t>++){</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scanf</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",&amp;</a:t>
            </a:r>
            <a:r>
              <a:rPr lang="en-US" altLang="de-DE" sz="1200" b="1" dirty="0" err="1">
                <a:latin typeface="Courier New" panose="02070309020205020404" pitchFamily="49" charset="0"/>
                <a:cs typeface="Courier New" panose="02070309020205020404" pitchFamily="49" charset="0"/>
              </a:rPr>
              <a:t>zahlen</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 </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ergebnis</a:t>
            </a:r>
            <a:r>
              <a:rPr lang="en-US" altLang="de-DE" sz="1200" b="1" dirty="0">
                <a:latin typeface="Courier New" panose="02070309020205020404" pitchFamily="49" charset="0"/>
                <a:cs typeface="Courier New" panose="02070309020205020404" pitchFamily="49" charset="0"/>
              </a:rPr>
              <a:t> = </a:t>
            </a:r>
            <a:r>
              <a:rPr lang="en-US" altLang="de-DE" sz="1200" b="1" dirty="0" err="1">
                <a:latin typeface="Courier New" panose="02070309020205020404" pitchFamily="49" charset="0"/>
                <a:cs typeface="Courier New" panose="02070309020205020404" pitchFamily="49" charset="0"/>
              </a:rPr>
              <a:t>berechneGroessteZahl</a:t>
            </a:r>
            <a:r>
              <a:rPr lang="en-US" altLang="de-DE" sz="1200" b="1" dirty="0">
                <a:latin typeface="Courier New" panose="02070309020205020404" pitchFamily="49" charset="0"/>
                <a:cs typeface="Courier New" panose="02070309020205020404" pitchFamily="49" charset="0"/>
              </a:rPr>
              <a:t>(</a:t>
            </a:r>
            <a:r>
              <a:rPr lang="en-US" altLang="de-DE" sz="1200" b="1" dirty="0" err="1">
                <a:solidFill>
                  <a:srgbClr val="FF0066"/>
                </a:solidFill>
                <a:latin typeface="Courier New" panose="02070309020205020404" pitchFamily="49" charset="0"/>
                <a:cs typeface="Courier New" panose="02070309020205020404" pitchFamily="49" charset="0"/>
              </a:rPr>
              <a:t>zahlen</a:t>
            </a:r>
            <a:r>
              <a:rPr lang="en-US" altLang="de-DE" sz="1200" b="1" dirty="0">
                <a:latin typeface="Courier New" panose="02070309020205020404" pitchFamily="49" charset="0"/>
                <a:cs typeface="Courier New" panose="02070309020205020404" pitchFamily="49" charset="0"/>
              </a:rPr>
              <a:t>, 10);//call by reference</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printf</a:t>
            </a:r>
            <a:r>
              <a:rPr lang="en-US" altLang="de-DE" sz="1200" b="1" dirty="0">
                <a:latin typeface="Courier New" panose="02070309020205020404" pitchFamily="49" charset="0"/>
                <a:cs typeface="Courier New" panose="02070309020205020404" pitchFamily="49" charset="0"/>
              </a:rPr>
              <a:t>("Die </a:t>
            </a:r>
            <a:r>
              <a:rPr lang="en-US" altLang="de-DE" sz="1200" b="1" dirty="0" err="1">
                <a:latin typeface="Courier New" panose="02070309020205020404" pitchFamily="49" charset="0"/>
                <a:cs typeface="Courier New" panose="02070309020205020404" pitchFamily="49" charset="0"/>
              </a:rPr>
              <a:t>groesste</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Zahl</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ist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\n", </a:t>
            </a:r>
            <a:r>
              <a:rPr lang="en-US" altLang="de-DE" sz="1200" b="1" dirty="0" err="1">
                <a:latin typeface="Courier New" panose="02070309020205020404" pitchFamily="49" charset="0"/>
                <a:cs typeface="Courier New" panose="02070309020205020404" pitchFamily="49" charset="0"/>
              </a:rPr>
              <a:t>ergebnis</a:t>
            </a:r>
            <a:r>
              <a:rPr lang="en-US" altLang="de-DE" sz="1200" b="1" dirty="0">
                <a:latin typeface="Courier New" panose="02070309020205020404" pitchFamily="49" charset="0"/>
                <a:cs typeface="Courier New" panose="02070309020205020404" pitchFamily="49" charset="0"/>
              </a:rPr>
              <a:t>);</a:t>
            </a:r>
          </a:p>
          <a:p>
            <a:pPr>
              <a:buFontTx/>
              <a:buNone/>
            </a:pPr>
            <a:r>
              <a:rPr lang="en-US" altLang="de-DE" sz="1200" b="1" dirty="0">
                <a:latin typeface="Courier New" panose="02070309020205020404" pitchFamily="49" charset="0"/>
                <a:cs typeface="Courier New" panose="02070309020205020404" pitchFamily="49" charset="0"/>
              </a:rPr>
              <a:t>    return 0;</a:t>
            </a:r>
          </a:p>
          <a:p>
            <a:pPr>
              <a:buFontTx/>
              <a:buNone/>
            </a:pPr>
            <a:r>
              <a:rPr lang="en-US" altLang="de-DE" sz="1200" b="1" dirty="0">
                <a:latin typeface="Courier New" panose="02070309020205020404" pitchFamily="49" charset="0"/>
                <a:cs typeface="Courier New" panose="02070309020205020404" pitchFamily="49" charset="0"/>
              </a:rPr>
              <a:t>}</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a:extLst>
              <a:ext uri="{FF2B5EF4-FFF2-40B4-BE49-F238E27FC236}">
                <a16:creationId xmlns:a16="http://schemas.microsoft.com/office/drawing/2014/main" id="{36FE6BC8-F8B8-4E3D-82D0-C427AAE01107}"/>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r" eaLnBrk="1" hangingPunct="1">
              <a:spcBef>
                <a:spcPct val="0"/>
              </a:spcBef>
              <a:buNone/>
            </a:pPr>
            <a:r>
              <a:rPr lang="de-DE" altLang="de-DE" sz="1400" dirty="0"/>
              <a:t>40</a:t>
            </a:r>
          </a:p>
        </p:txBody>
      </p:sp>
      <p:sp>
        <p:nvSpPr>
          <p:cNvPr id="79875" name="Text Box 3">
            <a:extLst>
              <a:ext uri="{FF2B5EF4-FFF2-40B4-BE49-F238E27FC236}">
                <a16:creationId xmlns:a16="http://schemas.microsoft.com/office/drawing/2014/main" id="{59DE5EAE-40AE-497E-8EE1-F1B7FF6F9EDA}"/>
              </a:ext>
            </a:extLst>
          </p:cNvPr>
          <p:cNvSpPr txBox="1">
            <a:spLocks noChangeArrowheads="1"/>
          </p:cNvSpPr>
          <p:nvPr/>
        </p:nvSpPr>
        <p:spPr bwMode="auto">
          <a:xfrm>
            <a:off x="457200" y="227013"/>
            <a:ext cx="822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eaLnBrk="1" hangingPunct="1">
              <a:spcBef>
                <a:spcPct val="0"/>
              </a:spcBef>
              <a:buFontTx/>
              <a:buNone/>
            </a:pPr>
            <a:r>
              <a:rPr lang="de-DE" altLang="de-DE" sz="2800" dirty="0">
                <a:latin typeface="Calibri" panose="020F0502020204030204" pitchFamily="34" charset="0"/>
                <a:cs typeface="Calibri" panose="020F0502020204030204" pitchFamily="34" charset="0"/>
              </a:rPr>
              <a:t>Funktion und Felder: Beispiel 2 - größte ganze Zahl </a:t>
            </a:r>
          </a:p>
        </p:txBody>
      </p:sp>
      <p:sp>
        <p:nvSpPr>
          <p:cNvPr id="79876" name="Text Box 4">
            <a:extLst>
              <a:ext uri="{FF2B5EF4-FFF2-40B4-BE49-F238E27FC236}">
                <a16:creationId xmlns:a16="http://schemas.microsoft.com/office/drawing/2014/main" id="{71FB0F55-359E-40F2-ABD9-6D015CBF56D0}"/>
              </a:ext>
            </a:extLst>
          </p:cNvPr>
          <p:cNvSpPr txBox="1">
            <a:spLocks noChangeArrowheads="1"/>
          </p:cNvSpPr>
          <p:nvPr/>
        </p:nvSpPr>
        <p:spPr bwMode="auto">
          <a:xfrm>
            <a:off x="530225" y="1084263"/>
            <a:ext cx="8108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Clr>
                <a:srgbClr val="000000"/>
              </a:buClr>
              <a:buFont typeface="Times New Roman" panose="02020603050405020304" pitchFamily="18" charset="0"/>
              <a:buNone/>
            </a:pPr>
            <a:endParaRPr lang="de-DE" altLang="de-DE" sz="1800">
              <a:solidFill>
                <a:schemeClr val="bg1"/>
              </a:solidFill>
              <a:ea typeface="Arial Unicode MS" pitchFamily="34" charset="-128"/>
            </a:endParaRPr>
          </a:p>
        </p:txBody>
      </p:sp>
      <p:sp>
        <p:nvSpPr>
          <p:cNvPr id="79877" name="Text Box 5">
            <a:extLst>
              <a:ext uri="{FF2B5EF4-FFF2-40B4-BE49-F238E27FC236}">
                <a16:creationId xmlns:a16="http://schemas.microsoft.com/office/drawing/2014/main" id="{83662B47-2639-4F8A-8AE2-64CA393C77CA}"/>
              </a:ext>
            </a:extLst>
          </p:cNvPr>
          <p:cNvSpPr txBox="1">
            <a:spLocks noChangeArrowheads="1"/>
          </p:cNvSpPr>
          <p:nvPr/>
        </p:nvSpPr>
        <p:spPr bwMode="auto">
          <a:xfrm>
            <a:off x="320675" y="954088"/>
            <a:ext cx="8251825" cy="493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buFontTx/>
              <a:buNone/>
            </a:pPr>
            <a:r>
              <a:rPr lang="en-US" altLang="de-DE" sz="1200" b="1" dirty="0">
                <a:latin typeface="Courier New" panose="02070309020205020404" pitchFamily="49" charset="0"/>
                <a:cs typeface="Courier New" panose="02070309020205020404" pitchFamily="49" charset="0"/>
              </a:rPr>
              <a:t>#include &lt;</a:t>
            </a:r>
            <a:r>
              <a:rPr lang="en-US" altLang="de-DE" sz="1200" b="1" dirty="0" err="1">
                <a:latin typeface="Courier New" panose="02070309020205020404" pitchFamily="49" charset="0"/>
                <a:cs typeface="Courier New" panose="02070309020205020404" pitchFamily="49" charset="0"/>
              </a:rPr>
              <a:t>stdio.h</a:t>
            </a:r>
            <a:r>
              <a:rPr lang="en-US" altLang="de-DE" sz="1200" b="1" dirty="0">
                <a:latin typeface="Courier New" panose="02070309020205020404" pitchFamily="49" charset="0"/>
                <a:cs typeface="Courier New" panose="02070309020205020404" pitchFamily="49" charset="0"/>
              </a:rPr>
              <a:t>&gt;	</a:t>
            </a:r>
          </a:p>
          <a:p>
            <a:pPr>
              <a:buFontTx/>
              <a:buNone/>
            </a:pPr>
            <a:r>
              <a:rPr lang="en-US" altLang="de-DE" sz="1200" b="1" dirty="0">
                <a:latin typeface="Courier New" panose="02070309020205020404" pitchFamily="49" charset="0"/>
                <a:cs typeface="Courier New" panose="02070309020205020404" pitchFamily="49" charset="0"/>
              </a:rPr>
              <a:t>void </a:t>
            </a:r>
            <a:r>
              <a:rPr lang="en-US" altLang="de-DE" sz="1200" b="1" dirty="0" err="1">
                <a:latin typeface="Courier New" panose="02070309020205020404" pitchFamily="49" charset="0"/>
                <a:cs typeface="Courier New" panose="02070309020205020404" pitchFamily="49" charset="0"/>
              </a:rPr>
              <a:t>berechneGroessteZahl</a:t>
            </a:r>
            <a:r>
              <a:rPr lang="en-US" altLang="de-DE" sz="1200" b="1" dirty="0">
                <a:latin typeface="Courier New" panose="02070309020205020404" pitchFamily="49" charset="0"/>
                <a:cs typeface="Courier New" panose="02070309020205020404" pitchFamily="49" charset="0"/>
              </a:rPr>
              <a:t>(int </a:t>
            </a:r>
            <a:r>
              <a:rPr lang="en-US" altLang="de-DE" sz="1200" b="1" dirty="0" err="1">
                <a:latin typeface="Courier New" panose="02070309020205020404" pitchFamily="49" charset="0"/>
                <a:cs typeface="Courier New" panose="02070309020205020404" pitchFamily="49" charset="0"/>
              </a:rPr>
              <a:t>feld</a:t>
            </a:r>
            <a:r>
              <a:rPr lang="en-US" altLang="de-DE" sz="1200" b="1" dirty="0">
                <a:latin typeface="Courier New" panose="02070309020205020404" pitchFamily="49" charset="0"/>
                <a:cs typeface="Courier New" panose="02070309020205020404" pitchFamily="49" charset="0"/>
              </a:rPr>
              <a:t>[], int </a:t>
            </a:r>
            <a:r>
              <a:rPr lang="en-US" altLang="de-DE" sz="1200" b="1" dirty="0" err="1">
                <a:latin typeface="Courier New" panose="02070309020205020404" pitchFamily="49" charset="0"/>
                <a:cs typeface="Courier New" panose="02070309020205020404" pitchFamily="49" charset="0"/>
              </a:rPr>
              <a:t>anzahl</a:t>
            </a:r>
            <a:r>
              <a:rPr lang="en-US" altLang="de-DE" sz="1200" b="1" dirty="0">
                <a:latin typeface="Courier New" panose="02070309020205020404" pitchFamily="49" charset="0"/>
                <a:cs typeface="Courier New" panose="02070309020205020404" pitchFamily="49" charset="0"/>
              </a:rPr>
              <a:t>, </a:t>
            </a:r>
            <a:r>
              <a:rPr lang="en-US" altLang="de-DE" sz="1200" b="1" dirty="0">
                <a:solidFill>
                  <a:srgbClr val="FF0066"/>
                </a:solidFill>
                <a:latin typeface="Courier New" panose="02070309020205020404" pitchFamily="49" charset="0"/>
                <a:cs typeface="Courier New" panose="02070309020205020404" pitchFamily="49" charset="0"/>
              </a:rPr>
              <a:t>int *</a:t>
            </a:r>
            <a:r>
              <a:rPr lang="en-US" altLang="de-DE" sz="1200" b="1" dirty="0" err="1">
                <a:solidFill>
                  <a:srgbClr val="FF0066"/>
                </a:solidFill>
                <a:latin typeface="Courier New" panose="02070309020205020404" pitchFamily="49" charset="0"/>
                <a:cs typeface="Courier New" panose="02070309020205020404" pitchFamily="49" charset="0"/>
              </a:rPr>
              <a:t>gz</a:t>
            </a: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a:solidFill>
                  <a:srgbClr val="FF0066"/>
                </a:solidFill>
                <a:latin typeface="Courier New" panose="02070309020205020404" pitchFamily="49" charset="0"/>
                <a:cs typeface="Courier New" panose="02070309020205020404" pitchFamily="49" charset="0"/>
              </a:rPr>
              <a:t>*</a:t>
            </a:r>
            <a:r>
              <a:rPr lang="en-US" altLang="de-DE" sz="1200" b="1" dirty="0" err="1">
                <a:solidFill>
                  <a:srgbClr val="FF0066"/>
                </a:solidFill>
                <a:latin typeface="Courier New" panose="02070309020205020404" pitchFamily="49" charset="0"/>
                <a:cs typeface="Courier New" panose="02070309020205020404" pitchFamily="49" charset="0"/>
              </a:rPr>
              <a:t>gz</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feld</a:t>
            </a:r>
            <a:r>
              <a:rPr lang="en-US" altLang="de-DE" sz="1200" b="1" dirty="0">
                <a:latin typeface="Courier New" panose="02070309020205020404" pitchFamily="49" charset="0"/>
                <a:cs typeface="Courier New" panose="02070309020205020404" pitchFamily="49" charset="0"/>
              </a:rPr>
              <a:t>[0];//</a:t>
            </a:r>
            <a:r>
              <a:rPr lang="en-US" altLang="de-DE" sz="1200" b="1" dirty="0" err="1">
                <a:latin typeface="Courier New" panose="02070309020205020404" pitchFamily="49" charset="0"/>
                <a:cs typeface="Courier New" panose="02070309020205020404" pitchFamily="49" charset="0"/>
              </a:rPr>
              <a:t>Inhaltsoperator</a:t>
            </a:r>
            <a:endParaRPr lang="en-US" altLang="de-DE" sz="1200" b="1" dirty="0">
              <a:latin typeface="Courier New" panose="02070309020205020404" pitchFamily="49" charset="0"/>
              <a:cs typeface="Courier New" panose="02070309020205020404" pitchFamily="49" charset="0"/>
            </a:endParaRPr>
          </a:p>
          <a:p>
            <a:pPr>
              <a:buFontTx/>
              <a:buNone/>
            </a:pPr>
            <a:r>
              <a:rPr lang="en-US" altLang="de-DE" sz="1200" b="1" dirty="0">
                <a:latin typeface="Courier New" panose="02070309020205020404" pitchFamily="49" charset="0"/>
                <a:cs typeface="Courier New" panose="02070309020205020404" pitchFamily="49" charset="0"/>
              </a:rPr>
              <a:t>   int </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a:t>
            </a:r>
          </a:p>
          <a:p>
            <a:pPr>
              <a:buFontTx/>
              <a:buNone/>
            </a:pPr>
            <a:r>
              <a:rPr lang="en-US" altLang="de-DE" sz="1200" b="1" dirty="0">
                <a:latin typeface="Courier New" panose="02070309020205020404" pitchFamily="49" charset="0"/>
                <a:cs typeface="Courier New" panose="02070309020205020404" pitchFamily="49" charset="0"/>
              </a:rPr>
              <a:t>   for(</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=1;i&lt;</a:t>
            </a:r>
            <a:r>
              <a:rPr lang="en-US" altLang="de-DE" sz="1200" b="1" dirty="0" err="1">
                <a:latin typeface="Courier New" panose="02070309020205020404" pitchFamily="49" charset="0"/>
                <a:cs typeface="Courier New" panose="02070309020205020404" pitchFamily="49" charset="0"/>
              </a:rPr>
              <a:t>anzahl;i</a:t>
            </a: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if(</a:t>
            </a:r>
            <a:r>
              <a:rPr lang="en-US" altLang="de-DE" sz="1200" b="1" dirty="0" err="1">
                <a:latin typeface="Courier New" panose="02070309020205020404" pitchFamily="49" charset="0"/>
                <a:cs typeface="Courier New" panose="02070309020205020404" pitchFamily="49" charset="0"/>
              </a:rPr>
              <a:t>feld</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 &gt; *</a:t>
            </a:r>
            <a:r>
              <a:rPr lang="en-US" altLang="de-DE" sz="1200" b="1" dirty="0" err="1">
                <a:latin typeface="Courier New" panose="02070309020205020404" pitchFamily="49" charset="0"/>
                <a:cs typeface="Courier New" panose="02070309020205020404" pitchFamily="49" charset="0"/>
              </a:rPr>
              <a:t>gz</a:t>
            </a:r>
            <a:r>
              <a:rPr lang="en-US" altLang="de-DE" sz="1200" b="1" dirty="0">
                <a:latin typeface="Courier New" panose="02070309020205020404" pitchFamily="49" charset="0"/>
                <a:cs typeface="Courier New" panose="02070309020205020404" pitchFamily="49" charset="0"/>
              </a:rPr>
              <a:t>){</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gz</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feld</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a:t>
            </a:r>
          </a:p>
          <a:p>
            <a:pPr>
              <a:buFontTx/>
              <a:buNone/>
            </a:pP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int main() {</a:t>
            </a:r>
          </a:p>
          <a:p>
            <a:pPr>
              <a:buFontTx/>
              <a:buNone/>
            </a:pPr>
            <a:r>
              <a:rPr lang="en-US" altLang="de-DE" sz="1200" b="1" dirty="0">
                <a:latin typeface="Courier New" panose="02070309020205020404" pitchFamily="49" charset="0"/>
                <a:cs typeface="Courier New" panose="02070309020205020404" pitchFamily="49" charset="0"/>
              </a:rPr>
              <a:t>    int </a:t>
            </a:r>
            <a:r>
              <a:rPr lang="en-US" altLang="de-DE" sz="1200" b="1" dirty="0" err="1">
                <a:latin typeface="Courier New" panose="02070309020205020404" pitchFamily="49" charset="0"/>
                <a:cs typeface="Courier New" panose="02070309020205020404" pitchFamily="49" charset="0"/>
              </a:rPr>
              <a:t>zahlen</a:t>
            </a:r>
            <a:r>
              <a:rPr lang="en-US" altLang="de-DE" sz="1200" b="1" dirty="0">
                <a:latin typeface="Courier New" panose="02070309020205020404" pitchFamily="49" charset="0"/>
                <a:cs typeface="Courier New" panose="02070309020205020404" pitchFamily="49" charset="0"/>
              </a:rPr>
              <a:t>[10];</a:t>
            </a:r>
          </a:p>
          <a:p>
            <a:pPr>
              <a:buFontTx/>
              <a:buNone/>
            </a:pPr>
            <a:r>
              <a:rPr lang="en-US" altLang="de-DE" sz="1200" b="1" dirty="0">
                <a:latin typeface="Courier New" panose="02070309020205020404" pitchFamily="49" charset="0"/>
                <a:cs typeface="Courier New" panose="02070309020205020404" pitchFamily="49" charset="0"/>
              </a:rPr>
              <a:t>    int </a:t>
            </a:r>
            <a:r>
              <a:rPr lang="en-US" altLang="de-DE" sz="1200" b="1" dirty="0" err="1">
                <a:latin typeface="Courier New" panose="02070309020205020404" pitchFamily="49" charset="0"/>
                <a:cs typeface="Courier New" panose="02070309020205020404" pitchFamily="49" charset="0"/>
              </a:rPr>
              <a:t>ergebnis</a:t>
            </a:r>
            <a:r>
              <a:rPr lang="en-US" altLang="de-DE" sz="1200" b="1" dirty="0">
                <a:latin typeface="Courier New" panose="02070309020205020404" pitchFamily="49" charset="0"/>
                <a:cs typeface="Courier New" panose="02070309020205020404" pitchFamily="49" charset="0"/>
              </a:rPr>
              <a:t>;</a:t>
            </a:r>
          </a:p>
          <a:p>
            <a:pPr>
              <a:buFontTx/>
              <a:buNone/>
            </a:pPr>
            <a:r>
              <a:rPr lang="en-US" altLang="de-DE" sz="1200" b="1" dirty="0">
                <a:latin typeface="Courier New" panose="02070309020205020404" pitchFamily="49" charset="0"/>
                <a:cs typeface="Courier New" panose="02070309020205020404" pitchFamily="49" charset="0"/>
              </a:rPr>
              <a:t>    int </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anzahl</a:t>
            </a:r>
            <a:r>
              <a:rPr lang="en-US" altLang="de-DE" sz="1200" b="1" dirty="0">
                <a:latin typeface="Courier New" panose="02070309020205020404" pitchFamily="49" charset="0"/>
                <a:cs typeface="Courier New" panose="02070309020205020404" pitchFamily="49" charset="0"/>
              </a:rPr>
              <a:t>=10;</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printf</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Bitte</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geben</a:t>
            </a:r>
            <a:r>
              <a:rPr lang="en-US" altLang="de-DE" sz="1200" b="1" dirty="0">
                <a:latin typeface="Courier New" panose="02070309020205020404" pitchFamily="49" charset="0"/>
                <a:cs typeface="Courier New" panose="02070309020205020404" pitchFamily="49" charset="0"/>
              </a:rPr>
              <a:t> Sie </a:t>
            </a:r>
            <a:r>
              <a:rPr lang="en-US" altLang="de-DE" sz="1200" b="1" dirty="0" err="1">
                <a:latin typeface="Courier New" panose="02070309020205020404" pitchFamily="49" charset="0"/>
                <a:cs typeface="Courier New" panose="02070309020205020404" pitchFamily="49" charset="0"/>
              </a:rPr>
              <a:t>nacheinander</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Zahlen</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ein</a:t>
            </a:r>
            <a:r>
              <a:rPr lang="en-US" altLang="de-DE" sz="1200" b="1" dirty="0">
                <a:latin typeface="Courier New" panose="02070309020205020404" pitchFamily="49" charset="0"/>
                <a:cs typeface="Courier New" panose="02070309020205020404" pitchFamily="49" charset="0"/>
              </a:rPr>
              <a:t>:\n", </a:t>
            </a:r>
            <a:r>
              <a:rPr lang="en-US" altLang="de-DE" sz="1200" b="1" dirty="0" err="1">
                <a:latin typeface="Courier New" panose="02070309020205020404" pitchFamily="49" charset="0"/>
                <a:cs typeface="Courier New" panose="02070309020205020404" pitchFamily="49" charset="0"/>
              </a:rPr>
              <a:t>anzahl</a:t>
            </a: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for (</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=0;i&lt;</a:t>
            </a:r>
            <a:r>
              <a:rPr lang="en-US" altLang="de-DE" sz="1200" b="1" dirty="0" err="1">
                <a:latin typeface="Courier New" panose="02070309020205020404" pitchFamily="49" charset="0"/>
                <a:cs typeface="Courier New" panose="02070309020205020404" pitchFamily="49" charset="0"/>
              </a:rPr>
              <a:t>anzahl;i</a:t>
            </a:r>
            <a:r>
              <a:rPr lang="en-US" altLang="de-DE" sz="1200" b="1" dirty="0">
                <a:latin typeface="Courier New" panose="02070309020205020404" pitchFamily="49" charset="0"/>
                <a:cs typeface="Courier New" panose="02070309020205020404" pitchFamily="49" charset="0"/>
              </a:rPr>
              <a:t>++){</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scanf</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",&amp;</a:t>
            </a:r>
            <a:r>
              <a:rPr lang="en-US" altLang="de-DE" sz="1200" b="1" dirty="0" err="1">
                <a:latin typeface="Courier New" panose="02070309020205020404" pitchFamily="49" charset="0"/>
                <a:cs typeface="Courier New" panose="02070309020205020404" pitchFamily="49" charset="0"/>
              </a:rPr>
              <a:t>zahlen</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 </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berechneGroessteZahl</a:t>
            </a:r>
            <a:r>
              <a:rPr lang="en-US" altLang="de-DE" sz="1200" b="1" dirty="0">
                <a:latin typeface="Courier New" panose="02070309020205020404" pitchFamily="49" charset="0"/>
                <a:cs typeface="Courier New" panose="02070309020205020404" pitchFamily="49" charset="0"/>
              </a:rPr>
              <a:t>(</a:t>
            </a:r>
            <a:r>
              <a:rPr lang="en-US" altLang="de-DE" sz="1200" b="1" dirty="0" err="1">
                <a:latin typeface="Courier New" panose="02070309020205020404" pitchFamily="49" charset="0"/>
                <a:cs typeface="Courier New" panose="02070309020205020404" pitchFamily="49" charset="0"/>
              </a:rPr>
              <a:t>zahlen</a:t>
            </a:r>
            <a:r>
              <a:rPr lang="en-US" altLang="de-DE" sz="1200" b="1" dirty="0">
                <a:latin typeface="Courier New" panose="02070309020205020404" pitchFamily="49" charset="0"/>
                <a:cs typeface="Courier New" panose="02070309020205020404" pitchFamily="49" charset="0"/>
              </a:rPr>
              <a:t>, 10, </a:t>
            </a:r>
            <a:r>
              <a:rPr lang="en-US" altLang="de-DE" sz="1200" b="1" dirty="0">
                <a:solidFill>
                  <a:srgbClr val="FF0066"/>
                </a:solidFill>
                <a:latin typeface="Courier New" panose="02070309020205020404" pitchFamily="49" charset="0"/>
                <a:cs typeface="Courier New" panose="02070309020205020404" pitchFamily="49" charset="0"/>
              </a:rPr>
              <a:t>&amp;</a:t>
            </a:r>
            <a:r>
              <a:rPr lang="en-US" altLang="de-DE" sz="1200" b="1" dirty="0" err="1">
                <a:solidFill>
                  <a:srgbClr val="FF0066"/>
                </a:solidFill>
                <a:latin typeface="Courier New" panose="02070309020205020404" pitchFamily="49" charset="0"/>
                <a:cs typeface="Courier New" panose="02070309020205020404" pitchFamily="49" charset="0"/>
              </a:rPr>
              <a:t>ergebnis</a:t>
            </a:r>
            <a:r>
              <a:rPr lang="en-US" altLang="de-DE" sz="1200" b="1" dirty="0">
                <a:latin typeface="Courier New" panose="02070309020205020404" pitchFamily="49" charset="0"/>
                <a:cs typeface="Courier New" panose="02070309020205020404" pitchFamily="49" charset="0"/>
              </a:rPr>
              <a:t>);//call by reference</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printf</a:t>
            </a:r>
            <a:r>
              <a:rPr lang="en-US" altLang="de-DE" sz="1200" b="1" dirty="0">
                <a:latin typeface="Courier New" panose="02070309020205020404" pitchFamily="49" charset="0"/>
                <a:cs typeface="Courier New" panose="02070309020205020404" pitchFamily="49" charset="0"/>
              </a:rPr>
              <a:t>("Die </a:t>
            </a:r>
            <a:r>
              <a:rPr lang="en-US" altLang="de-DE" sz="1200" b="1" dirty="0" err="1">
                <a:latin typeface="Courier New" panose="02070309020205020404" pitchFamily="49" charset="0"/>
                <a:cs typeface="Courier New" panose="02070309020205020404" pitchFamily="49" charset="0"/>
              </a:rPr>
              <a:t>groesste</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Zahl</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ist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\n", </a:t>
            </a:r>
            <a:r>
              <a:rPr lang="en-US" altLang="de-DE" sz="1200" b="1" dirty="0" err="1">
                <a:latin typeface="Courier New" panose="02070309020205020404" pitchFamily="49" charset="0"/>
                <a:cs typeface="Courier New" panose="02070309020205020404" pitchFamily="49" charset="0"/>
              </a:rPr>
              <a:t>ergebnis</a:t>
            </a:r>
            <a:r>
              <a:rPr lang="en-US" altLang="de-DE" sz="1200" b="1" dirty="0">
                <a:latin typeface="Courier New" panose="02070309020205020404" pitchFamily="49" charset="0"/>
                <a:cs typeface="Courier New" panose="02070309020205020404" pitchFamily="49" charset="0"/>
              </a:rPr>
              <a:t>);</a:t>
            </a:r>
          </a:p>
          <a:p>
            <a:pPr>
              <a:buFontTx/>
              <a:buNone/>
            </a:pPr>
            <a:r>
              <a:rPr lang="en-US" altLang="de-DE" sz="1200" b="1" dirty="0">
                <a:latin typeface="Courier New" panose="02070309020205020404" pitchFamily="49" charset="0"/>
                <a:cs typeface="Courier New" panose="02070309020205020404" pitchFamily="49" charset="0"/>
              </a:rPr>
              <a:t>    return 0;</a:t>
            </a:r>
          </a:p>
          <a:p>
            <a:pPr>
              <a:buFontTx/>
              <a:buNone/>
            </a:pPr>
            <a:r>
              <a:rPr lang="en-US" altLang="de-DE" sz="1200" b="1" dirty="0">
                <a:latin typeface="Courier New" panose="02070309020205020404" pitchFamily="49" charset="0"/>
                <a:cs typeface="Courier New" panose="02070309020205020404" pitchFamily="49" charset="0"/>
              </a:rPr>
              <a:t>}</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liennummernplatzhalter 2">
            <a:extLst>
              <a:ext uri="{FF2B5EF4-FFF2-40B4-BE49-F238E27FC236}">
                <a16:creationId xmlns:a16="http://schemas.microsoft.com/office/drawing/2014/main" id="{59602799-C7C1-47EC-B9D2-EF2A4218EA2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D69FED11-6F92-4943-8486-B93741456A4B}" type="slidenum">
              <a:rPr lang="de-DE" altLang="de-DE" sz="1400" smtClean="0"/>
              <a:pPr>
                <a:spcBef>
                  <a:spcPct val="0"/>
                </a:spcBef>
                <a:buFontTx/>
                <a:buNone/>
              </a:pPr>
              <a:t>41</a:t>
            </a:fld>
            <a:endParaRPr lang="de-DE" altLang="de-DE" sz="1400"/>
          </a:p>
        </p:txBody>
      </p:sp>
      <p:sp>
        <p:nvSpPr>
          <p:cNvPr id="81923" name="Rectangle 2">
            <a:extLst>
              <a:ext uri="{FF2B5EF4-FFF2-40B4-BE49-F238E27FC236}">
                <a16:creationId xmlns:a16="http://schemas.microsoft.com/office/drawing/2014/main" id="{047C0C9C-C074-45B7-888B-EEB410C1BB17}"/>
              </a:ext>
            </a:extLst>
          </p:cNvPr>
          <p:cNvSpPr>
            <a:spLocks noChangeArrowheads="1"/>
          </p:cNvSpPr>
          <p:nvPr/>
        </p:nvSpPr>
        <p:spPr bwMode="auto">
          <a:xfrm>
            <a:off x="938213" y="1674813"/>
            <a:ext cx="7426325" cy="3006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81924" name="Rectangle 3">
            <a:extLst>
              <a:ext uri="{FF2B5EF4-FFF2-40B4-BE49-F238E27FC236}">
                <a16:creationId xmlns:a16="http://schemas.microsoft.com/office/drawing/2014/main" id="{D86101BD-F0F3-4A7F-A5BD-C7533140E5A6}"/>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Bemerkung: main-Funktion mit Eingabe</a:t>
            </a:r>
          </a:p>
        </p:txBody>
      </p:sp>
      <p:sp>
        <p:nvSpPr>
          <p:cNvPr id="81925" name="Text Box 4">
            <a:extLst>
              <a:ext uri="{FF2B5EF4-FFF2-40B4-BE49-F238E27FC236}">
                <a16:creationId xmlns:a16="http://schemas.microsoft.com/office/drawing/2014/main" id="{4125E811-8152-4C1A-A1DE-19B32B279569}"/>
              </a:ext>
            </a:extLst>
          </p:cNvPr>
          <p:cNvSpPr txBox="1">
            <a:spLocks noChangeArrowheads="1"/>
          </p:cNvSpPr>
          <p:nvPr/>
        </p:nvSpPr>
        <p:spPr bwMode="auto">
          <a:xfrm>
            <a:off x="1130300" y="1738313"/>
            <a:ext cx="510588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rPr>
              <a:t>int</a:t>
            </a:r>
            <a:r>
              <a:rPr lang="de-DE" altLang="de-DE" sz="1800" b="1" dirty="0">
                <a:latin typeface="Courier New" panose="02070309020205020404" pitchFamily="49" charset="0"/>
              </a:rPr>
              <a:t> </a:t>
            </a:r>
            <a:r>
              <a:rPr lang="de-DE" altLang="de-DE" sz="1800" b="1" dirty="0" err="1">
                <a:latin typeface="Courier New" panose="02070309020205020404" pitchFamily="49" charset="0"/>
              </a:rPr>
              <a:t>main</a:t>
            </a:r>
            <a:r>
              <a:rPr lang="de-DE" altLang="de-DE" sz="1800" b="1" dirty="0">
                <a:latin typeface="Courier New" panose="02070309020205020404" pitchFamily="49" charset="0"/>
              </a:rPr>
              <a:t>(</a:t>
            </a:r>
            <a:r>
              <a:rPr lang="de-DE" altLang="de-DE" sz="1800" b="1" dirty="0" err="1">
                <a:latin typeface="Courier New" panose="02070309020205020404" pitchFamily="49" charset="0"/>
              </a:rPr>
              <a:t>int</a:t>
            </a:r>
            <a:r>
              <a:rPr lang="de-DE" altLang="de-DE" sz="1800" b="1" dirty="0">
                <a:latin typeface="Courier New" panose="02070309020205020404" pitchFamily="49" charset="0"/>
              </a:rPr>
              <a:t> </a:t>
            </a:r>
            <a:r>
              <a:rPr lang="de-DE" altLang="de-DE" sz="1800" b="1" dirty="0" err="1">
                <a:latin typeface="Courier New" panose="02070309020205020404" pitchFamily="49" charset="0"/>
              </a:rPr>
              <a:t>argc</a:t>
            </a:r>
            <a:r>
              <a:rPr lang="de-DE" altLang="de-DE" sz="1800" b="1" dirty="0">
                <a:latin typeface="Courier New" panose="02070309020205020404" pitchFamily="49" charset="0"/>
              </a:rPr>
              <a:t>, </a:t>
            </a:r>
            <a:r>
              <a:rPr lang="de-DE" altLang="de-DE" sz="1800" b="1" dirty="0" err="1">
                <a:latin typeface="Courier New" panose="02070309020205020404" pitchFamily="49" charset="0"/>
              </a:rPr>
              <a:t>char</a:t>
            </a:r>
            <a:r>
              <a:rPr lang="de-DE" altLang="de-DE" sz="1800" b="1" dirty="0">
                <a:latin typeface="Courier New" panose="02070309020205020404" pitchFamily="49" charset="0"/>
              </a:rPr>
              <a:t> *</a:t>
            </a:r>
            <a:r>
              <a:rPr lang="de-DE" altLang="de-DE" sz="1800" b="1" dirty="0" err="1">
                <a:latin typeface="Courier New" panose="02070309020205020404" pitchFamily="49" charset="0"/>
              </a:rPr>
              <a:t>argv</a:t>
            </a:r>
            <a:r>
              <a:rPr lang="de-DE" altLang="de-DE" sz="1800" b="1" dirty="0">
                <a:latin typeface="Courier New" panose="02070309020205020404" pitchFamily="49" charset="0"/>
              </a:rPr>
              <a:t>[]){</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while</a:t>
            </a:r>
            <a:r>
              <a:rPr lang="de-DE" altLang="de-DE" sz="1800" b="1" dirty="0">
                <a:latin typeface="Courier New" panose="02070309020205020404" pitchFamily="49" charset="0"/>
              </a:rPr>
              <a:t> (</a:t>
            </a:r>
            <a:r>
              <a:rPr lang="de-DE" altLang="de-DE" sz="1800" b="1" dirty="0" err="1">
                <a:latin typeface="Courier New" panose="02070309020205020404" pitchFamily="49" charset="0"/>
              </a:rPr>
              <a:t>argc</a:t>
            </a:r>
            <a:r>
              <a:rPr lang="de-DE" altLang="de-DE" sz="1800" b="1" dirty="0">
                <a:latin typeface="Courier New" panose="02070309020205020404" pitchFamily="49" charset="0"/>
              </a:rPr>
              <a:t>&gt;0)   {</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printf</a:t>
            </a:r>
            <a:r>
              <a:rPr lang="de-DE" altLang="de-DE" sz="1800" b="1" dirty="0">
                <a:latin typeface="Courier New" panose="02070309020205020404" pitchFamily="49" charset="0"/>
              </a:rPr>
              <a:t>("%s \n",</a:t>
            </a:r>
            <a:r>
              <a:rPr lang="de-DE" altLang="de-DE" sz="1800" b="1" dirty="0" err="1">
                <a:latin typeface="Courier New" panose="02070309020205020404" pitchFamily="49" charset="0"/>
              </a:rPr>
              <a:t>argv</a:t>
            </a:r>
            <a:r>
              <a:rPr lang="de-DE" altLang="de-DE" sz="1800" b="1" dirty="0">
                <a:latin typeface="Courier New" panose="02070309020205020404" pitchFamily="49" charset="0"/>
              </a:rPr>
              <a:t>[argc-1]);</a:t>
            </a: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argc</a:t>
            </a:r>
            <a:r>
              <a:rPr lang="de-DE" altLang="de-DE" sz="1800" b="1" dirty="0">
                <a:latin typeface="Courier New" panose="02070309020205020404" pitchFamily="49" charset="0"/>
              </a:rPr>
              <a:t> --;</a:t>
            </a:r>
          </a:p>
          <a:p>
            <a:pPr eaLnBrk="1" hangingPunct="1">
              <a:spcBef>
                <a:spcPct val="0"/>
              </a:spcBef>
              <a:buFontTx/>
              <a:buNone/>
            </a:pPr>
            <a:r>
              <a:rPr lang="de-DE" altLang="de-DE" sz="1800" b="1" dirty="0">
                <a:latin typeface="Courier New" panose="02070309020205020404" pitchFamily="49" charset="0"/>
              </a:rPr>
              <a:t>   }</a:t>
            </a:r>
          </a:p>
          <a:p>
            <a:pPr eaLnBrk="1" hangingPunct="1">
              <a:spcBef>
                <a:spcPct val="0"/>
              </a:spcBef>
              <a:buFontTx/>
              <a:buNone/>
            </a:pPr>
            <a:endParaRPr lang="de-DE" altLang="de-DE" sz="1800" b="1" dirty="0">
              <a:latin typeface="Courier New" panose="02070309020205020404" pitchFamily="49" charset="0"/>
            </a:endParaRPr>
          </a:p>
          <a:p>
            <a:pPr eaLnBrk="1" hangingPunct="1">
              <a:spcBef>
                <a:spcPct val="0"/>
              </a:spcBef>
              <a:buFontTx/>
              <a:buNone/>
            </a:pPr>
            <a:r>
              <a:rPr lang="de-DE" altLang="de-DE" sz="1800" b="1" dirty="0">
                <a:latin typeface="Courier New" panose="02070309020205020404" pitchFamily="49" charset="0"/>
              </a:rPr>
              <a:t>   </a:t>
            </a:r>
            <a:r>
              <a:rPr lang="de-DE" altLang="de-DE" sz="1800" b="1" dirty="0" err="1">
                <a:latin typeface="Courier New" panose="02070309020205020404" pitchFamily="49" charset="0"/>
              </a:rPr>
              <a:t>return</a:t>
            </a:r>
            <a:r>
              <a:rPr lang="de-DE" altLang="de-DE" sz="1800" b="1" dirty="0">
                <a:latin typeface="Courier New" panose="02070309020205020404" pitchFamily="49" charset="0"/>
              </a:rPr>
              <a:t> 0;</a:t>
            </a:r>
          </a:p>
          <a:p>
            <a:pPr eaLnBrk="1" hangingPunct="1">
              <a:spcBef>
                <a:spcPct val="0"/>
              </a:spcBef>
              <a:buFontTx/>
              <a:buNone/>
            </a:pPr>
            <a:r>
              <a:rPr lang="de-DE" altLang="de-DE" sz="1800" b="1" dirty="0">
                <a:latin typeface="Courier New" panose="02070309020205020404" pitchFamily="49" charset="0"/>
              </a:rPr>
              <a:t>}	</a:t>
            </a:r>
          </a:p>
        </p:txBody>
      </p:sp>
      <p:sp>
        <p:nvSpPr>
          <p:cNvPr id="81927" name="Text Box 6">
            <a:extLst>
              <a:ext uri="{FF2B5EF4-FFF2-40B4-BE49-F238E27FC236}">
                <a16:creationId xmlns:a16="http://schemas.microsoft.com/office/drawing/2014/main" id="{72B9E191-D3F8-4C25-BE41-75663A47EEC7}"/>
              </a:ext>
            </a:extLst>
          </p:cNvPr>
          <p:cNvSpPr txBox="1">
            <a:spLocks noChangeArrowheads="1"/>
          </p:cNvSpPr>
          <p:nvPr/>
        </p:nvSpPr>
        <p:spPr bwMode="auto">
          <a:xfrm>
            <a:off x="858838" y="4767263"/>
            <a:ext cx="49342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In </a:t>
            </a:r>
            <a:r>
              <a:rPr lang="de-DE" altLang="de-DE" sz="1800" dirty="0" err="1">
                <a:latin typeface="Calibri" panose="020F0502020204030204" pitchFamily="34" charset="0"/>
                <a:cs typeface="Calibri" panose="020F0502020204030204" pitchFamily="34" charset="0"/>
              </a:rPr>
              <a:t>argv</a:t>
            </a:r>
            <a:r>
              <a:rPr lang="de-DE" altLang="de-DE" sz="1800" dirty="0">
                <a:latin typeface="Calibri" panose="020F0502020204030204" pitchFamily="34" charset="0"/>
                <a:cs typeface="Calibri" panose="020F0502020204030204" pitchFamily="34" charset="0"/>
              </a:rPr>
              <a:t>[0] steht der Programmname inklusive Pfad.</a:t>
            </a:r>
          </a:p>
        </p:txBody>
      </p:sp>
      <p:sp>
        <p:nvSpPr>
          <p:cNvPr id="81928" name="Text Box 7">
            <a:extLst>
              <a:ext uri="{FF2B5EF4-FFF2-40B4-BE49-F238E27FC236}">
                <a16:creationId xmlns:a16="http://schemas.microsoft.com/office/drawing/2014/main" id="{A62113C7-3DAA-44CB-8CE6-EF0475C8BE08}"/>
              </a:ext>
            </a:extLst>
          </p:cNvPr>
          <p:cNvSpPr txBox="1">
            <a:spLocks noChangeArrowheads="1"/>
          </p:cNvSpPr>
          <p:nvPr/>
        </p:nvSpPr>
        <p:spPr bwMode="auto">
          <a:xfrm>
            <a:off x="3159125" y="1039813"/>
            <a:ext cx="56611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Anzahl der Eingaben (Programme selbst gehört </a:t>
            </a:r>
            <a:r>
              <a:rPr lang="de-DE" altLang="de-DE" sz="1800">
                <a:latin typeface="Calibri" panose="020F0502020204030204" pitchFamily="34" charset="0"/>
                <a:cs typeface="Calibri" panose="020F0502020204030204" pitchFamily="34" charset="0"/>
              </a:rPr>
              <a:t>auch dazu)</a:t>
            </a:r>
            <a:endParaRPr lang="de-DE" altLang="de-DE" sz="1800" dirty="0">
              <a:latin typeface="Calibri" panose="020F0502020204030204" pitchFamily="34" charset="0"/>
              <a:cs typeface="Calibri" panose="020F0502020204030204" pitchFamily="34" charset="0"/>
            </a:endParaRPr>
          </a:p>
        </p:txBody>
      </p:sp>
      <p:sp>
        <p:nvSpPr>
          <p:cNvPr id="81929" name="Text Box 8">
            <a:extLst>
              <a:ext uri="{FF2B5EF4-FFF2-40B4-BE49-F238E27FC236}">
                <a16:creationId xmlns:a16="http://schemas.microsoft.com/office/drawing/2014/main" id="{26B93726-207E-4CE4-82AB-14CF458FAFCA}"/>
              </a:ext>
            </a:extLst>
          </p:cNvPr>
          <p:cNvSpPr txBox="1">
            <a:spLocks noChangeArrowheads="1"/>
          </p:cNvSpPr>
          <p:nvPr/>
        </p:nvSpPr>
        <p:spPr bwMode="auto">
          <a:xfrm>
            <a:off x="5470525" y="1255713"/>
            <a:ext cx="23224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Liste der Eingabewerte</a:t>
            </a:r>
          </a:p>
        </p:txBody>
      </p:sp>
      <p:sp>
        <p:nvSpPr>
          <p:cNvPr id="81930" name="Line 9">
            <a:extLst>
              <a:ext uri="{FF2B5EF4-FFF2-40B4-BE49-F238E27FC236}">
                <a16:creationId xmlns:a16="http://schemas.microsoft.com/office/drawing/2014/main" id="{609AB4F7-C16A-4918-A073-0A0A2610AE90}"/>
              </a:ext>
            </a:extLst>
          </p:cNvPr>
          <p:cNvSpPr>
            <a:spLocks noChangeShapeType="1"/>
          </p:cNvSpPr>
          <p:nvPr/>
        </p:nvSpPr>
        <p:spPr bwMode="auto">
          <a:xfrm>
            <a:off x="3187700" y="1244600"/>
            <a:ext cx="0" cy="5715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81931" name="Line 10">
            <a:extLst>
              <a:ext uri="{FF2B5EF4-FFF2-40B4-BE49-F238E27FC236}">
                <a16:creationId xmlns:a16="http://schemas.microsoft.com/office/drawing/2014/main" id="{86D39FC3-3CAD-4CEE-8C32-3AA77A727C5E}"/>
              </a:ext>
            </a:extLst>
          </p:cNvPr>
          <p:cNvSpPr>
            <a:spLocks noChangeShapeType="1"/>
          </p:cNvSpPr>
          <p:nvPr/>
        </p:nvSpPr>
        <p:spPr bwMode="auto">
          <a:xfrm flipH="1">
            <a:off x="4686300" y="1473200"/>
            <a:ext cx="838200" cy="330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liennummernplatzhalter 4">
            <a:extLst>
              <a:ext uri="{FF2B5EF4-FFF2-40B4-BE49-F238E27FC236}">
                <a16:creationId xmlns:a16="http://schemas.microsoft.com/office/drawing/2014/main" id="{4D57F9DC-4FCB-4AAD-B8CC-7EBDA083A2F2}"/>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r" eaLnBrk="1" hangingPunct="1">
              <a:spcBef>
                <a:spcPct val="0"/>
              </a:spcBef>
              <a:buFontTx/>
              <a:buNone/>
            </a:pPr>
            <a:fld id="{64188A4A-CDA4-41CD-9BBD-6B330A0BB6D0}" type="slidenum">
              <a:rPr lang="de-DE" altLang="de-DE" sz="1400"/>
              <a:pPr algn="r" eaLnBrk="1" hangingPunct="1">
                <a:spcBef>
                  <a:spcPct val="0"/>
                </a:spcBef>
                <a:buFontTx/>
                <a:buNone/>
              </a:pPr>
              <a:t>42</a:t>
            </a:fld>
            <a:endParaRPr lang="de-DE" altLang="de-DE" sz="1400" dirty="0"/>
          </a:p>
        </p:txBody>
      </p:sp>
      <p:sp>
        <p:nvSpPr>
          <p:cNvPr id="83971" name="Text Box 9">
            <a:extLst>
              <a:ext uri="{FF2B5EF4-FFF2-40B4-BE49-F238E27FC236}">
                <a16:creationId xmlns:a16="http://schemas.microsoft.com/office/drawing/2014/main" id="{4984989D-CC63-4AE7-922E-5A4F6BC9768D}"/>
              </a:ext>
            </a:extLst>
          </p:cNvPr>
          <p:cNvSpPr txBox="1">
            <a:spLocks noChangeArrowheads="1"/>
          </p:cNvSpPr>
          <p:nvPr/>
        </p:nvSpPr>
        <p:spPr bwMode="auto">
          <a:xfrm>
            <a:off x="971550" y="1262063"/>
            <a:ext cx="55530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AutoNum type="arabicPeriod"/>
            </a:pPr>
            <a:r>
              <a:rPr lang="de-DE" altLang="de-DE" sz="2400"/>
              <a:t> </a:t>
            </a:r>
            <a:r>
              <a:rPr lang="de-DE" altLang="de-DE" b="1">
                <a:sym typeface="Wingdings" panose="05000000000000000000" pitchFamily="2" charset="2"/>
              </a:rPr>
              <a:t></a:t>
            </a:r>
            <a:r>
              <a:rPr lang="de-DE" altLang="de-DE" sz="2400"/>
              <a:t> </a:t>
            </a:r>
            <a:r>
              <a:rPr lang="de-DE" altLang="de-DE" sz="2400">
                <a:solidFill>
                  <a:schemeClr val="bg2"/>
                </a:solidFill>
              </a:rPr>
              <a:t>Wiederholung: Zeiger, Felder</a:t>
            </a:r>
          </a:p>
          <a:p>
            <a:pPr eaLnBrk="1" hangingPunct="1">
              <a:spcBef>
                <a:spcPct val="0"/>
              </a:spcBef>
              <a:buFontTx/>
              <a:buAutoNum type="arabicPeriod"/>
            </a:pPr>
            <a:r>
              <a:rPr lang="de-DE" altLang="de-DE" sz="2400">
                <a:solidFill>
                  <a:schemeClr val="bg2"/>
                </a:solidFill>
              </a:rPr>
              <a:t> </a:t>
            </a:r>
            <a:r>
              <a:rPr lang="de-DE" altLang="de-DE" b="1">
                <a:sym typeface="Wingdings" panose="05000000000000000000" pitchFamily="2" charset="2"/>
              </a:rPr>
              <a:t></a:t>
            </a:r>
            <a:r>
              <a:rPr lang="de-DE" altLang="de-DE" sz="2400">
                <a:solidFill>
                  <a:schemeClr val="bg2"/>
                </a:solidFill>
              </a:rPr>
              <a:t> Zusammenhang Felder und Zeiger</a:t>
            </a:r>
          </a:p>
          <a:p>
            <a:pPr eaLnBrk="1" hangingPunct="1">
              <a:spcBef>
                <a:spcPct val="0"/>
              </a:spcBef>
              <a:buFontTx/>
              <a:buAutoNum type="arabicPeriod"/>
            </a:pPr>
            <a:r>
              <a:rPr lang="de-DE" altLang="de-DE" sz="2400">
                <a:solidFill>
                  <a:schemeClr val="bg2"/>
                </a:solidFill>
              </a:rPr>
              <a:t> </a:t>
            </a:r>
            <a:r>
              <a:rPr lang="de-DE" altLang="de-DE" b="1">
                <a:sym typeface="Wingdings" panose="05000000000000000000" pitchFamily="2" charset="2"/>
              </a:rPr>
              <a:t></a:t>
            </a:r>
            <a:r>
              <a:rPr lang="de-DE" altLang="de-DE" sz="2400">
                <a:solidFill>
                  <a:schemeClr val="bg2"/>
                </a:solidFill>
              </a:rPr>
              <a:t> Zweidimensionale Felder</a:t>
            </a:r>
          </a:p>
          <a:p>
            <a:pPr eaLnBrk="1" hangingPunct="1">
              <a:spcBef>
                <a:spcPct val="0"/>
              </a:spcBef>
              <a:buFontTx/>
              <a:buAutoNum type="arabicPeriod"/>
            </a:pPr>
            <a:r>
              <a:rPr lang="de-DE" altLang="de-DE" sz="2400">
                <a:solidFill>
                  <a:schemeClr val="bg2"/>
                </a:solidFill>
              </a:rPr>
              <a:t> </a:t>
            </a:r>
            <a:r>
              <a:rPr lang="de-DE" altLang="de-DE" b="1">
                <a:sym typeface="Wingdings" panose="05000000000000000000" pitchFamily="2" charset="2"/>
              </a:rPr>
              <a:t></a:t>
            </a:r>
            <a:r>
              <a:rPr lang="de-DE" altLang="de-DE" sz="2400">
                <a:solidFill>
                  <a:schemeClr val="bg2"/>
                </a:solidFill>
              </a:rPr>
              <a:t> Funktionen und Zeiger</a:t>
            </a:r>
          </a:p>
          <a:p>
            <a:pPr eaLnBrk="1" hangingPunct="1">
              <a:spcBef>
                <a:spcPct val="0"/>
              </a:spcBef>
              <a:buFontTx/>
              <a:buAutoNum type="arabicPeriod"/>
            </a:pPr>
            <a:r>
              <a:rPr lang="de-DE" altLang="de-DE" sz="2400">
                <a:solidFill>
                  <a:schemeClr val="bg2"/>
                </a:solidFill>
              </a:rPr>
              <a:t> </a:t>
            </a:r>
            <a:r>
              <a:rPr lang="de-DE" altLang="de-DE" b="1">
                <a:sym typeface="Wingdings" panose="05000000000000000000" pitchFamily="2" charset="2"/>
              </a:rPr>
              <a:t></a:t>
            </a:r>
            <a:r>
              <a:rPr lang="de-DE" altLang="de-DE" sz="2400">
                <a:solidFill>
                  <a:schemeClr val="bg2"/>
                </a:solidFill>
              </a:rPr>
              <a:t> Funktionen mit Feldern</a:t>
            </a:r>
          </a:p>
          <a:p>
            <a:pPr eaLnBrk="1" hangingPunct="1">
              <a:spcBef>
                <a:spcPct val="0"/>
              </a:spcBef>
              <a:buFontTx/>
              <a:buAutoNum type="arabicPeriod"/>
            </a:pPr>
            <a:r>
              <a:rPr lang="de-DE" altLang="de-DE" sz="2400">
                <a:solidFill>
                  <a:schemeClr val="bg2"/>
                </a:solidFill>
              </a:rPr>
              <a:t> </a:t>
            </a:r>
            <a:r>
              <a:rPr lang="de-DE" altLang="de-DE" sz="2400"/>
              <a:t>Strings</a:t>
            </a:r>
          </a:p>
          <a:p>
            <a:pPr eaLnBrk="1" hangingPunct="1">
              <a:spcBef>
                <a:spcPct val="0"/>
              </a:spcBef>
              <a:buFontTx/>
              <a:buAutoNum type="arabicPeriod"/>
            </a:pPr>
            <a:r>
              <a:rPr lang="de-DE" altLang="de-DE" sz="2400">
                <a:solidFill>
                  <a:schemeClr val="bg2"/>
                </a:solidFill>
              </a:rPr>
              <a:t> Felder von Zeigern</a:t>
            </a:r>
          </a:p>
        </p:txBody>
      </p:sp>
      <p:pic>
        <p:nvPicPr>
          <p:cNvPr id="4" name="Grafik 1">
            <a:extLst>
              <a:ext uri="{FF2B5EF4-FFF2-40B4-BE49-F238E27FC236}">
                <a16:creationId xmlns:a16="http://schemas.microsoft.com/office/drawing/2014/main" id="{91BF8023-237F-470C-AC08-4F62FDBCC5C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30813" y="2928938"/>
            <a:ext cx="3706812" cy="315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liennummernplatzhalter 2">
            <a:extLst>
              <a:ext uri="{FF2B5EF4-FFF2-40B4-BE49-F238E27FC236}">
                <a16:creationId xmlns:a16="http://schemas.microsoft.com/office/drawing/2014/main" id="{6F3259A6-297C-4476-8A6A-F01DA06F810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CF278437-2220-417E-816B-D29F9E6EE63C}" type="slidenum">
              <a:rPr lang="de-DE" altLang="de-DE" sz="1400" smtClean="0"/>
              <a:pPr>
                <a:spcBef>
                  <a:spcPct val="0"/>
                </a:spcBef>
                <a:buFontTx/>
                <a:buNone/>
              </a:pPr>
              <a:t>43</a:t>
            </a:fld>
            <a:endParaRPr lang="de-DE" altLang="de-DE" sz="1400"/>
          </a:p>
        </p:txBody>
      </p:sp>
      <p:sp>
        <p:nvSpPr>
          <p:cNvPr id="86019" name="Rectangle 2">
            <a:extLst>
              <a:ext uri="{FF2B5EF4-FFF2-40B4-BE49-F238E27FC236}">
                <a16:creationId xmlns:a16="http://schemas.microsoft.com/office/drawing/2014/main" id="{6EF88290-C3DA-411F-AD61-59F1BC0B8C2E}"/>
              </a:ext>
            </a:extLst>
          </p:cNvPr>
          <p:cNvSpPr>
            <a:spLocks noChangeArrowheads="1"/>
          </p:cNvSpPr>
          <p:nvPr/>
        </p:nvSpPr>
        <p:spPr bwMode="auto">
          <a:xfrm>
            <a:off x="938213" y="1674813"/>
            <a:ext cx="7426325" cy="577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86021" name="Rectangle 4">
            <a:extLst>
              <a:ext uri="{FF2B5EF4-FFF2-40B4-BE49-F238E27FC236}">
                <a16:creationId xmlns:a16="http://schemas.microsoft.com/office/drawing/2014/main" id="{59F55A97-35F9-441B-A8AF-A833860FD8A5}"/>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6. Strings (Zeichenketten) und Char  (Zeichen)</a:t>
            </a:r>
          </a:p>
        </p:txBody>
      </p:sp>
      <p:sp>
        <p:nvSpPr>
          <p:cNvPr id="86022" name="Text Box 5">
            <a:extLst>
              <a:ext uri="{FF2B5EF4-FFF2-40B4-BE49-F238E27FC236}">
                <a16:creationId xmlns:a16="http://schemas.microsoft.com/office/drawing/2014/main" id="{0010323D-F4E9-4A4A-8B82-8E679E100623}"/>
              </a:ext>
            </a:extLst>
          </p:cNvPr>
          <p:cNvSpPr txBox="1">
            <a:spLocks noChangeArrowheads="1"/>
          </p:cNvSpPr>
          <p:nvPr/>
        </p:nvSpPr>
        <p:spPr bwMode="auto">
          <a:xfrm>
            <a:off x="1905838" y="1384024"/>
            <a:ext cx="19589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rPr>
              <a:t>char</a:t>
            </a:r>
            <a:r>
              <a:rPr lang="de-DE" altLang="de-DE" sz="1800" b="1" dirty="0">
                <a:latin typeface="Courier New" panose="02070309020205020404" pitchFamily="49" charset="0"/>
              </a:rPr>
              <a:t> a = 'j';</a:t>
            </a:r>
          </a:p>
        </p:txBody>
      </p:sp>
      <p:sp>
        <p:nvSpPr>
          <p:cNvPr id="86023" name="Text Box 6">
            <a:extLst>
              <a:ext uri="{FF2B5EF4-FFF2-40B4-BE49-F238E27FC236}">
                <a16:creationId xmlns:a16="http://schemas.microsoft.com/office/drawing/2014/main" id="{4E49C2F7-CF1E-435B-BF70-0401F02C927C}"/>
              </a:ext>
            </a:extLst>
          </p:cNvPr>
          <p:cNvSpPr txBox="1">
            <a:spLocks noChangeArrowheads="1"/>
          </p:cNvSpPr>
          <p:nvPr/>
        </p:nvSpPr>
        <p:spPr bwMode="auto">
          <a:xfrm>
            <a:off x="2176462" y="1816816"/>
            <a:ext cx="32976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rPr>
              <a:t>char</a:t>
            </a:r>
            <a:r>
              <a:rPr lang="de-DE" altLang="de-DE" sz="1800" b="1" dirty="0">
                <a:latin typeface="Courier New" panose="02070309020205020404" pitchFamily="49" charset="0"/>
              </a:rPr>
              <a:t> </a:t>
            </a:r>
            <a:r>
              <a:rPr lang="de-DE" altLang="de-DE" sz="1800" b="1" dirty="0" err="1">
                <a:latin typeface="Courier New" panose="02070309020205020404" pitchFamily="49" charset="0"/>
              </a:rPr>
              <a:t>line</a:t>
            </a:r>
            <a:r>
              <a:rPr lang="de-DE" altLang="de-DE" sz="1800" b="1" dirty="0">
                <a:latin typeface="Courier New" panose="02070309020205020404" pitchFamily="49" charset="0"/>
              </a:rPr>
              <a:t>[100] = </a:t>
            </a:r>
            <a:r>
              <a:rPr lang="de-DE" altLang="de-DE" sz="1800" b="1" dirty="0"/>
              <a:t>"</a:t>
            </a:r>
            <a:r>
              <a:rPr lang="de-DE" altLang="de-DE" sz="1800" b="1" dirty="0" err="1">
                <a:latin typeface="Courier New" panose="02070309020205020404" pitchFamily="49" charset="0"/>
              </a:rPr>
              <a:t>abc</a:t>
            </a:r>
            <a:r>
              <a:rPr lang="de-DE" altLang="de-DE" sz="1800" b="1" dirty="0"/>
              <a:t>"</a:t>
            </a:r>
            <a:r>
              <a:rPr lang="de-DE" altLang="de-DE" sz="1800" b="1" dirty="0">
                <a:latin typeface="Courier New" panose="02070309020205020404" pitchFamily="49" charset="0"/>
              </a:rPr>
              <a:t>;</a:t>
            </a:r>
          </a:p>
        </p:txBody>
      </p:sp>
      <p:sp>
        <p:nvSpPr>
          <p:cNvPr id="86024" name="Text Box 7">
            <a:extLst>
              <a:ext uri="{FF2B5EF4-FFF2-40B4-BE49-F238E27FC236}">
                <a16:creationId xmlns:a16="http://schemas.microsoft.com/office/drawing/2014/main" id="{0ED59DE8-CDB3-46DA-A308-93B21788D35A}"/>
              </a:ext>
            </a:extLst>
          </p:cNvPr>
          <p:cNvSpPr txBox="1">
            <a:spLocks noChangeArrowheads="1"/>
          </p:cNvSpPr>
          <p:nvPr/>
        </p:nvSpPr>
        <p:spPr bwMode="auto">
          <a:xfrm>
            <a:off x="748546" y="1819753"/>
            <a:ext cx="14507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Zeichenkette:</a:t>
            </a:r>
          </a:p>
        </p:txBody>
      </p:sp>
      <p:sp>
        <p:nvSpPr>
          <p:cNvPr id="86025" name="Text Box 8">
            <a:extLst>
              <a:ext uri="{FF2B5EF4-FFF2-40B4-BE49-F238E27FC236}">
                <a16:creationId xmlns:a16="http://schemas.microsoft.com/office/drawing/2014/main" id="{4AEE1F93-6DF6-4F50-83D7-AED6C41C704B}"/>
              </a:ext>
            </a:extLst>
          </p:cNvPr>
          <p:cNvSpPr txBox="1">
            <a:spLocks noChangeArrowheads="1"/>
          </p:cNvSpPr>
          <p:nvPr/>
        </p:nvSpPr>
        <p:spPr bwMode="auto">
          <a:xfrm>
            <a:off x="759625" y="1401763"/>
            <a:ext cx="9762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dirty="0">
                <a:latin typeface="Calibri" panose="020F0502020204030204" pitchFamily="34" charset="0"/>
                <a:cs typeface="Calibri" panose="020F0502020204030204" pitchFamily="34" charset="0"/>
              </a:rPr>
              <a:t>Zeichen:</a:t>
            </a:r>
          </a:p>
        </p:txBody>
      </p:sp>
      <p:sp>
        <p:nvSpPr>
          <p:cNvPr id="86026" name="Text Box 9">
            <a:extLst>
              <a:ext uri="{FF2B5EF4-FFF2-40B4-BE49-F238E27FC236}">
                <a16:creationId xmlns:a16="http://schemas.microsoft.com/office/drawing/2014/main" id="{B47C0AF5-CFE8-42EC-AEB3-08DA7946BC71}"/>
              </a:ext>
            </a:extLst>
          </p:cNvPr>
          <p:cNvSpPr txBox="1">
            <a:spLocks noChangeArrowheads="1"/>
          </p:cNvSpPr>
          <p:nvPr/>
        </p:nvSpPr>
        <p:spPr bwMode="auto">
          <a:xfrm>
            <a:off x="447405" y="3373775"/>
            <a:ext cx="1071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2000" dirty="0">
                <a:latin typeface="Calibri" panose="020F0502020204030204" pitchFamily="34" charset="0"/>
                <a:cs typeface="Calibri" panose="020F0502020204030204" pitchFamily="34" charset="0"/>
              </a:rPr>
              <a:t>Ausgabe</a:t>
            </a:r>
          </a:p>
        </p:txBody>
      </p:sp>
      <p:sp>
        <p:nvSpPr>
          <p:cNvPr id="86027" name="Rectangle 10">
            <a:extLst>
              <a:ext uri="{FF2B5EF4-FFF2-40B4-BE49-F238E27FC236}">
                <a16:creationId xmlns:a16="http://schemas.microsoft.com/office/drawing/2014/main" id="{7D30A1A7-95BA-4B9B-ACE3-EDE67230961E}"/>
              </a:ext>
            </a:extLst>
          </p:cNvPr>
          <p:cNvSpPr>
            <a:spLocks noChangeArrowheads="1"/>
          </p:cNvSpPr>
          <p:nvPr/>
        </p:nvSpPr>
        <p:spPr bwMode="auto">
          <a:xfrm>
            <a:off x="928688" y="4116388"/>
            <a:ext cx="7426325" cy="835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86028" name="Text Box 11">
            <a:extLst>
              <a:ext uri="{FF2B5EF4-FFF2-40B4-BE49-F238E27FC236}">
                <a16:creationId xmlns:a16="http://schemas.microsoft.com/office/drawing/2014/main" id="{77D4C973-961C-4CBC-9EDC-3505D79218A3}"/>
              </a:ext>
            </a:extLst>
          </p:cNvPr>
          <p:cNvSpPr txBox="1">
            <a:spLocks noChangeArrowheads="1"/>
          </p:cNvSpPr>
          <p:nvPr/>
        </p:nvSpPr>
        <p:spPr bwMode="auto">
          <a:xfrm>
            <a:off x="905245" y="3825875"/>
            <a:ext cx="714304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eines Zeichens: </a:t>
            </a:r>
            <a:r>
              <a:rPr lang="de-DE" altLang="de-DE" sz="1800" b="1" dirty="0" err="1">
                <a:latin typeface="Courier New" panose="02070309020205020404" pitchFamily="49" charset="0"/>
              </a:rPr>
              <a:t>printf</a:t>
            </a:r>
            <a:r>
              <a:rPr lang="de-DE" altLang="de-DE" sz="1800" b="1" dirty="0">
                <a:latin typeface="Courier New" panose="02070309020205020404" pitchFamily="49" charset="0"/>
              </a:rPr>
              <a:t>("%c \</a:t>
            </a:r>
            <a:r>
              <a:rPr lang="de-DE" altLang="de-DE" sz="1800" b="1" dirty="0" err="1">
                <a:latin typeface="Courier New" panose="02070309020205020404" pitchFamily="49" charset="0"/>
              </a:rPr>
              <a:t>n",a</a:t>
            </a:r>
            <a:r>
              <a:rPr lang="de-DE" altLang="de-DE" sz="1800" b="1" dirty="0">
                <a:latin typeface="Courier New" panose="02070309020205020404" pitchFamily="49" charset="0"/>
              </a:rPr>
              <a:t>);</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einer Zeichenkette: </a:t>
            </a:r>
            <a:r>
              <a:rPr lang="de-DE" altLang="de-DE" sz="1800" b="1" dirty="0" err="1">
                <a:latin typeface="Courier New" panose="02070309020205020404" pitchFamily="49" charset="0"/>
              </a:rPr>
              <a:t>printf</a:t>
            </a:r>
            <a:r>
              <a:rPr lang="de-DE" altLang="de-DE" sz="1800" b="1" dirty="0">
                <a:latin typeface="Courier New" panose="02070309020205020404" pitchFamily="49" charset="0"/>
              </a:rPr>
              <a:t>("%</a:t>
            </a:r>
            <a:r>
              <a:rPr lang="de-DE" altLang="de-DE" sz="1800" b="1" dirty="0">
                <a:solidFill>
                  <a:srgbClr val="FF0066"/>
                </a:solidFill>
                <a:latin typeface="Courier New" panose="02070309020205020404" pitchFamily="49" charset="0"/>
              </a:rPr>
              <a:t>s</a:t>
            </a:r>
            <a:r>
              <a:rPr lang="de-DE" altLang="de-DE" sz="1800" b="1" dirty="0">
                <a:latin typeface="Courier New" panose="02070309020205020404" pitchFamily="49" charset="0"/>
              </a:rPr>
              <a:t> \n",</a:t>
            </a:r>
            <a:r>
              <a:rPr lang="de-DE" altLang="de-DE" sz="1800" b="1" dirty="0" err="1">
                <a:latin typeface="Courier New" panose="02070309020205020404" pitchFamily="49" charset="0"/>
              </a:rPr>
              <a:t>line</a:t>
            </a:r>
            <a:r>
              <a:rPr lang="de-DE" altLang="de-DE" sz="1800" b="1" dirty="0">
                <a:latin typeface="Courier New" panose="02070309020205020404" pitchFamily="49" charset="0"/>
              </a:rPr>
              <a:t>);//Ausgabe bis \0</a:t>
            </a:r>
          </a:p>
          <a:p>
            <a:pPr eaLnBrk="1" hangingPunct="1">
              <a:spcBef>
                <a:spcPct val="0"/>
              </a:spcBef>
              <a:buFontTx/>
              <a:buNone/>
            </a:pPr>
            <a:endParaRPr lang="de-DE" altLang="de-DE" sz="1800" b="1" dirty="0">
              <a:latin typeface="Courier New" panose="02070309020205020404" pitchFamily="49" charset="0"/>
            </a:endParaRPr>
          </a:p>
        </p:txBody>
      </p:sp>
      <p:sp>
        <p:nvSpPr>
          <p:cNvPr id="86029" name="Rectangle 12">
            <a:extLst>
              <a:ext uri="{FF2B5EF4-FFF2-40B4-BE49-F238E27FC236}">
                <a16:creationId xmlns:a16="http://schemas.microsoft.com/office/drawing/2014/main" id="{0BA3D5DD-3F8F-45EC-88BF-ACEC1445DD48}"/>
              </a:ext>
            </a:extLst>
          </p:cNvPr>
          <p:cNvSpPr>
            <a:spLocks noChangeArrowheads="1"/>
          </p:cNvSpPr>
          <p:nvPr/>
        </p:nvSpPr>
        <p:spPr bwMode="auto">
          <a:xfrm>
            <a:off x="6773069" y="1221611"/>
            <a:ext cx="658812" cy="58261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a:latin typeface="Courier New" panose="02070309020205020404" pitchFamily="49" charset="0"/>
              </a:rPr>
              <a:t>j</a:t>
            </a:r>
          </a:p>
        </p:txBody>
      </p:sp>
      <p:sp>
        <p:nvSpPr>
          <p:cNvPr id="86030" name="Rectangle 13">
            <a:extLst>
              <a:ext uri="{FF2B5EF4-FFF2-40B4-BE49-F238E27FC236}">
                <a16:creationId xmlns:a16="http://schemas.microsoft.com/office/drawing/2014/main" id="{FEE71B99-B6AB-45BA-A78E-2D40E9BB6053}"/>
              </a:ext>
            </a:extLst>
          </p:cNvPr>
          <p:cNvSpPr>
            <a:spLocks noChangeArrowheads="1"/>
          </p:cNvSpPr>
          <p:nvPr/>
        </p:nvSpPr>
        <p:spPr bwMode="auto">
          <a:xfrm>
            <a:off x="3713163" y="2382898"/>
            <a:ext cx="658812" cy="582612"/>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a:latin typeface="Courier New" panose="02070309020205020404" pitchFamily="49" charset="0"/>
              </a:rPr>
              <a:t>a</a:t>
            </a:r>
          </a:p>
        </p:txBody>
      </p:sp>
      <p:sp>
        <p:nvSpPr>
          <p:cNvPr id="86031" name="Rectangle 14">
            <a:extLst>
              <a:ext uri="{FF2B5EF4-FFF2-40B4-BE49-F238E27FC236}">
                <a16:creationId xmlns:a16="http://schemas.microsoft.com/office/drawing/2014/main" id="{E6EF9D1B-5FDA-4C5F-8915-23B7D8859369}"/>
              </a:ext>
            </a:extLst>
          </p:cNvPr>
          <p:cNvSpPr>
            <a:spLocks noChangeArrowheads="1"/>
          </p:cNvSpPr>
          <p:nvPr/>
        </p:nvSpPr>
        <p:spPr bwMode="auto">
          <a:xfrm>
            <a:off x="4364038" y="2382898"/>
            <a:ext cx="658812" cy="582612"/>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a:latin typeface="Courier New" panose="02070309020205020404" pitchFamily="49" charset="0"/>
              </a:rPr>
              <a:t>b</a:t>
            </a:r>
          </a:p>
        </p:txBody>
      </p:sp>
      <p:sp>
        <p:nvSpPr>
          <p:cNvPr id="86032" name="Rectangle 15">
            <a:extLst>
              <a:ext uri="{FF2B5EF4-FFF2-40B4-BE49-F238E27FC236}">
                <a16:creationId xmlns:a16="http://schemas.microsoft.com/office/drawing/2014/main" id="{D535AD86-8611-4F75-BEB3-9C1C3EE2FE7D}"/>
              </a:ext>
            </a:extLst>
          </p:cNvPr>
          <p:cNvSpPr>
            <a:spLocks noChangeArrowheads="1"/>
          </p:cNvSpPr>
          <p:nvPr/>
        </p:nvSpPr>
        <p:spPr bwMode="auto">
          <a:xfrm>
            <a:off x="5008563" y="2382898"/>
            <a:ext cx="658812" cy="582612"/>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a:latin typeface="Courier New" panose="02070309020205020404" pitchFamily="49" charset="0"/>
              </a:rPr>
              <a:t>c</a:t>
            </a:r>
          </a:p>
        </p:txBody>
      </p:sp>
      <p:sp>
        <p:nvSpPr>
          <p:cNvPr id="86033" name="Rectangle 16">
            <a:extLst>
              <a:ext uri="{FF2B5EF4-FFF2-40B4-BE49-F238E27FC236}">
                <a16:creationId xmlns:a16="http://schemas.microsoft.com/office/drawing/2014/main" id="{09581F67-B250-47D6-B5B2-AEEA3ED47AD4}"/>
              </a:ext>
            </a:extLst>
          </p:cNvPr>
          <p:cNvSpPr>
            <a:spLocks noChangeArrowheads="1"/>
          </p:cNvSpPr>
          <p:nvPr/>
        </p:nvSpPr>
        <p:spPr bwMode="auto">
          <a:xfrm>
            <a:off x="5653088" y="2382898"/>
            <a:ext cx="658812" cy="582612"/>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b="1" dirty="0">
                <a:latin typeface="Courier New" panose="02070309020205020404" pitchFamily="49" charset="0"/>
              </a:rPr>
              <a:t>\0</a:t>
            </a:r>
          </a:p>
        </p:txBody>
      </p:sp>
      <p:sp>
        <p:nvSpPr>
          <p:cNvPr id="86034" name="Rectangle 17">
            <a:extLst>
              <a:ext uri="{FF2B5EF4-FFF2-40B4-BE49-F238E27FC236}">
                <a16:creationId xmlns:a16="http://schemas.microsoft.com/office/drawing/2014/main" id="{1F05AD48-7FE4-4B8C-8EED-701128EA608F}"/>
              </a:ext>
            </a:extLst>
          </p:cNvPr>
          <p:cNvSpPr>
            <a:spLocks noChangeArrowheads="1"/>
          </p:cNvSpPr>
          <p:nvPr/>
        </p:nvSpPr>
        <p:spPr bwMode="auto">
          <a:xfrm>
            <a:off x="6297613" y="2382898"/>
            <a:ext cx="658812" cy="582612"/>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endParaRPr lang="de-DE" altLang="de-DE" sz="1800" b="1">
              <a:latin typeface="Courier New" panose="02070309020205020404" pitchFamily="49" charset="0"/>
            </a:endParaRPr>
          </a:p>
        </p:txBody>
      </p:sp>
      <p:sp>
        <p:nvSpPr>
          <p:cNvPr id="86035" name="Rectangle 18">
            <a:extLst>
              <a:ext uri="{FF2B5EF4-FFF2-40B4-BE49-F238E27FC236}">
                <a16:creationId xmlns:a16="http://schemas.microsoft.com/office/drawing/2014/main" id="{8180893D-D2D7-4967-8F4B-0E5DA9AB9236}"/>
              </a:ext>
            </a:extLst>
          </p:cNvPr>
          <p:cNvSpPr>
            <a:spLocks noChangeArrowheads="1"/>
          </p:cNvSpPr>
          <p:nvPr/>
        </p:nvSpPr>
        <p:spPr bwMode="auto">
          <a:xfrm>
            <a:off x="6942138" y="2382898"/>
            <a:ext cx="658812" cy="582612"/>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endParaRPr lang="de-DE" altLang="de-DE" sz="1800" b="1">
              <a:latin typeface="Courier New" panose="02070309020205020404" pitchFamily="49" charset="0"/>
            </a:endParaRPr>
          </a:p>
        </p:txBody>
      </p:sp>
      <p:sp>
        <p:nvSpPr>
          <p:cNvPr id="86036" name="Rectangle 19">
            <a:extLst>
              <a:ext uri="{FF2B5EF4-FFF2-40B4-BE49-F238E27FC236}">
                <a16:creationId xmlns:a16="http://schemas.microsoft.com/office/drawing/2014/main" id="{9865C0D9-04E7-49B0-ABEA-40544F3E2A82}"/>
              </a:ext>
            </a:extLst>
          </p:cNvPr>
          <p:cNvSpPr>
            <a:spLocks noChangeArrowheads="1"/>
          </p:cNvSpPr>
          <p:nvPr/>
        </p:nvSpPr>
        <p:spPr bwMode="auto">
          <a:xfrm>
            <a:off x="7594600" y="2382898"/>
            <a:ext cx="658813" cy="582612"/>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endParaRPr lang="de-DE" altLang="de-DE" sz="1800" b="1">
              <a:latin typeface="Courier New" panose="02070309020205020404" pitchFamily="49" charset="0"/>
            </a:endParaRPr>
          </a:p>
        </p:txBody>
      </p:sp>
      <p:sp>
        <p:nvSpPr>
          <p:cNvPr id="86037" name="Text Box 21">
            <a:extLst>
              <a:ext uri="{FF2B5EF4-FFF2-40B4-BE49-F238E27FC236}">
                <a16:creationId xmlns:a16="http://schemas.microsoft.com/office/drawing/2014/main" id="{9AD2AA73-100F-488F-8115-B1DB01106303}"/>
              </a:ext>
            </a:extLst>
          </p:cNvPr>
          <p:cNvSpPr txBox="1">
            <a:spLocks noChangeArrowheads="1"/>
          </p:cNvSpPr>
          <p:nvPr/>
        </p:nvSpPr>
        <p:spPr bwMode="auto">
          <a:xfrm>
            <a:off x="6230478" y="3170297"/>
            <a:ext cx="12727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dirty="0">
                <a:solidFill>
                  <a:srgbClr val="C00000"/>
                </a:solidFill>
                <a:latin typeface="Calibri" panose="020F0502020204030204" pitchFamily="34" charset="0"/>
                <a:cs typeface="Calibri" panose="020F0502020204030204" pitchFamily="34" charset="0"/>
              </a:rPr>
              <a:t>Nullzeichen</a:t>
            </a:r>
          </a:p>
        </p:txBody>
      </p:sp>
      <p:sp>
        <p:nvSpPr>
          <p:cNvPr id="296982" name="Text Box 22">
            <a:extLst>
              <a:ext uri="{FF2B5EF4-FFF2-40B4-BE49-F238E27FC236}">
                <a16:creationId xmlns:a16="http://schemas.microsoft.com/office/drawing/2014/main" id="{B4DAE333-EC96-4AAB-A2D1-724B579167B5}"/>
              </a:ext>
            </a:extLst>
          </p:cNvPr>
          <p:cNvSpPr txBox="1">
            <a:spLocks noChangeArrowheads="1"/>
          </p:cNvSpPr>
          <p:nvPr/>
        </p:nvSpPr>
        <p:spPr bwMode="auto">
          <a:xfrm>
            <a:off x="479425" y="5307013"/>
            <a:ext cx="67442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2000" dirty="0">
                <a:latin typeface="Calibri" panose="020F0502020204030204" pitchFamily="34" charset="0"/>
                <a:cs typeface="Calibri" panose="020F0502020204030204" pitchFamily="34" charset="0"/>
              </a:rPr>
              <a:t>Der </a:t>
            </a:r>
            <a:r>
              <a:rPr lang="de-DE" altLang="de-DE" sz="2000" dirty="0" err="1">
                <a:latin typeface="Calibri" panose="020F0502020204030204" pitchFamily="34" charset="0"/>
                <a:cs typeface="Calibri" panose="020F0502020204030204" pitchFamily="34" charset="0"/>
              </a:rPr>
              <a:t>Formatierer</a:t>
            </a:r>
            <a:r>
              <a:rPr lang="de-DE" altLang="de-DE" sz="2000" dirty="0">
                <a:latin typeface="Calibri" panose="020F0502020204030204" pitchFamily="34" charset="0"/>
                <a:cs typeface="Calibri" panose="020F0502020204030204" pitchFamily="34" charset="0"/>
              </a:rPr>
              <a:t> s und das </a:t>
            </a:r>
            <a:r>
              <a:rPr lang="de-DE" altLang="de-DE" sz="2000" dirty="0" err="1">
                <a:latin typeface="Calibri" panose="020F0502020204030204" pitchFamily="34" charset="0"/>
                <a:cs typeface="Calibri" panose="020F0502020204030204" pitchFamily="34" charset="0"/>
              </a:rPr>
              <a:t>Endezeichen</a:t>
            </a:r>
            <a:r>
              <a:rPr lang="de-DE" altLang="de-DE" sz="2000" dirty="0">
                <a:latin typeface="Calibri" panose="020F0502020204030204" pitchFamily="34" charset="0"/>
                <a:cs typeface="Calibri" panose="020F0502020204030204" pitchFamily="34" charset="0"/>
              </a:rPr>
              <a:t> sind typisch für Strings.</a:t>
            </a:r>
          </a:p>
        </p:txBody>
      </p:sp>
      <p:sp>
        <p:nvSpPr>
          <p:cNvPr id="296984" name="Line 24">
            <a:extLst>
              <a:ext uri="{FF2B5EF4-FFF2-40B4-BE49-F238E27FC236}">
                <a16:creationId xmlns:a16="http://schemas.microsoft.com/office/drawing/2014/main" id="{9E1C1C80-2AF7-46DB-9ABB-E3D7E17946BA}"/>
              </a:ext>
            </a:extLst>
          </p:cNvPr>
          <p:cNvSpPr>
            <a:spLocks noChangeShapeType="1"/>
          </p:cNvSpPr>
          <p:nvPr/>
        </p:nvSpPr>
        <p:spPr bwMode="auto">
          <a:xfrm flipV="1">
            <a:off x="2057400" y="4358640"/>
            <a:ext cx="2108200" cy="10769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296985" name="Line 25">
            <a:extLst>
              <a:ext uri="{FF2B5EF4-FFF2-40B4-BE49-F238E27FC236}">
                <a16:creationId xmlns:a16="http://schemas.microsoft.com/office/drawing/2014/main" id="{114D3FC4-1132-420B-9503-3287F05ECDA2}"/>
              </a:ext>
            </a:extLst>
          </p:cNvPr>
          <p:cNvSpPr>
            <a:spLocks noChangeShapeType="1"/>
          </p:cNvSpPr>
          <p:nvPr/>
        </p:nvSpPr>
        <p:spPr bwMode="auto">
          <a:xfrm flipV="1">
            <a:off x="4305300" y="3032125"/>
            <a:ext cx="1618456" cy="24034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2" name="Textfeld 1">
            <a:extLst>
              <a:ext uri="{FF2B5EF4-FFF2-40B4-BE49-F238E27FC236}">
                <a16:creationId xmlns:a16="http://schemas.microsoft.com/office/drawing/2014/main" id="{EA87E2DC-FEC6-4785-B7D0-1D4E0D4A26DF}"/>
              </a:ext>
            </a:extLst>
          </p:cNvPr>
          <p:cNvSpPr txBox="1"/>
          <p:nvPr/>
        </p:nvSpPr>
        <p:spPr>
          <a:xfrm>
            <a:off x="488949" y="865188"/>
            <a:ext cx="6671629" cy="400110"/>
          </a:xfrm>
          <a:prstGeom prst="rect">
            <a:avLst/>
          </a:prstGeom>
          <a:noFill/>
        </p:spPr>
        <p:txBody>
          <a:bodyPr wrap="square" rtlCol="0">
            <a:spAutoFit/>
          </a:bodyPr>
          <a:lstStyle/>
          <a:p>
            <a:r>
              <a:rPr lang="de-DE" sz="2000" dirty="0">
                <a:latin typeface="Calibri" panose="020F0502020204030204" pitchFamily="34" charset="0"/>
                <a:cs typeface="Calibri" panose="020F0502020204030204" pitchFamily="34" charset="0"/>
              </a:rPr>
              <a:t>Eine Zeichenkette ist ein Feld von </a:t>
            </a:r>
            <a:r>
              <a:rPr lang="de-DE" sz="2000" dirty="0" err="1">
                <a:latin typeface="Calibri" panose="020F0502020204030204" pitchFamily="34" charset="0"/>
                <a:cs typeface="Calibri" panose="020F0502020204030204" pitchFamily="34" charset="0"/>
              </a:rPr>
              <a:t>char</a:t>
            </a:r>
            <a:r>
              <a:rPr lang="de-DE" sz="2000" dirty="0">
                <a:latin typeface="Calibri" panose="020F0502020204030204" pitchFamily="34" charset="0"/>
                <a:cs typeface="Calibri" panose="020F0502020204030204" pitchFamily="34" charset="0"/>
              </a:rPr>
              <a:t>-Elementen</a:t>
            </a:r>
            <a:r>
              <a:rPr lang="de-DE" dirty="0">
                <a:latin typeface="Calibri" panose="020F0502020204030204" pitchFamily="34" charset="0"/>
                <a:cs typeface="Calibri" panose="020F0502020204030204" pitchFamily="34" charset="0"/>
              </a:rPr>
              <a:t>.</a:t>
            </a:r>
          </a:p>
        </p:txBody>
      </p:sp>
      <p:sp>
        <p:nvSpPr>
          <p:cNvPr id="3" name="Textfeld 2">
            <a:extLst>
              <a:ext uri="{FF2B5EF4-FFF2-40B4-BE49-F238E27FC236}">
                <a16:creationId xmlns:a16="http://schemas.microsoft.com/office/drawing/2014/main" id="{7753ED8F-E780-4EAC-917A-A21D08DD49CF}"/>
              </a:ext>
            </a:extLst>
          </p:cNvPr>
          <p:cNvSpPr txBox="1"/>
          <p:nvPr/>
        </p:nvSpPr>
        <p:spPr>
          <a:xfrm>
            <a:off x="7732713" y="702469"/>
            <a:ext cx="814647" cy="307777"/>
          </a:xfrm>
          <a:prstGeom prst="rect">
            <a:avLst/>
          </a:prstGeom>
          <a:noFill/>
        </p:spPr>
        <p:txBody>
          <a:bodyPr wrap="none" rtlCol="0">
            <a:spAutoFit/>
          </a:bodyPr>
          <a:lstStyle/>
          <a:p>
            <a:r>
              <a:rPr lang="de-DE" sz="1400" dirty="0">
                <a:latin typeface="Calibri" panose="020F0502020204030204" pitchFamily="34" charset="0"/>
                <a:cs typeface="Calibri" panose="020F0502020204030204" pitchFamily="34" charset="0"/>
              </a:rPr>
              <a:t>Speicher</a:t>
            </a:r>
          </a:p>
        </p:txBody>
      </p:sp>
      <p:cxnSp>
        <p:nvCxnSpPr>
          <p:cNvPr id="5" name="Gerade Verbindung mit Pfeil 4">
            <a:extLst>
              <a:ext uri="{FF2B5EF4-FFF2-40B4-BE49-F238E27FC236}">
                <a16:creationId xmlns:a16="http://schemas.microsoft.com/office/drawing/2014/main" id="{1EF99048-6041-4858-A6BA-D724690CAB7E}"/>
              </a:ext>
            </a:extLst>
          </p:cNvPr>
          <p:cNvCxnSpPr>
            <a:stCxn id="3" idx="1"/>
          </p:cNvCxnSpPr>
          <p:nvPr/>
        </p:nvCxnSpPr>
        <p:spPr>
          <a:xfrm flipH="1">
            <a:off x="7102475" y="856358"/>
            <a:ext cx="630238" cy="3502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Gerade Verbindung mit Pfeil 6">
            <a:extLst>
              <a:ext uri="{FF2B5EF4-FFF2-40B4-BE49-F238E27FC236}">
                <a16:creationId xmlns:a16="http://schemas.microsoft.com/office/drawing/2014/main" id="{554A1801-7996-48DE-A0CB-D3F364EEED42}"/>
              </a:ext>
            </a:extLst>
          </p:cNvPr>
          <p:cNvCxnSpPr/>
          <p:nvPr/>
        </p:nvCxnSpPr>
        <p:spPr>
          <a:xfrm flipH="1">
            <a:off x="7732713" y="974657"/>
            <a:ext cx="520700" cy="13867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Gerade Verbindung mit Pfeil 8">
            <a:extLst>
              <a:ext uri="{FF2B5EF4-FFF2-40B4-BE49-F238E27FC236}">
                <a16:creationId xmlns:a16="http://schemas.microsoft.com/office/drawing/2014/main" id="{BFCFE61F-79B7-4BBE-9BD3-881B2967D1D2}"/>
              </a:ext>
            </a:extLst>
          </p:cNvPr>
          <p:cNvCxnSpPr>
            <a:stCxn id="86037" idx="1"/>
            <a:endCxn id="86033" idx="2"/>
          </p:cNvCxnSpPr>
          <p:nvPr/>
        </p:nvCxnSpPr>
        <p:spPr>
          <a:xfrm flipH="1" flipV="1">
            <a:off x="5982494" y="2965510"/>
            <a:ext cx="247984" cy="3894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698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9698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69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Foliennummernplatzhalter 2">
            <a:extLst>
              <a:ext uri="{FF2B5EF4-FFF2-40B4-BE49-F238E27FC236}">
                <a16:creationId xmlns:a16="http://schemas.microsoft.com/office/drawing/2014/main" id="{B24BD458-F9F8-4414-8A05-CC2DBA827E6A}"/>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r" eaLnBrk="1" hangingPunct="1">
              <a:spcBef>
                <a:spcPct val="0"/>
              </a:spcBef>
              <a:buFontTx/>
              <a:buNone/>
            </a:pPr>
            <a:fld id="{21D7D213-3EDB-433D-A3C9-ED643E1C3E3B}" type="slidenum">
              <a:rPr lang="de-DE" altLang="de-DE" sz="1400"/>
              <a:pPr algn="r" eaLnBrk="1" hangingPunct="1">
                <a:spcBef>
                  <a:spcPct val="0"/>
                </a:spcBef>
                <a:buFontTx/>
                <a:buNone/>
              </a:pPr>
              <a:t>44</a:t>
            </a:fld>
            <a:endParaRPr lang="de-DE" altLang="de-DE" sz="1400"/>
          </a:p>
        </p:txBody>
      </p:sp>
      <p:sp>
        <p:nvSpPr>
          <p:cNvPr id="88067" name="Rectangle 4">
            <a:extLst>
              <a:ext uri="{FF2B5EF4-FFF2-40B4-BE49-F238E27FC236}">
                <a16:creationId xmlns:a16="http://schemas.microsoft.com/office/drawing/2014/main" id="{1AE739D8-DEAA-44A3-BB92-2D0E3B07C800}"/>
              </a:ext>
            </a:extLst>
          </p:cNvPr>
          <p:cNvSpPr>
            <a:spLocks noGrp="1" noChangeArrowheads="1"/>
          </p:cNvSpPr>
          <p:nvPr>
            <p:ph type="title" idx="4294967295"/>
          </p:nvPr>
        </p:nvSpPr>
        <p:spPr/>
        <p:txBody>
          <a:bodyPr/>
          <a:lstStyle/>
          <a:p>
            <a:pPr eaLnBrk="1" hangingPunct="1"/>
            <a:r>
              <a:rPr lang="de-DE" altLang="de-DE" dirty="0">
                <a:latin typeface="Calibri" panose="020F0502020204030204" pitchFamily="34" charset="0"/>
                <a:cs typeface="Calibri" panose="020F0502020204030204" pitchFamily="34" charset="0"/>
              </a:rPr>
              <a:t>6. Eingabe eines Strings</a:t>
            </a:r>
          </a:p>
        </p:txBody>
      </p:sp>
      <p:sp>
        <p:nvSpPr>
          <p:cNvPr id="88084" name="Text Box 25">
            <a:extLst>
              <a:ext uri="{FF2B5EF4-FFF2-40B4-BE49-F238E27FC236}">
                <a16:creationId xmlns:a16="http://schemas.microsoft.com/office/drawing/2014/main" id="{7895AEB5-EA21-4C86-9CA2-1A04737B020B}"/>
              </a:ext>
            </a:extLst>
          </p:cNvPr>
          <p:cNvSpPr txBox="1">
            <a:spLocks noChangeArrowheads="1"/>
          </p:cNvSpPr>
          <p:nvPr/>
        </p:nvSpPr>
        <p:spPr bwMode="auto">
          <a:xfrm>
            <a:off x="457200" y="1336993"/>
            <a:ext cx="8553450"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cs typeface="Courier New" panose="02070309020205020404" pitchFamily="49" charset="0"/>
              </a:rPr>
              <a:t>scanf</a:t>
            </a:r>
            <a:r>
              <a:rPr lang="de-DE" altLang="de-DE" sz="1800" b="1" dirty="0">
                <a:latin typeface="Courier New" panose="02070309020205020404" pitchFamily="49" charset="0"/>
                <a:cs typeface="Courier New" panose="02070309020205020404" pitchFamily="49" charset="0"/>
              </a:rPr>
              <a:t>(</a:t>
            </a:r>
            <a:r>
              <a:rPr lang="de-DE" altLang="de-DE" sz="1800" b="1" dirty="0"/>
              <a:t>"</a:t>
            </a:r>
            <a:r>
              <a:rPr lang="de-DE" altLang="de-DE" sz="1800" b="1" dirty="0">
                <a:latin typeface="Courier New" panose="02070309020205020404" pitchFamily="49" charset="0"/>
                <a:cs typeface="Courier New" panose="02070309020205020404" pitchFamily="49" charset="0"/>
              </a:rPr>
              <a:t>%s</a:t>
            </a:r>
            <a:r>
              <a:rPr lang="de-DE" altLang="de-DE" sz="1800" b="1" dirty="0"/>
              <a:t>"</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line</a:t>
            </a:r>
            <a:r>
              <a:rPr lang="de-DE" altLang="de-DE" sz="1800" b="1" dirty="0">
                <a:latin typeface="Courier New" panose="02070309020205020404" pitchFamily="49" charset="0"/>
                <a:cs typeface="Courier New" panose="02070309020205020404" pitchFamily="49" charset="0"/>
              </a:rPr>
              <a:t>);</a:t>
            </a:r>
          </a:p>
          <a:p>
            <a:pPr eaLnBrk="1" hangingPunct="1">
              <a:spcBef>
                <a:spcPct val="0"/>
              </a:spcBef>
              <a:buFontTx/>
              <a:buNone/>
            </a:pPr>
            <a:endParaRPr lang="de-DE" altLang="de-DE" sz="1800" b="1" dirty="0">
              <a:latin typeface="Courier New" panose="02070309020205020404" pitchFamily="49" charset="0"/>
              <a:cs typeface="Courier New" panose="02070309020205020404" pitchFamily="49" charset="0"/>
            </a:endParaRPr>
          </a:p>
          <a:p>
            <a:pPr eaLnBrk="1" hangingPunct="1">
              <a:spcBef>
                <a:spcPct val="0"/>
              </a:spcBef>
              <a:buFontTx/>
              <a:buNone/>
            </a:pPr>
            <a:r>
              <a:rPr lang="de-DE" altLang="de-DE" sz="2000" dirty="0">
                <a:latin typeface="Calibri" panose="020F0502020204030204" pitchFamily="34" charset="0"/>
                <a:cs typeface="Calibri" panose="020F0502020204030204" pitchFamily="34" charset="0"/>
              </a:rPr>
              <a:t>Hier wird </a:t>
            </a:r>
            <a:r>
              <a:rPr lang="de-DE" altLang="de-DE" sz="2000" dirty="0" err="1">
                <a:latin typeface="Calibri" panose="020F0502020204030204" pitchFamily="34" charset="0"/>
                <a:cs typeface="Calibri" panose="020F0502020204030204" pitchFamily="34" charset="0"/>
              </a:rPr>
              <a:t>Endezeichen</a:t>
            </a:r>
            <a:r>
              <a:rPr lang="de-DE" altLang="de-DE" sz="2000" dirty="0">
                <a:latin typeface="Calibri" panose="020F0502020204030204" pitchFamily="34" charset="0"/>
                <a:cs typeface="Calibri" panose="020F0502020204030204" pitchFamily="34" charset="0"/>
              </a:rPr>
              <a:t> automatisch mit angehängt.</a:t>
            </a:r>
          </a:p>
          <a:p>
            <a:pPr eaLnBrk="1" hangingPunct="1">
              <a:spcBef>
                <a:spcPct val="0"/>
              </a:spcBef>
              <a:buFontTx/>
              <a:buNone/>
            </a:pPr>
            <a:r>
              <a:rPr lang="de-DE" altLang="de-DE" sz="2000" b="1" dirty="0">
                <a:latin typeface="Calibri" panose="020F0502020204030204" pitchFamily="34" charset="0"/>
                <a:cs typeface="Calibri" panose="020F0502020204030204" pitchFamily="34" charset="0"/>
              </a:rPr>
              <a:t>Achtung</a:t>
            </a:r>
            <a:r>
              <a:rPr lang="de-DE" altLang="de-DE" sz="2000" dirty="0">
                <a:latin typeface="Calibri" panose="020F0502020204030204" pitchFamily="34" charset="0"/>
                <a:cs typeface="Calibri" panose="020F0502020204030204" pitchFamily="34" charset="0"/>
              </a:rPr>
              <a:t>: </a:t>
            </a:r>
            <a:r>
              <a:rPr lang="de-DE" altLang="de-DE" sz="2000" b="1" dirty="0" err="1">
                <a:latin typeface="Calibri" panose="020F0502020204030204" pitchFamily="34" charset="0"/>
                <a:cs typeface="Calibri" panose="020F0502020204030204" pitchFamily="34" charset="0"/>
              </a:rPr>
              <a:t>line</a:t>
            </a:r>
            <a:r>
              <a:rPr lang="de-DE" altLang="de-DE" sz="2000" dirty="0">
                <a:latin typeface="Calibri" panose="020F0502020204030204" pitchFamily="34" charset="0"/>
                <a:cs typeface="Calibri" panose="020F0502020204030204" pitchFamily="34" charset="0"/>
              </a:rPr>
              <a:t> muss groß genug vorher deklariert worden sein!</a:t>
            </a:r>
          </a:p>
        </p:txBody>
      </p:sp>
      <p:pic>
        <p:nvPicPr>
          <p:cNvPr id="21" name="Grafik 15">
            <a:extLst>
              <a:ext uri="{FF2B5EF4-FFF2-40B4-BE49-F238E27FC236}">
                <a16:creationId xmlns:a16="http://schemas.microsoft.com/office/drawing/2014/main" id="{AC0AADFD-88DC-44F2-AE01-65208972723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32320" y="2140673"/>
            <a:ext cx="7048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Foliennummernplatzhalter 2">
            <a:extLst>
              <a:ext uri="{FF2B5EF4-FFF2-40B4-BE49-F238E27FC236}">
                <a16:creationId xmlns:a16="http://schemas.microsoft.com/office/drawing/2014/main" id="{91A6F6F5-98C2-4FE5-B08E-976855439E1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A783EBEC-27B9-4B0C-B1AA-E0D3FA24B682}" type="slidenum">
              <a:rPr lang="de-DE" altLang="de-DE" sz="1400" smtClean="0"/>
              <a:pPr>
                <a:spcBef>
                  <a:spcPct val="0"/>
                </a:spcBef>
                <a:buFontTx/>
                <a:buNone/>
              </a:pPr>
              <a:t>45</a:t>
            </a:fld>
            <a:endParaRPr lang="de-DE" altLang="de-DE" sz="1400"/>
          </a:p>
        </p:txBody>
      </p:sp>
      <p:sp>
        <p:nvSpPr>
          <p:cNvPr id="90115" name="Rectangle 2">
            <a:extLst>
              <a:ext uri="{FF2B5EF4-FFF2-40B4-BE49-F238E27FC236}">
                <a16:creationId xmlns:a16="http://schemas.microsoft.com/office/drawing/2014/main" id="{811AC995-DB05-4F01-818B-495C3AC97CA3}"/>
              </a:ext>
            </a:extLst>
          </p:cNvPr>
          <p:cNvSpPr>
            <a:spLocks noChangeArrowheads="1"/>
          </p:cNvSpPr>
          <p:nvPr/>
        </p:nvSpPr>
        <p:spPr bwMode="auto">
          <a:xfrm>
            <a:off x="938213" y="1674813"/>
            <a:ext cx="7426325" cy="504825"/>
          </a:xfrm>
          <a:prstGeom prst="rect">
            <a:avLst/>
          </a:prstGeom>
          <a:solidFill>
            <a:schemeClr val="bg1"/>
          </a:solidFill>
          <a:ln>
            <a:noFill/>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90116" name="Rectangle 3">
            <a:extLst>
              <a:ext uri="{FF2B5EF4-FFF2-40B4-BE49-F238E27FC236}">
                <a16:creationId xmlns:a16="http://schemas.microsoft.com/office/drawing/2014/main" id="{D6C72A36-B740-4BE7-9193-80F76BA30684}"/>
              </a:ext>
            </a:extLst>
          </p:cNvPr>
          <p:cNvSpPr>
            <a:spLocks noChangeArrowheads="1"/>
          </p:cNvSpPr>
          <p:nvPr/>
        </p:nvSpPr>
        <p:spPr bwMode="auto">
          <a:xfrm>
            <a:off x="874713" y="2522538"/>
            <a:ext cx="7426325" cy="515937"/>
          </a:xfrm>
          <a:prstGeom prst="rect">
            <a:avLst/>
          </a:prstGeom>
          <a:solidFill>
            <a:schemeClr val="bg1"/>
          </a:solidFill>
          <a:ln>
            <a:noFill/>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90117" name="Rectangle 4">
            <a:extLst>
              <a:ext uri="{FF2B5EF4-FFF2-40B4-BE49-F238E27FC236}">
                <a16:creationId xmlns:a16="http://schemas.microsoft.com/office/drawing/2014/main" id="{1DB88A58-6E2A-4B5F-B857-A695A7D392F4}"/>
              </a:ext>
            </a:extLst>
          </p:cNvPr>
          <p:cNvSpPr>
            <a:spLocks noGrp="1" noChangeArrowheads="1"/>
          </p:cNvSpPr>
          <p:nvPr>
            <p:ph type="title"/>
          </p:nvPr>
        </p:nvSpPr>
        <p:spPr>
          <a:xfrm>
            <a:off x="254000" y="374650"/>
            <a:ext cx="8432800" cy="633413"/>
          </a:xfrm>
        </p:spPr>
        <p:txBody>
          <a:bodyPr/>
          <a:lstStyle/>
          <a:p>
            <a:pPr eaLnBrk="1" hangingPunct="1"/>
            <a:r>
              <a:rPr lang="de-DE" altLang="de-DE" dirty="0">
                <a:latin typeface="Calibri" panose="020F0502020204030204" pitchFamily="34" charset="0"/>
                <a:cs typeface="Calibri" panose="020F0502020204030204" pitchFamily="34" charset="0"/>
              </a:rPr>
              <a:t>6. Bemerkung: Strings - Operationen der Bibliothek </a:t>
            </a:r>
            <a:r>
              <a:rPr lang="de-DE" altLang="de-DE" sz="2800" b="1" dirty="0" err="1">
                <a:latin typeface="Courier New" panose="02070309020205020404" pitchFamily="49" charset="0"/>
                <a:cs typeface="Courier New" panose="02070309020205020404" pitchFamily="49" charset="0"/>
              </a:rPr>
              <a:t>string.h</a:t>
            </a:r>
            <a:endParaRPr lang="de-DE" altLang="de-DE" sz="2800" b="1" dirty="0">
              <a:latin typeface="Courier New" panose="02070309020205020404" pitchFamily="49" charset="0"/>
              <a:cs typeface="Courier New" panose="02070309020205020404" pitchFamily="49" charset="0"/>
            </a:endParaRPr>
          </a:p>
        </p:txBody>
      </p:sp>
      <p:sp>
        <p:nvSpPr>
          <p:cNvPr id="90118" name="Text Box 5">
            <a:extLst>
              <a:ext uri="{FF2B5EF4-FFF2-40B4-BE49-F238E27FC236}">
                <a16:creationId xmlns:a16="http://schemas.microsoft.com/office/drawing/2014/main" id="{5710E191-06F2-486C-9E93-D94C7D2CA096}"/>
              </a:ext>
            </a:extLst>
          </p:cNvPr>
          <p:cNvSpPr txBox="1">
            <a:spLocks noChangeArrowheads="1"/>
          </p:cNvSpPr>
          <p:nvPr/>
        </p:nvSpPr>
        <p:spPr bwMode="auto">
          <a:xfrm>
            <a:off x="1130300" y="1738313"/>
            <a:ext cx="46894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latin typeface="Courier New" panose="02070309020205020404" pitchFamily="49" charset="0"/>
              </a:rPr>
              <a:t>char *strcpy(char *s1, char *s2);</a:t>
            </a:r>
          </a:p>
        </p:txBody>
      </p:sp>
      <p:sp>
        <p:nvSpPr>
          <p:cNvPr id="90119" name="Text Box 6">
            <a:extLst>
              <a:ext uri="{FF2B5EF4-FFF2-40B4-BE49-F238E27FC236}">
                <a16:creationId xmlns:a16="http://schemas.microsoft.com/office/drawing/2014/main" id="{2F43C8F4-FF40-49E1-87D6-3812925BD518}"/>
              </a:ext>
            </a:extLst>
          </p:cNvPr>
          <p:cNvSpPr txBox="1">
            <a:spLocks noChangeArrowheads="1"/>
          </p:cNvSpPr>
          <p:nvPr/>
        </p:nvSpPr>
        <p:spPr bwMode="auto">
          <a:xfrm>
            <a:off x="1149350" y="2601913"/>
            <a:ext cx="46894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latin typeface="Courier New" panose="02070309020205020404" pitchFamily="49" charset="0"/>
              </a:rPr>
              <a:t>char *strcat(char *s1, char *s2);</a:t>
            </a:r>
          </a:p>
        </p:txBody>
      </p:sp>
      <p:sp>
        <p:nvSpPr>
          <p:cNvPr id="90120" name="Text Box 7">
            <a:extLst>
              <a:ext uri="{FF2B5EF4-FFF2-40B4-BE49-F238E27FC236}">
                <a16:creationId xmlns:a16="http://schemas.microsoft.com/office/drawing/2014/main" id="{63137697-4138-4163-A0A5-29B6BB476CE6}"/>
              </a:ext>
            </a:extLst>
          </p:cNvPr>
          <p:cNvSpPr txBox="1">
            <a:spLocks noChangeArrowheads="1"/>
          </p:cNvSpPr>
          <p:nvPr/>
        </p:nvSpPr>
        <p:spPr bwMode="auto">
          <a:xfrm>
            <a:off x="722313" y="2128838"/>
            <a:ext cx="5104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Kopie von String s2 wird ans Ende von s1 angehängt:</a:t>
            </a:r>
          </a:p>
        </p:txBody>
      </p:sp>
      <p:sp>
        <p:nvSpPr>
          <p:cNvPr id="90121" name="Text Box 8">
            <a:extLst>
              <a:ext uri="{FF2B5EF4-FFF2-40B4-BE49-F238E27FC236}">
                <a16:creationId xmlns:a16="http://schemas.microsoft.com/office/drawing/2014/main" id="{817B51AD-D522-495D-855A-B88DF8DAA82E}"/>
              </a:ext>
            </a:extLst>
          </p:cNvPr>
          <p:cNvSpPr txBox="1">
            <a:spLocks noChangeArrowheads="1"/>
          </p:cNvSpPr>
          <p:nvPr/>
        </p:nvSpPr>
        <p:spPr bwMode="auto">
          <a:xfrm>
            <a:off x="673100" y="1244600"/>
            <a:ext cx="6076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String kopieren von s2 nach s1, Rückgabe Zeiger auf s1:</a:t>
            </a:r>
          </a:p>
        </p:txBody>
      </p:sp>
      <p:sp>
        <p:nvSpPr>
          <p:cNvPr id="90122" name="Rectangle 10">
            <a:extLst>
              <a:ext uri="{FF2B5EF4-FFF2-40B4-BE49-F238E27FC236}">
                <a16:creationId xmlns:a16="http://schemas.microsoft.com/office/drawing/2014/main" id="{572920FA-E3E6-47E0-A17C-575CD20E26BB}"/>
              </a:ext>
            </a:extLst>
          </p:cNvPr>
          <p:cNvSpPr>
            <a:spLocks noChangeArrowheads="1"/>
          </p:cNvSpPr>
          <p:nvPr/>
        </p:nvSpPr>
        <p:spPr bwMode="auto">
          <a:xfrm>
            <a:off x="890588" y="3373438"/>
            <a:ext cx="7426325" cy="460375"/>
          </a:xfrm>
          <a:prstGeom prst="rect">
            <a:avLst/>
          </a:prstGeom>
          <a:solidFill>
            <a:schemeClr val="bg1"/>
          </a:solidFill>
          <a:ln>
            <a:noFill/>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90123" name="Text Box 11">
            <a:extLst>
              <a:ext uri="{FF2B5EF4-FFF2-40B4-BE49-F238E27FC236}">
                <a16:creationId xmlns:a16="http://schemas.microsoft.com/office/drawing/2014/main" id="{DD08CA48-19AF-4FA0-AD1B-CA841ECBED3B}"/>
              </a:ext>
            </a:extLst>
          </p:cNvPr>
          <p:cNvSpPr txBox="1">
            <a:spLocks noChangeArrowheads="1"/>
          </p:cNvSpPr>
          <p:nvPr/>
        </p:nvSpPr>
        <p:spPr bwMode="auto">
          <a:xfrm>
            <a:off x="1152525" y="3389313"/>
            <a:ext cx="4416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latin typeface="Courier New" panose="02070309020205020404" pitchFamily="49" charset="0"/>
              </a:rPr>
              <a:t>int strcmp(char *s1, char *s2);</a:t>
            </a:r>
          </a:p>
        </p:txBody>
      </p:sp>
      <p:sp>
        <p:nvSpPr>
          <p:cNvPr id="90124" name="Text Box 12">
            <a:extLst>
              <a:ext uri="{FF2B5EF4-FFF2-40B4-BE49-F238E27FC236}">
                <a16:creationId xmlns:a16="http://schemas.microsoft.com/office/drawing/2014/main" id="{28576151-53BF-4B01-8DC0-BA3FC0CDFD23}"/>
              </a:ext>
            </a:extLst>
          </p:cNvPr>
          <p:cNvSpPr txBox="1">
            <a:spLocks noChangeArrowheads="1"/>
          </p:cNvSpPr>
          <p:nvPr/>
        </p:nvSpPr>
        <p:spPr bwMode="auto">
          <a:xfrm>
            <a:off x="725488" y="2979738"/>
            <a:ext cx="20179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Strings vergleichen:</a:t>
            </a:r>
          </a:p>
        </p:txBody>
      </p:sp>
      <p:sp>
        <p:nvSpPr>
          <p:cNvPr id="90125" name="Rectangle 14">
            <a:extLst>
              <a:ext uri="{FF2B5EF4-FFF2-40B4-BE49-F238E27FC236}">
                <a16:creationId xmlns:a16="http://schemas.microsoft.com/office/drawing/2014/main" id="{FFADA84A-55CE-4D6C-B2AE-566B7BB17585}"/>
              </a:ext>
            </a:extLst>
          </p:cNvPr>
          <p:cNvSpPr>
            <a:spLocks noChangeArrowheads="1"/>
          </p:cNvSpPr>
          <p:nvPr/>
        </p:nvSpPr>
        <p:spPr bwMode="auto">
          <a:xfrm>
            <a:off x="928688" y="4251325"/>
            <a:ext cx="7426325" cy="577850"/>
          </a:xfrm>
          <a:prstGeom prst="rect">
            <a:avLst/>
          </a:prstGeom>
          <a:solidFill>
            <a:schemeClr val="bg1"/>
          </a:solidFill>
          <a:ln>
            <a:noFill/>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90128" name="Text Box 17">
            <a:extLst>
              <a:ext uri="{FF2B5EF4-FFF2-40B4-BE49-F238E27FC236}">
                <a16:creationId xmlns:a16="http://schemas.microsoft.com/office/drawing/2014/main" id="{DF8D5551-244E-4841-82CF-701E04BA8283}"/>
              </a:ext>
            </a:extLst>
          </p:cNvPr>
          <p:cNvSpPr txBox="1">
            <a:spLocks noChangeArrowheads="1"/>
          </p:cNvSpPr>
          <p:nvPr/>
        </p:nvSpPr>
        <p:spPr bwMode="auto">
          <a:xfrm>
            <a:off x="791527" y="4227274"/>
            <a:ext cx="13016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err="1">
                <a:latin typeface="Calibri" panose="020F0502020204030204" pitchFamily="34" charset="0"/>
                <a:cs typeface="Calibri" panose="020F0502020204030204" pitchFamily="34" charset="0"/>
              </a:rPr>
              <a:t>Stringlänge</a:t>
            </a:r>
            <a:r>
              <a:rPr lang="de-DE" altLang="de-DE" sz="1800" dirty="0">
                <a:latin typeface="Calibri" panose="020F0502020204030204" pitchFamily="34" charset="0"/>
                <a:cs typeface="Calibri" panose="020F0502020204030204" pitchFamily="34" charset="0"/>
              </a:rPr>
              <a:t>:</a:t>
            </a:r>
          </a:p>
        </p:txBody>
      </p:sp>
      <p:sp>
        <p:nvSpPr>
          <p:cNvPr id="90129" name="Text Box 18">
            <a:extLst>
              <a:ext uri="{FF2B5EF4-FFF2-40B4-BE49-F238E27FC236}">
                <a16:creationId xmlns:a16="http://schemas.microsoft.com/office/drawing/2014/main" id="{329EBBCB-F83B-469B-9CD7-45F4D5831983}"/>
              </a:ext>
            </a:extLst>
          </p:cNvPr>
          <p:cNvSpPr txBox="1">
            <a:spLocks noChangeArrowheads="1"/>
          </p:cNvSpPr>
          <p:nvPr/>
        </p:nvSpPr>
        <p:spPr bwMode="auto">
          <a:xfrm>
            <a:off x="1279525" y="4744243"/>
            <a:ext cx="7407275" cy="369888"/>
          </a:xfrm>
          <a:prstGeom prst="rect">
            <a:avLst/>
          </a:prstGeom>
          <a:solidFill>
            <a:schemeClr val="bg1"/>
          </a:solidFill>
          <a:ln>
            <a:noFill/>
          </a:ln>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err="1">
                <a:latin typeface="Courier New" panose="02070309020205020404" pitchFamily="49" charset="0"/>
              </a:rPr>
              <a:t>unsigned</a:t>
            </a:r>
            <a:r>
              <a:rPr lang="de-DE" altLang="de-DE" sz="1800" b="1" dirty="0">
                <a:latin typeface="Courier New" panose="02070309020205020404" pitchFamily="49" charset="0"/>
              </a:rPr>
              <a:t> </a:t>
            </a:r>
            <a:r>
              <a:rPr lang="de-DE" altLang="de-DE" sz="1800" b="1" dirty="0" err="1">
                <a:latin typeface="Courier New" panose="02070309020205020404" pitchFamily="49" charset="0"/>
              </a:rPr>
              <a:t>int</a:t>
            </a:r>
            <a:r>
              <a:rPr lang="de-DE" altLang="de-DE" sz="1800" b="1" dirty="0">
                <a:latin typeface="Courier New" panose="02070309020205020404" pitchFamily="49" charset="0"/>
              </a:rPr>
              <a:t> </a:t>
            </a:r>
            <a:r>
              <a:rPr lang="de-DE" altLang="de-DE" sz="1800" b="1" dirty="0" err="1">
                <a:latin typeface="Courier New" panose="02070309020205020404" pitchFamily="49" charset="0"/>
              </a:rPr>
              <a:t>strlen</a:t>
            </a:r>
            <a:r>
              <a:rPr lang="de-DE" altLang="de-DE" sz="1800" b="1" dirty="0">
                <a:latin typeface="Courier New" panose="02070309020205020404" pitchFamily="49" charset="0"/>
              </a:rPr>
              <a:t>(</a:t>
            </a:r>
            <a:r>
              <a:rPr lang="de-DE" altLang="de-DE" sz="1800" b="1" dirty="0" err="1">
                <a:latin typeface="Courier New" panose="02070309020205020404" pitchFamily="49" charset="0"/>
              </a:rPr>
              <a:t>char</a:t>
            </a:r>
            <a:r>
              <a:rPr lang="de-DE" altLang="de-DE" sz="1800" b="1" dirty="0">
                <a:latin typeface="Courier New" panose="02070309020205020404" pitchFamily="49" charset="0"/>
              </a:rPr>
              <a:t> *</a:t>
            </a:r>
            <a:r>
              <a:rPr lang="de-DE" altLang="de-DE" sz="1800" b="1" dirty="0" err="1">
                <a:latin typeface="Courier New" panose="02070309020205020404" pitchFamily="49" charset="0"/>
              </a:rPr>
              <a:t>string</a:t>
            </a:r>
            <a:r>
              <a:rPr lang="de-DE" altLang="de-DE" sz="1800" b="1" dirty="0">
                <a:latin typeface="Courier New" panose="02070309020205020404" pitchFamily="49" charset="0"/>
              </a:rPr>
              <a:t>);</a:t>
            </a:r>
          </a:p>
        </p:txBody>
      </p:sp>
      <p:sp>
        <p:nvSpPr>
          <p:cNvPr id="298003" name="Text Box 19">
            <a:extLst>
              <a:ext uri="{FF2B5EF4-FFF2-40B4-BE49-F238E27FC236}">
                <a16:creationId xmlns:a16="http://schemas.microsoft.com/office/drawing/2014/main" id="{3532A22C-6074-4152-AC61-B68F7ED71D14}"/>
              </a:ext>
            </a:extLst>
          </p:cNvPr>
          <p:cNvSpPr txBox="1">
            <a:spLocks noChangeArrowheads="1"/>
          </p:cNvSpPr>
          <p:nvPr/>
        </p:nvSpPr>
        <p:spPr bwMode="auto">
          <a:xfrm>
            <a:off x="6359525" y="1611313"/>
            <a:ext cx="27844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a:latin typeface="Calibri" panose="020F0502020204030204" pitchFamily="34" charset="0"/>
                <a:cs typeface="Calibri" panose="020F0502020204030204" pitchFamily="34" charset="0"/>
              </a:rPr>
              <a:t>Achtung</a:t>
            </a:r>
            <a:r>
              <a:rPr lang="de-DE" altLang="de-DE" sz="1800" dirty="0">
                <a:latin typeface="Calibri" panose="020F0502020204030204" pitchFamily="34" charset="0"/>
                <a:cs typeface="Calibri" panose="020F0502020204030204" pitchFamily="34" charset="0"/>
              </a:rPr>
              <a:t>: Keine Prüfung der Größe!</a:t>
            </a:r>
          </a:p>
        </p:txBody>
      </p:sp>
      <p:sp>
        <p:nvSpPr>
          <p:cNvPr id="298005" name="Rectangle 21">
            <a:extLst>
              <a:ext uri="{FF2B5EF4-FFF2-40B4-BE49-F238E27FC236}">
                <a16:creationId xmlns:a16="http://schemas.microsoft.com/office/drawing/2014/main" id="{3F35F84C-372E-4C4A-826F-AADBC78B878A}"/>
              </a:ext>
            </a:extLst>
          </p:cNvPr>
          <p:cNvSpPr>
            <a:spLocks noChangeArrowheads="1"/>
          </p:cNvSpPr>
          <p:nvPr/>
        </p:nvSpPr>
        <p:spPr bwMode="auto">
          <a:xfrm>
            <a:off x="6362700" y="1625600"/>
            <a:ext cx="2616200" cy="6651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90132" name="AutoShape 24">
            <a:extLst>
              <a:ext uri="{FF2B5EF4-FFF2-40B4-BE49-F238E27FC236}">
                <a16:creationId xmlns:a16="http://schemas.microsoft.com/office/drawing/2014/main" id="{9983D66E-EC22-4AFC-8DF2-E3836FEBE7AE}"/>
              </a:ext>
            </a:extLst>
          </p:cNvPr>
          <p:cNvSpPr>
            <a:spLocks/>
          </p:cNvSpPr>
          <p:nvPr/>
        </p:nvSpPr>
        <p:spPr bwMode="auto">
          <a:xfrm>
            <a:off x="5613400" y="3213100"/>
            <a:ext cx="152400" cy="914400"/>
          </a:xfrm>
          <a:prstGeom prst="leftBrace">
            <a:avLst>
              <a:gd name="adj1" fmla="val 50000"/>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90133" name="Text Box 25">
            <a:extLst>
              <a:ext uri="{FF2B5EF4-FFF2-40B4-BE49-F238E27FC236}">
                <a16:creationId xmlns:a16="http://schemas.microsoft.com/office/drawing/2014/main" id="{DF30E023-7C71-4F65-9DCB-126DFD880B0E}"/>
              </a:ext>
            </a:extLst>
          </p:cNvPr>
          <p:cNvSpPr txBox="1">
            <a:spLocks noChangeArrowheads="1"/>
          </p:cNvSpPr>
          <p:nvPr/>
        </p:nvSpPr>
        <p:spPr bwMode="auto">
          <a:xfrm>
            <a:off x="5889625" y="3173413"/>
            <a:ext cx="127470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t>&gt;0   s1&gt;s2</a:t>
            </a:r>
          </a:p>
          <a:p>
            <a:pPr eaLnBrk="1" hangingPunct="1">
              <a:spcBef>
                <a:spcPct val="0"/>
              </a:spcBef>
              <a:buFontTx/>
              <a:buNone/>
            </a:pPr>
            <a:r>
              <a:rPr lang="de-DE" altLang="de-DE" sz="1800" dirty="0"/>
              <a:t>0   s1==s2</a:t>
            </a:r>
          </a:p>
          <a:p>
            <a:pPr eaLnBrk="1" hangingPunct="1">
              <a:spcBef>
                <a:spcPct val="0"/>
              </a:spcBef>
              <a:buFontTx/>
              <a:buNone/>
            </a:pPr>
            <a:r>
              <a:rPr lang="de-DE" altLang="de-DE" sz="1800" dirty="0"/>
              <a:t>&lt;0  s1&lt;s2</a:t>
            </a:r>
          </a:p>
        </p:txBody>
      </p:sp>
      <p:cxnSp>
        <p:nvCxnSpPr>
          <p:cNvPr id="24" name="Gerade Verbindung mit Pfeil 23">
            <a:extLst>
              <a:ext uri="{FF2B5EF4-FFF2-40B4-BE49-F238E27FC236}">
                <a16:creationId xmlns:a16="http://schemas.microsoft.com/office/drawing/2014/main" id="{8E2FDA78-129B-4E24-B204-42F517B835B9}"/>
              </a:ext>
            </a:extLst>
          </p:cNvPr>
          <p:cNvCxnSpPr>
            <a:stCxn id="298005" idx="1"/>
          </p:cNvCxnSpPr>
          <p:nvPr/>
        </p:nvCxnSpPr>
        <p:spPr>
          <a:xfrm flipH="1">
            <a:off x="5033963" y="1957388"/>
            <a:ext cx="1328737" cy="3048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3" name="Grafik 15">
            <a:extLst>
              <a:ext uri="{FF2B5EF4-FFF2-40B4-BE49-F238E27FC236}">
                <a16:creationId xmlns:a16="http://schemas.microsoft.com/office/drawing/2014/main" id="{CA7F568B-5F9B-4CFC-881B-2EFD65E7B2B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51775" y="2025651"/>
            <a:ext cx="7048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800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8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003" grpId="0"/>
      <p:bldP spid="29800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liennummernplatzhalter 2">
            <a:extLst>
              <a:ext uri="{FF2B5EF4-FFF2-40B4-BE49-F238E27FC236}">
                <a16:creationId xmlns:a16="http://schemas.microsoft.com/office/drawing/2014/main" id="{69F195E4-A045-4A9D-8DCC-60F125B1DF6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835581FA-A264-42E4-9D97-233DC399A5B9}" type="slidenum">
              <a:rPr lang="de-DE" altLang="de-DE" sz="1400" smtClean="0"/>
              <a:pPr>
                <a:spcBef>
                  <a:spcPct val="0"/>
                </a:spcBef>
                <a:buFontTx/>
                <a:buNone/>
              </a:pPr>
              <a:t>46</a:t>
            </a:fld>
            <a:endParaRPr lang="de-DE" altLang="de-DE" sz="1400"/>
          </a:p>
        </p:txBody>
      </p:sp>
      <p:sp>
        <p:nvSpPr>
          <p:cNvPr id="92163" name="Rectangle 3">
            <a:extLst>
              <a:ext uri="{FF2B5EF4-FFF2-40B4-BE49-F238E27FC236}">
                <a16:creationId xmlns:a16="http://schemas.microsoft.com/office/drawing/2014/main" id="{A56AAE80-DEED-4E0D-A8DD-9F1A641D9722}"/>
              </a:ext>
            </a:extLst>
          </p:cNvPr>
          <p:cNvSpPr>
            <a:spLocks noGrp="1" noChangeArrowheads="1"/>
          </p:cNvSpPr>
          <p:nvPr>
            <p:ph type="title"/>
          </p:nvPr>
        </p:nvSpPr>
        <p:spPr/>
        <p:txBody>
          <a:bodyPr/>
          <a:lstStyle/>
          <a:p>
            <a:pPr eaLnBrk="1" hangingPunct="1"/>
            <a:r>
              <a:rPr lang="de-DE" altLang="de-DE" sz="2800" dirty="0">
                <a:latin typeface="Calibri" panose="020F0502020204030204" pitchFamily="34" charset="0"/>
                <a:cs typeface="Calibri" panose="020F0502020204030204" pitchFamily="34" charset="0"/>
              </a:rPr>
              <a:t>6. Bemerkung: Strings – Beispiel mit </a:t>
            </a:r>
            <a:r>
              <a:rPr lang="de-DE" altLang="de-DE" sz="2800" b="1" dirty="0" err="1">
                <a:latin typeface="Courier New" panose="02070309020205020404" pitchFamily="49" charset="0"/>
                <a:cs typeface="Courier New" panose="02070309020205020404" pitchFamily="49" charset="0"/>
              </a:rPr>
              <a:t>strcmp</a:t>
            </a:r>
            <a:r>
              <a:rPr lang="de-DE" altLang="de-DE" sz="2800" b="1" dirty="0">
                <a:latin typeface="Courier New" panose="02070309020205020404" pitchFamily="49" charset="0"/>
                <a:cs typeface="Courier New" panose="02070309020205020404" pitchFamily="49" charset="0"/>
              </a:rPr>
              <a:t>()</a:t>
            </a:r>
            <a:endParaRPr lang="de-DE" altLang="de-DE" b="1" dirty="0">
              <a:latin typeface="Courier New" panose="02070309020205020404" pitchFamily="49" charset="0"/>
              <a:cs typeface="Courier New" panose="02070309020205020404" pitchFamily="49" charset="0"/>
            </a:endParaRPr>
          </a:p>
        </p:txBody>
      </p:sp>
      <p:sp>
        <p:nvSpPr>
          <p:cNvPr id="92164" name="Text Box 4">
            <a:extLst>
              <a:ext uri="{FF2B5EF4-FFF2-40B4-BE49-F238E27FC236}">
                <a16:creationId xmlns:a16="http://schemas.microsoft.com/office/drawing/2014/main" id="{8D3629BD-CD7A-4214-8FE5-61BED2CAD5D1}"/>
              </a:ext>
            </a:extLst>
          </p:cNvPr>
          <p:cNvSpPr txBox="1">
            <a:spLocks noChangeArrowheads="1"/>
          </p:cNvSpPr>
          <p:nvPr/>
        </p:nvSpPr>
        <p:spPr bwMode="auto">
          <a:xfrm>
            <a:off x="539750" y="1173163"/>
            <a:ext cx="6267450" cy="473710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b="1">
                <a:latin typeface="Courier New" panose="02070309020205020404" pitchFamily="49" charset="0"/>
              </a:rPr>
              <a:t>#include &lt;stdio.h&gt;</a:t>
            </a:r>
          </a:p>
          <a:p>
            <a:pPr eaLnBrk="1" hangingPunct="1">
              <a:spcBef>
                <a:spcPct val="0"/>
              </a:spcBef>
              <a:buFontTx/>
              <a:buNone/>
            </a:pPr>
            <a:r>
              <a:rPr lang="en-US" altLang="de-DE" b="1">
                <a:latin typeface="Courier New" panose="02070309020205020404" pitchFamily="49" charset="0"/>
              </a:rPr>
              <a:t>#include &lt;string.h&gt;</a:t>
            </a:r>
          </a:p>
          <a:p>
            <a:pPr eaLnBrk="1" hangingPunct="1">
              <a:spcBef>
                <a:spcPct val="0"/>
              </a:spcBef>
              <a:buFontTx/>
              <a:buNone/>
            </a:pPr>
            <a:r>
              <a:rPr lang="en-US" altLang="de-DE" b="1">
                <a:latin typeface="Courier New" panose="02070309020205020404" pitchFamily="49" charset="0"/>
              </a:rPr>
              <a:t>int main(){</a:t>
            </a:r>
          </a:p>
          <a:p>
            <a:pPr eaLnBrk="1" hangingPunct="1">
              <a:spcBef>
                <a:spcPct val="0"/>
              </a:spcBef>
              <a:buFontTx/>
              <a:buNone/>
            </a:pPr>
            <a:endParaRPr lang="en-US" altLang="de-DE" b="1">
              <a:latin typeface="Courier New" panose="02070309020205020404" pitchFamily="49" charset="0"/>
            </a:endParaRPr>
          </a:p>
          <a:p>
            <a:pPr eaLnBrk="1" hangingPunct="1">
              <a:spcBef>
                <a:spcPct val="0"/>
              </a:spcBef>
              <a:buFontTx/>
              <a:buNone/>
            </a:pPr>
            <a:r>
              <a:rPr lang="en-US" altLang="de-DE" b="1">
                <a:latin typeface="Courier New" panose="02070309020205020404" pitchFamily="49" charset="0"/>
              </a:rPr>
              <a:t>    int ergebnis;</a:t>
            </a:r>
          </a:p>
          <a:p>
            <a:pPr eaLnBrk="1" hangingPunct="1">
              <a:spcBef>
                <a:spcPct val="0"/>
              </a:spcBef>
              <a:buFontTx/>
              <a:buNone/>
            </a:pPr>
            <a:r>
              <a:rPr lang="en-US" altLang="de-DE" b="1">
                <a:latin typeface="Courier New" panose="02070309020205020404" pitchFamily="49" charset="0"/>
              </a:rPr>
              <a:t>    char eingabe[10];</a:t>
            </a:r>
          </a:p>
          <a:p>
            <a:pPr eaLnBrk="1" hangingPunct="1">
              <a:spcBef>
                <a:spcPct val="0"/>
              </a:spcBef>
              <a:buFontTx/>
              <a:buNone/>
            </a:pPr>
            <a:endParaRPr lang="en-US" altLang="de-DE" b="1">
              <a:latin typeface="Courier New" panose="02070309020205020404" pitchFamily="49" charset="0"/>
            </a:endParaRPr>
          </a:p>
          <a:p>
            <a:pPr eaLnBrk="1" hangingPunct="1">
              <a:spcBef>
                <a:spcPct val="0"/>
              </a:spcBef>
              <a:buFontTx/>
              <a:buNone/>
            </a:pPr>
            <a:r>
              <a:rPr lang="en-US" altLang="de-DE" b="1">
                <a:latin typeface="Courier New" panose="02070309020205020404" pitchFamily="49" charset="0"/>
              </a:rPr>
              <a:t>    </a:t>
            </a:r>
            <a:r>
              <a:rPr lang="en-US" altLang="de-DE" b="1">
                <a:latin typeface="Courier New" panose="02070309020205020404" pitchFamily="49" charset="0"/>
                <a:cs typeface="Courier New" panose="02070309020205020404" pitchFamily="49" charset="0"/>
              </a:rPr>
              <a:t>printf(</a:t>
            </a:r>
            <a:r>
              <a:rPr lang="de-DE" altLang="de-DE" b="1">
                <a:latin typeface="Courier New" panose="02070309020205020404" pitchFamily="49" charset="0"/>
              </a:rPr>
              <a:t>"</a:t>
            </a:r>
            <a:r>
              <a:rPr lang="en-US" altLang="de-DE" b="1">
                <a:latin typeface="Courier New" panose="02070309020205020404" pitchFamily="49" charset="0"/>
                <a:cs typeface="Courier New" panose="02070309020205020404" pitchFamily="49" charset="0"/>
              </a:rPr>
              <a:t>Bitte geben Sie Ihren Namen ein:</a:t>
            </a:r>
            <a:r>
              <a:rPr lang="de-DE" altLang="de-DE" b="1">
                <a:latin typeface="Courier New" panose="02070309020205020404" pitchFamily="49" charset="0"/>
              </a:rPr>
              <a:t>"</a:t>
            </a:r>
            <a:r>
              <a:rPr lang="en-US" altLang="de-DE" b="1">
                <a:latin typeface="Courier New" panose="02070309020205020404" pitchFamily="49" charset="0"/>
                <a:cs typeface="Courier New" panose="02070309020205020404" pitchFamily="49" charset="0"/>
              </a:rPr>
              <a:t>);</a:t>
            </a:r>
          </a:p>
          <a:p>
            <a:pPr eaLnBrk="1" hangingPunct="1">
              <a:spcBef>
                <a:spcPct val="0"/>
              </a:spcBef>
              <a:buFontTx/>
              <a:buNone/>
            </a:pPr>
            <a:endParaRPr lang="en-US" altLang="de-DE" b="1">
              <a:latin typeface="Courier New" panose="02070309020205020404" pitchFamily="49" charset="0"/>
              <a:cs typeface="Courier New" panose="02070309020205020404" pitchFamily="49" charset="0"/>
            </a:endParaRPr>
          </a:p>
          <a:p>
            <a:pPr eaLnBrk="1" hangingPunct="1">
              <a:spcBef>
                <a:spcPct val="0"/>
              </a:spcBef>
              <a:buFontTx/>
              <a:buNone/>
            </a:pPr>
            <a:r>
              <a:rPr lang="en-US" altLang="de-DE" b="1">
                <a:latin typeface="Courier New" panose="02070309020205020404" pitchFamily="49" charset="0"/>
              </a:rPr>
              <a:t>    scanf(</a:t>
            </a:r>
            <a:r>
              <a:rPr lang="de-DE" altLang="de-DE" b="1">
                <a:latin typeface="Courier New" panose="02070309020205020404" pitchFamily="49" charset="0"/>
              </a:rPr>
              <a:t>"</a:t>
            </a:r>
            <a:r>
              <a:rPr lang="en-US" altLang="de-DE" b="1">
                <a:latin typeface="Courier New" panose="02070309020205020404" pitchFamily="49" charset="0"/>
              </a:rPr>
              <a:t>%s</a:t>
            </a:r>
            <a:r>
              <a:rPr lang="de-DE" altLang="de-DE" b="1">
                <a:latin typeface="Courier New" panose="02070309020205020404" pitchFamily="49" charset="0"/>
              </a:rPr>
              <a:t>"</a:t>
            </a:r>
            <a:r>
              <a:rPr lang="en-US" altLang="de-DE" b="1">
                <a:latin typeface="Courier New" panose="02070309020205020404" pitchFamily="49" charset="0"/>
              </a:rPr>
              <a:t>, eingabe);</a:t>
            </a:r>
          </a:p>
          <a:p>
            <a:pPr eaLnBrk="1" hangingPunct="1">
              <a:spcBef>
                <a:spcPct val="0"/>
              </a:spcBef>
              <a:buFontTx/>
              <a:buNone/>
            </a:pPr>
            <a:endParaRPr lang="en-US" altLang="de-DE" b="1">
              <a:latin typeface="Courier New" panose="02070309020205020404" pitchFamily="49" charset="0"/>
            </a:endParaRPr>
          </a:p>
          <a:p>
            <a:pPr eaLnBrk="1" hangingPunct="1">
              <a:spcBef>
                <a:spcPct val="0"/>
              </a:spcBef>
              <a:buFontTx/>
              <a:buNone/>
            </a:pPr>
            <a:r>
              <a:rPr lang="en-US" altLang="de-DE" b="1">
                <a:latin typeface="Courier New" panose="02070309020205020404" pitchFamily="49" charset="0"/>
              </a:rPr>
              <a:t>    if (strcmp(eingabe,</a:t>
            </a:r>
            <a:r>
              <a:rPr lang="de-DE" altLang="de-DE" b="1">
                <a:latin typeface="Courier New" panose="02070309020205020404" pitchFamily="49" charset="0"/>
              </a:rPr>
              <a:t> "</a:t>
            </a:r>
            <a:r>
              <a:rPr lang="en-US" altLang="de-DE" b="1">
                <a:latin typeface="Courier New" panose="02070309020205020404" pitchFamily="49" charset="0"/>
              </a:rPr>
              <a:t>Irene</a:t>
            </a:r>
            <a:r>
              <a:rPr lang="de-DE" altLang="de-DE" b="1">
                <a:latin typeface="Courier New" panose="02070309020205020404" pitchFamily="49" charset="0"/>
              </a:rPr>
              <a:t>"</a:t>
            </a:r>
            <a:r>
              <a:rPr lang="en-US" altLang="de-DE" b="1">
                <a:latin typeface="Courier New" panose="02070309020205020404" pitchFamily="49" charset="0"/>
              </a:rPr>
              <a:t>) == 0){    </a:t>
            </a:r>
          </a:p>
          <a:p>
            <a:pPr eaLnBrk="1" hangingPunct="1">
              <a:spcBef>
                <a:spcPct val="0"/>
              </a:spcBef>
              <a:buFontTx/>
              <a:buNone/>
            </a:pPr>
            <a:r>
              <a:rPr lang="en-US" altLang="de-DE" b="1">
                <a:latin typeface="Courier New" panose="02070309020205020404" pitchFamily="49" charset="0"/>
              </a:rPr>
              <a:t>         printf(</a:t>
            </a:r>
            <a:r>
              <a:rPr lang="de-DE" altLang="de-DE" b="1">
                <a:latin typeface="Courier New" panose="02070309020205020404" pitchFamily="49" charset="0"/>
              </a:rPr>
              <a:t>"</a:t>
            </a:r>
            <a:r>
              <a:rPr lang="en-US" altLang="de-DE" b="1">
                <a:latin typeface="Courier New" panose="02070309020205020404" pitchFamily="49" charset="0"/>
              </a:rPr>
              <a:t>Hallo Irene!</a:t>
            </a:r>
            <a:r>
              <a:rPr lang="de-DE" altLang="de-DE" b="1">
                <a:latin typeface="Courier New" panose="02070309020205020404" pitchFamily="49" charset="0"/>
              </a:rPr>
              <a:t>"</a:t>
            </a:r>
            <a:r>
              <a:rPr lang="en-US" altLang="de-DE" b="1">
                <a:latin typeface="Courier New" panose="02070309020205020404" pitchFamily="49" charset="0"/>
              </a:rPr>
              <a:t>);</a:t>
            </a:r>
          </a:p>
          <a:p>
            <a:pPr eaLnBrk="1" hangingPunct="1">
              <a:spcBef>
                <a:spcPct val="0"/>
              </a:spcBef>
              <a:buFontTx/>
              <a:buNone/>
            </a:pPr>
            <a:r>
              <a:rPr lang="en-US" altLang="de-DE" b="1">
                <a:latin typeface="Courier New" panose="02070309020205020404" pitchFamily="49" charset="0"/>
              </a:rPr>
              <a:t>    }</a:t>
            </a:r>
          </a:p>
          <a:p>
            <a:pPr eaLnBrk="1" hangingPunct="1">
              <a:spcBef>
                <a:spcPct val="0"/>
              </a:spcBef>
              <a:buFontTx/>
              <a:buNone/>
            </a:pPr>
            <a:r>
              <a:rPr lang="en-US" altLang="de-DE" b="1">
                <a:latin typeface="Courier New" panose="02070309020205020404" pitchFamily="49" charset="0"/>
              </a:rPr>
              <a:t>    else{</a:t>
            </a:r>
          </a:p>
          <a:p>
            <a:pPr eaLnBrk="1" hangingPunct="1">
              <a:spcBef>
                <a:spcPct val="0"/>
              </a:spcBef>
              <a:buFontTx/>
              <a:buNone/>
            </a:pPr>
            <a:r>
              <a:rPr lang="en-US" altLang="de-DE" b="1">
                <a:latin typeface="Courier New" panose="02070309020205020404" pitchFamily="49" charset="0"/>
              </a:rPr>
              <a:t>         printf(</a:t>
            </a:r>
            <a:r>
              <a:rPr lang="de-DE" altLang="de-DE" b="1">
                <a:latin typeface="Courier New" panose="02070309020205020404" pitchFamily="49" charset="0"/>
              </a:rPr>
              <a:t>"</a:t>
            </a:r>
            <a:r>
              <a:rPr lang="en-US" altLang="de-DE" b="1">
                <a:latin typeface="Courier New" panose="02070309020205020404" pitchFamily="49" charset="0"/>
              </a:rPr>
              <a:t>Hallo Fremder!</a:t>
            </a:r>
            <a:r>
              <a:rPr lang="de-DE" altLang="de-DE" b="1">
                <a:latin typeface="Courier New" panose="02070309020205020404" pitchFamily="49" charset="0"/>
              </a:rPr>
              <a:t>"</a:t>
            </a:r>
            <a:r>
              <a:rPr lang="en-US" altLang="de-DE" b="1">
                <a:latin typeface="Courier New" panose="02070309020205020404" pitchFamily="49" charset="0"/>
              </a:rPr>
              <a:t>);</a:t>
            </a:r>
          </a:p>
          <a:p>
            <a:pPr eaLnBrk="1" hangingPunct="1">
              <a:spcBef>
                <a:spcPct val="0"/>
              </a:spcBef>
              <a:buFontTx/>
              <a:buNone/>
            </a:pPr>
            <a:r>
              <a:rPr lang="en-US" altLang="de-DE" b="1">
                <a:latin typeface="Courier New" panose="02070309020205020404" pitchFamily="49" charset="0"/>
              </a:rPr>
              <a:t>    }</a:t>
            </a:r>
          </a:p>
          <a:p>
            <a:pPr eaLnBrk="1" hangingPunct="1">
              <a:spcBef>
                <a:spcPct val="0"/>
              </a:spcBef>
              <a:buFontTx/>
              <a:buNone/>
            </a:pPr>
            <a:r>
              <a:rPr lang="en-US" altLang="de-DE" b="1">
                <a:latin typeface="Courier New" panose="02070309020205020404" pitchFamily="49" charset="0"/>
              </a:rPr>
              <a:t>    return 0;</a:t>
            </a:r>
          </a:p>
          <a:p>
            <a:pPr eaLnBrk="1" hangingPunct="1">
              <a:spcBef>
                <a:spcPct val="0"/>
              </a:spcBef>
              <a:buFontTx/>
              <a:buNone/>
            </a:pPr>
            <a:r>
              <a:rPr lang="en-US" altLang="de-DE" b="1">
                <a:latin typeface="Courier New" panose="02070309020205020404" pitchFamily="49" charset="0"/>
              </a:rPr>
              <a:t>}</a:t>
            </a:r>
            <a:endParaRPr lang="de-DE" altLang="de-DE" b="1">
              <a:latin typeface="Courier New" panose="02070309020205020404" pitchFamily="49"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Foliennummernplatzhalter 2">
            <a:extLst>
              <a:ext uri="{FF2B5EF4-FFF2-40B4-BE49-F238E27FC236}">
                <a16:creationId xmlns:a16="http://schemas.microsoft.com/office/drawing/2014/main" id="{832E148A-6DB3-48BE-8221-5F14F454234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6ED90EF6-B95A-4358-BCD0-01242DB9486D}" type="slidenum">
              <a:rPr lang="de-DE" altLang="de-DE" sz="1400" smtClean="0"/>
              <a:pPr>
                <a:spcBef>
                  <a:spcPct val="0"/>
                </a:spcBef>
                <a:buFontTx/>
                <a:buNone/>
              </a:pPr>
              <a:t>47</a:t>
            </a:fld>
            <a:endParaRPr lang="de-DE" altLang="de-DE" sz="1400"/>
          </a:p>
        </p:txBody>
      </p:sp>
      <p:sp>
        <p:nvSpPr>
          <p:cNvPr id="96260" name="Rectangle 3">
            <a:extLst>
              <a:ext uri="{FF2B5EF4-FFF2-40B4-BE49-F238E27FC236}">
                <a16:creationId xmlns:a16="http://schemas.microsoft.com/office/drawing/2014/main" id="{DBECFE99-4539-4935-B8B5-36E82B017940}"/>
              </a:ext>
            </a:extLst>
          </p:cNvPr>
          <p:cNvSpPr>
            <a:spLocks noChangeArrowheads="1"/>
          </p:cNvSpPr>
          <p:nvPr/>
        </p:nvSpPr>
        <p:spPr bwMode="auto">
          <a:xfrm>
            <a:off x="940439" y="3597237"/>
            <a:ext cx="7263121" cy="476250"/>
          </a:xfrm>
          <a:prstGeom prst="rect">
            <a:avLst/>
          </a:prstGeom>
          <a:solidFill>
            <a:srgbClr val="FFCC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96261" name="Rectangle 4">
            <a:extLst>
              <a:ext uri="{FF2B5EF4-FFF2-40B4-BE49-F238E27FC236}">
                <a16:creationId xmlns:a16="http://schemas.microsoft.com/office/drawing/2014/main" id="{2BBBE82B-DF29-4DF5-A967-5AD89437B414}"/>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6. Bemerkung: </a:t>
            </a:r>
            <a:r>
              <a:rPr lang="de-DE" altLang="de-DE" dirty="0" err="1">
                <a:latin typeface="Calibri" panose="020F0502020204030204" pitchFamily="34" charset="0"/>
                <a:cs typeface="Calibri" panose="020F0502020204030204" pitchFamily="34" charset="0"/>
              </a:rPr>
              <a:t>Stringoperationen</a:t>
            </a:r>
            <a:r>
              <a:rPr lang="de-DE" altLang="de-DE" dirty="0">
                <a:latin typeface="Calibri" panose="020F0502020204030204" pitchFamily="34" charset="0"/>
                <a:cs typeface="Calibri" panose="020F0502020204030204" pitchFamily="34" charset="0"/>
              </a:rPr>
              <a:t> - Aufpassen</a:t>
            </a:r>
            <a:endParaRPr lang="de-DE" altLang="de-DE" sz="3600" dirty="0">
              <a:latin typeface="Calibri" panose="020F0502020204030204" pitchFamily="34" charset="0"/>
              <a:cs typeface="Calibri" panose="020F0502020204030204" pitchFamily="34" charset="0"/>
            </a:endParaRPr>
          </a:p>
        </p:txBody>
      </p:sp>
      <p:sp>
        <p:nvSpPr>
          <p:cNvPr id="96262" name="Text Box 5">
            <a:extLst>
              <a:ext uri="{FF2B5EF4-FFF2-40B4-BE49-F238E27FC236}">
                <a16:creationId xmlns:a16="http://schemas.microsoft.com/office/drawing/2014/main" id="{5AAA6D90-B63A-4D83-B5EB-9E118B87543A}"/>
              </a:ext>
            </a:extLst>
          </p:cNvPr>
          <p:cNvSpPr txBox="1">
            <a:spLocks noChangeArrowheads="1"/>
          </p:cNvSpPr>
          <p:nvPr/>
        </p:nvSpPr>
        <p:spPr bwMode="auto">
          <a:xfrm>
            <a:off x="457200" y="1019175"/>
            <a:ext cx="4573368" cy="646331"/>
          </a:xfrm>
          <a:prstGeom prst="rect">
            <a:avLst/>
          </a:prstGeom>
          <a:solidFill>
            <a:srgbClr val="FFCCCC"/>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Vorsicht!</a:t>
            </a:r>
          </a:p>
          <a:p>
            <a:pPr eaLnBrk="1" hangingPunct="1">
              <a:spcBef>
                <a:spcPct val="0"/>
              </a:spcBef>
              <a:buFontTx/>
              <a:buNone/>
            </a:pPr>
            <a:r>
              <a:rPr lang="de-DE" altLang="de-DE" sz="1800" dirty="0" err="1">
                <a:latin typeface="Calibri" panose="020F0502020204030204" pitchFamily="34" charset="0"/>
                <a:cs typeface="Calibri" panose="020F0502020204030204" pitchFamily="34" charset="0"/>
              </a:rPr>
              <a:t>Stringoperationen</a:t>
            </a:r>
            <a:r>
              <a:rPr lang="de-DE" altLang="de-DE" sz="1800" dirty="0">
                <a:latin typeface="Calibri" panose="020F0502020204030204" pitchFamily="34" charset="0"/>
                <a:cs typeface="Calibri" panose="020F0502020204030204" pitchFamily="34" charset="0"/>
              </a:rPr>
              <a:t> prüfen </a:t>
            </a:r>
            <a:r>
              <a:rPr lang="de-DE" altLang="de-DE" sz="1800" dirty="0">
                <a:solidFill>
                  <a:srgbClr val="FF0000"/>
                </a:solidFill>
                <a:latin typeface="Calibri" panose="020F0502020204030204" pitchFamily="34" charset="0"/>
                <a:cs typeface="Calibri" panose="020F0502020204030204" pitchFamily="34" charset="0"/>
              </a:rPr>
              <a:t>nicht</a:t>
            </a:r>
            <a:r>
              <a:rPr lang="de-DE" altLang="de-DE" sz="1800" dirty="0">
                <a:latin typeface="Calibri" panose="020F0502020204030204" pitchFamily="34" charset="0"/>
                <a:cs typeface="Calibri" panose="020F0502020204030204" pitchFamily="34" charset="0"/>
              </a:rPr>
              <a:t> die </a:t>
            </a:r>
            <a:r>
              <a:rPr lang="de-DE" altLang="de-DE" sz="1800" dirty="0" err="1">
                <a:latin typeface="Calibri" panose="020F0502020204030204" pitchFamily="34" charset="0"/>
                <a:cs typeface="Calibri" panose="020F0502020204030204" pitchFamily="34" charset="0"/>
              </a:rPr>
              <a:t>Stringgröße</a:t>
            </a:r>
            <a:endParaRPr lang="de-DE" altLang="de-DE" sz="1800" dirty="0">
              <a:latin typeface="Calibri" panose="020F0502020204030204" pitchFamily="34" charset="0"/>
              <a:cs typeface="Calibri" panose="020F0502020204030204" pitchFamily="34" charset="0"/>
            </a:endParaRPr>
          </a:p>
        </p:txBody>
      </p:sp>
      <p:sp>
        <p:nvSpPr>
          <p:cNvPr id="96263" name="Text Box 6">
            <a:extLst>
              <a:ext uri="{FF2B5EF4-FFF2-40B4-BE49-F238E27FC236}">
                <a16:creationId xmlns:a16="http://schemas.microsoft.com/office/drawing/2014/main" id="{DFD5F8A5-F1F2-483A-B436-53D4F43FE9EB}"/>
              </a:ext>
            </a:extLst>
          </p:cNvPr>
          <p:cNvSpPr txBox="1">
            <a:spLocks noChangeArrowheads="1"/>
          </p:cNvSpPr>
          <p:nvPr/>
        </p:nvSpPr>
        <p:spPr bwMode="auto">
          <a:xfrm>
            <a:off x="457200" y="1714352"/>
            <a:ext cx="7713971" cy="4555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b="1" dirty="0">
                <a:latin typeface="Courier New" panose="02070309020205020404" pitchFamily="49" charset="0"/>
              </a:rPr>
              <a:t>#include &lt;</a:t>
            </a:r>
            <a:r>
              <a:rPr lang="en-US" altLang="de-DE" b="1" dirty="0" err="1">
                <a:latin typeface="Courier New" panose="02070309020205020404" pitchFamily="49" charset="0"/>
              </a:rPr>
              <a:t>stdio.h</a:t>
            </a:r>
            <a:r>
              <a:rPr lang="en-US" altLang="de-DE" b="1" dirty="0">
                <a:latin typeface="Courier New" panose="02070309020205020404" pitchFamily="49" charset="0"/>
              </a:rPr>
              <a:t>&gt;</a:t>
            </a:r>
          </a:p>
          <a:p>
            <a:pPr eaLnBrk="1" hangingPunct="1">
              <a:spcBef>
                <a:spcPct val="0"/>
              </a:spcBef>
              <a:buFontTx/>
              <a:buNone/>
            </a:pPr>
            <a:r>
              <a:rPr lang="en-US" altLang="de-DE" b="1" dirty="0">
                <a:latin typeface="Courier New" panose="02070309020205020404" pitchFamily="49" charset="0"/>
              </a:rPr>
              <a:t>#include &lt;</a:t>
            </a:r>
            <a:r>
              <a:rPr lang="en-US" altLang="de-DE" b="1" dirty="0" err="1">
                <a:latin typeface="Courier New" panose="02070309020205020404" pitchFamily="49" charset="0"/>
              </a:rPr>
              <a:t>string.h</a:t>
            </a:r>
            <a:r>
              <a:rPr lang="en-US" altLang="de-DE" b="1" dirty="0">
                <a:latin typeface="Courier New" panose="02070309020205020404" pitchFamily="49" charset="0"/>
              </a:rPr>
              <a:t>&gt;</a:t>
            </a:r>
          </a:p>
          <a:p>
            <a:pPr eaLnBrk="1" hangingPunct="1">
              <a:spcBef>
                <a:spcPct val="0"/>
              </a:spcBef>
              <a:buFontTx/>
              <a:buNone/>
            </a:pPr>
            <a:endParaRPr lang="en-US" altLang="de-DE" b="1" dirty="0">
              <a:latin typeface="Courier New" panose="02070309020205020404" pitchFamily="49" charset="0"/>
            </a:endParaRPr>
          </a:p>
          <a:p>
            <a:pPr eaLnBrk="1" hangingPunct="1">
              <a:spcBef>
                <a:spcPct val="0"/>
              </a:spcBef>
              <a:buFontTx/>
              <a:buNone/>
            </a:pPr>
            <a:r>
              <a:rPr lang="en-US" altLang="de-DE" b="1" dirty="0">
                <a:latin typeface="Courier New" panose="02070309020205020404" pitchFamily="49" charset="0"/>
              </a:rPr>
              <a:t>int main(){</a:t>
            </a:r>
          </a:p>
          <a:p>
            <a:pPr eaLnBrk="1" hangingPunct="1">
              <a:spcBef>
                <a:spcPct val="0"/>
              </a:spcBef>
              <a:buFontTx/>
              <a:buNone/>
            </a:pPr>
            <a:r>
              <a:rPr lang="en-US" altLang="de-DE" b="1" dirty="0">
                <a:latin typeface="Courier New" panose="02070309020205020404" pitchFamily="49" charset="0"/>
              </a:rPr>
              <a:t>    int </a:t>
            </a:r>
            <a:r>
              <a:rPr lang="en-US" altLang="de-DE" b="1" dirty="0" err="1">
                <a:latin typeface="Courier New" panose="02070309020205020404" pitchFamily="49" charset="0"/>
              </a:rPr>
              <a:t>i</a:t>
            </a:r>
            <a:r>
              <a:rPr lang="en-US" altLang="de-DE" b="1" dirty="0">
                <a:latin typeface="Courier New" panose="02070309020205020404" pitchFamily="49" charset="0"/>
              </a:rPr>
              <a:t>=0;</a:t>
            </a:r>
          </a:p>
          <a:p>
            <a:pPr eaLnBrk="1" hangingPunct="1">
              <a:spcBef>
                <a:spcPct val="0"/>
              </a:spcBef>
              <a:buFontTx/>
              <a:buNone/>
            </a:pPr>
            <a:r>
              <a:rPr lang="en-US" altLang="de-DE" b="1" dirty="0">
                <a:latin typeface="Courier New" panose="02070309020205020404" pitchFamily="49" charset="0"/>
              </a:rPr>
              <a:t>    char s1[]="</a:t>
            </a:r>
            <a:r>
              <a:rPr lang="en-US" altLang="de-DE" b="1" dirty="0" err="1">
                <a:latin typeface="Courier New" panose="02070309020205020404" pitchFamily="49" charset="0"/>
              </a:rPr>
              <a:t>abc</a:t>
            </a:r>
            <a:r>
              <a:rPr lang="en-US" altLang="de-DE" b="1" dirty="0">
                <a:latin typeface="Courier New" panose="02070309020205020404" pitchFamily="49" charset="0"/>
              </a:rPr>
              <a:t>"; </a:t>
            </a:r>
          </a:p>
          <a:p>
            <a:pPr eaLnBrk="1" hangingPunct="1">
              <a:spcBef>
                <a:spcPct val="0"/>
              </a:spcBef>
              <a:buFontTx/>
              <a:buNone/>
            </a:pPr>
            <a:r>
              <a:rPr lang="en-US" altLang="de-DE" b="1" dirty="0">
                <a:latin typeface="Courier New" panose="02070309020205020404" pitchFamily="49" charset="0"/>
              </a:rPr>
              <a:t>    char s2[]="</a:t>
            </a:r>
            <a:r>
              <a:rPr lang="en-US" altLang="de-DE" b="1" dirty="0" err="1">
                <a:latin typeface="Courier New" panose="02070309020205020404" pitchFamily="49" charset="0"/>
              </a:rPr>
              <a:t>abcdefghi</a:t>
            </a:r>
            <a:r>
              <a:rPr lang="en-US" altLang="de-DE" b="1" dirty="0">
                <a:latin typeface="Courier New" panose="02070309020205020404" pitchFamily="49" charset="0"/>
              </a:rPr>
              <a:t>";</a:t>
            </a:r>
          </a:p>
          <a:p>
            <a:pPr eaLnBrk="1" hangingPunct="1">
              <a:spcBef>
                <a:spcPct val="0"/>
              </a:spcBef>
              <a:buFontTx/>
              <a:buNone/>
            </a:pPr>
            <a:endParaRPr lang="en-US" altLang="de-DE" b="1" dirty="0">
              <a:latin typeface="Courier New" panose="02070309020205020404" pitchFamily="49" charset="0"/>
            </a:endParaRPr>
          </a:p>
          <a:p>
            <a:pPr eaLnBrk="1" hangingPunct="1">
              <a:spcBef>
                <a:spcPct val="0"/>
              </a:spcBef>
              <a:buNone/>
            </a:pPr>
            <a:r>
              <a:rPr lang="en-US" altLang="de-DE" b="1" dirty="0">
                <a:latin typeface="Courier New" panose="02070309020205020404" pitchFamily="49" charset="0"/>
              </a:rPr>
              <a:t>    </a:t>
            </a:r>
            <a:r>
              <a:rPr lang="en-US" altLang="de-DE" b="1" dirty="0" err="1">
                <a:latin typeface="Courier New" panose="02070309020205020404" pitchFamily="49" charset="0"/>
              </a:rPr>
              <a:t>strcpy</a:t>
            </a:r>
            <a:r>
              <a:rPr lang="en-US" altLang="de-DE" b="1" dirty="0">
                <a:latin typeface="Courier New" panose="02070309020205020404" pitchFamily="49" charset="0"/>
              </a:rPr>
              <a:t>(s1,s2);//</a:t>
            </a:r>
            <a:r>
              <a:rPr lang="de-DE" altLang="de-DE" b="1" dirty="0">
                <a:latin typeface="Courier New" panose="02070309020205020404" pitchFamily="49" charset="0"/>
                <a:cs typeface="Courier New" panose="02070309020205020404" pitchFamily="49" charset="0"/>
              </a:rPr>
              <a:t>kann/wird Probleme geben, da s2 größer s1</a:t>
            </a:r>
          </a:p>
          <a:p>
            <a:pPr eaLnBrk="1" hangingPunct="1">
              <a:spcBef>
                <a:spcPct val="0"/>
              </a:spcBef>
              <a:buFontTx/>
              <a:buNone/>
            </a:pPr>
            <a:endParaRPr lang="en-US" altLang="de-DE" b="1" dirty="0">
              <a:latin typeface="Courier New" panose="02070309020205020404" pitchFamily="49" charset="0"/>
            </a:endParaRPr>
          </a:p>
          <a:p>
            <a:pPr eaLnBrk="1" hangingPunct="1">
              <a:spcBef>
                <a:spcPct val="0"/>
              </a:spcBef>
              <a:buFontTx/>
              <a:buNone/>
            </a:pPr>
            <a:r>
              <a:rPr lang="en-US" altLang="de-DE" b="1" dirty="0">
                <a:latin typeface="Courier New" panose="02070309020205020404" pitchFamily="49" charset="0"/>
              </a:rPr>
              <a:t>    </a:t>
            </a:r>
            <a:r>
              <a:rPr lang="en-US" altLang="de-DE" b="1" dirty="0" err="1">
                <a:latin typeface="Courier New" panose="02070309020205020404" pitchFamily="49" charset="0"/>
              </a:rPr>
              <a:t>printf</a:t>
            </a:r>
            <a:r>
              <a:rPr lang="en-US" altLang="de-DE" b="1" dirty="0">
                <a:latin typeface="Courier New" panose="02070309020205020404" pitchFamily="49" charset="0"/>
              </a:rPr>
              <a:t>("%s \n",s1);</a:t>
            </a:r>
          </a:p>
          <a:p>
            <a:pPr eaLnBrk="1" hangingPunct="1">
              <a:spcBef>
                <a:spcPct val="0"/>
              </a:spcBef>
              <a:buFontTx/>
              <a:buNone/>
            </a:pPr>
            <a:r>
              <a:rPr lang="en-US" altLang="de-DE" b="1" dirty="0">
                <a:latin typeface="Courier New" panose="02070309020205020404" pitchFamily="49" charset="0"/>
              </a:rPr>
              <a:t>    </a:t>
            </a:r>
            <a:r>
              <a:rPr lang="en-US" altLang="de-DE" b="1" dirty="0" err="1">
                <a:latin typeface="Courier New" panose="02070309020205020404" pitchFamily="49" charset="0"/>
              </a:rPr>
              <a:t>printf</a:t>
            </a:r>
            <a:r>
              <a:rPr lang="en-US" altLang="de-DE" b="1" dirty="0">
                <a:latin typeface="Courier New" panose="02070309020205020404" pitchFamily="49" charset="0"/>
              </a:rPr>
              <a:t>("%s \n",s2);</a:t>
            </a:r>
          </a:p>
          <a:p>
            <a:pPr eaLnBrk="1" hangingPunct="1">
              <a:spcBef>
                <a:spcPct val="0"/>
              </a:spcBef>
              <a:buFontTx/>
              <a:buNone/>
            </a:pPr>
            <a:r>
              <a:rPr lang="en-US" altLang="de-DE" b="1" dirty="0">
                <a:latin typeface="Courier New" panose="02070309020205020404" pitchFamily="49" charset="0"/>
              </a:rPr>
              <a:t>    </a:t>
            </a:r>
          </a:p>
          <a:p>
            <a:pPr eaLnBrk="1" hangingPunct="1">
              <a:spcBef>
                <a:spcPct val="0"/>
              </a:spcBef>
              <a:buFontTx/>
              <a:buNone/>
            </a:pPr>
            <a:r>
              <a:rPr lang="en-US" altLang="de-DE" b="1" dirty="0">
                <a:latin typeface="Courier New" panose="02070309020205020404" pitchFamily="49" charset="0"/>
              </a:rPr>
              <a:t>    </a:t>
            </a:r>
            <a:r>
              <a:rPr lang="en-US" altLang="de-DE" b="1" dirty="0" err="1">
                <a:latin typeface="Courier New" panose="02070309020205020404" pitchFamily="49" charset="0"/>
              </a:rPr>
              <a:t>printf</a:t>
            </a:r>
            <a:r>
              <a:rPr lang="en-US" altLang="de-DE" b="1" dirty="0">
                <a:latin typeface="Courier New" panose="02070309020205020404" pitchFamily="49" charset="0"/>
              </a:rPr>
              <a:t>("\</a:t>
            </a:r>
            <a:r>
              <a:rPr lang="en-US" altLang="de-DE" b="1" dirty="0" err="1">
                <a:latin typeface="Courier New" panose="02070309020205020404" pitchFamily="49" charset="0"/>
              </a:rPr>
              <a:t>ni</a:t>
            </a:r>
            <a:r>
              <a:rPr lang="en-US" altLang="de-DE" b="1" dirty="0">
                <a:latin typeface="Courier New" panose="02070309020205020404" pitchFamily="49" charset="0"/>
              </a:rPr>
              <a:t> = %</a:t>
            </a:r>
            <a:r>
              <a:rPr lang="en-US" altLang="de-DE" b="1" dirty="0" err="1">
                <a:latin typeface="Courier New" panose="02070309020205020404" pitchFamily="49" charset="0"/>
              </a:rPr>
              <a:t>i</a:t>
            </a:r>
            <a:r>
              <a:rPr lang="en-US" altLang="de-DE" b="1" dirty="0">
                <a:latin typeface="Courier New" panose="02070309020205020404" pitchFamily="49" charset="0"/>
              </a:rPr>
              <a:t>\n",</a:t>
            </a:r>
            <a:r>
              <a:rPr lang="en-US" altLang="de-DE" b="1" dirty="0" err="1">
                <a:latin typeface="Courier New" panose="02070309020205020404" pitchFamily="49" charset="0"/>
              </a:rPr>
              <a:t>i</a:t>
            </a:r>
            <a:r>
              <a:rPr lang="en-US" altLang="de-DE" b="1" dirty="0">
                <a:latin typeface="Courier New" panose="02070309020205020404" pitchFamily="49" charset="0"/>
              </a:rPr>
              <a:t>);</a:t>
            </a:r>
          </a:p>
          <a:p>
            <a:pPr eaLnBrk="1" hangingPunct="1">
              <a:spcBef>
                <a:spcPct val="0"/>
              </a:spcBef>
              <a:buFontTx/>
              <a:buNone/>
            </a:pPr>
            <a:r>
              <a:rPr lang="en-US" altLang="de-DE" b="1" dirty="0">
                <a:latin typeface="Courier New" panose="02070309020205020404" pitchFamily="49" charset="0"/>
              </a:rPr>
              <a:t>    return 0;</a:t>
            </a:r>
          </a:p>
          <a:p>
            <a:pPr eaLnBrk="1" hangingPunct="1">
              <a:spcBef>
                <a:spcPct val="0"/>
              </a:spcBef>
              <a:buFontTx/>
              <a:buNone/>
            </a:pPr>
            <a:endParaRPr lang="en-US" altLang="de-DE" b="1" dirty="0">
              <a:latin typeface="Courier New" panose="02070309020205020404" pitchFamily="49" charset="0"/>
            </a:endParaRPr>
          </a:p>
          <a:p>
            <a:pPr eaLnBrk="1" hangingPunct="1">
              <a:spcBef>
                <a:spcPct val="0"/>
              </a:spcBef>
              <a:buFontTx/>
              <a:buNone/>
            </a:pPr>
            <a:r>
              <a:rPr lang="en-US" altLang="de-DE" b="1" dirty="0">
                <a:latin typeface="Courier New" panose="02070309020205020404" pitchFamily="49" charset="0"/>
              </a:rPr>
              <a:t>}</a:t>
            </a:r>
          </a:p>
          <a:p>
            <a:pPr eaLnBrk="1" hangingPunct="1">
              <a:spcBef>
                <a:spcPct val="0"/>
              </a:spcBef>
              <a:buFontTx/>
              <a:buNone/>
            </a:pPr>
            <a:endParaRPr lang="de-DE" altLang="de-DE" sz="1800" b="1" dirty="0">
              <a:latin typeface="Arial Unicode MS" pitchFamily="34" charset="-128"/>
            </a:endParaRPr>
          </a:p>
        </p:txBody>
      </p:sp>
      <p:pic>
        <p:nvPicPr>
          <p:cNvPr id="96265" name="Grafik 14">
            <a:extLst>
              <a:ext uri="{FF2B5EF4-FFF2-40B4-BE49-F238E27FC236}">
                <a16:creationId xmlns:a16="http://schemas.microsoft.com/office/drawing/2014/main" id="{4B83BA6F-AF30-4342-A66B-8AC3A1D9EDF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30568" y="1068021"/>
            <a:ext cx="706437"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6" name="Grafik 15">
            <a:extLst>
              <a:ext uri="{FF2B5EF4-FFF2-40B4-BE49-F238E27FC236}">
                <a16:creationId xmlns:a16="http://schemas.microsoft.com/office/drawing/2014/main" id="{A8DBB049-73AB-4FC7-A875-6AC6C8CA153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266113" y="3835362"/>
            <a:ext cx="70485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Foliennummernplatzhalter 3">
            <a:extLst>
              <a:ext uri="{FF2B5EF4-FFF2-40B4-BE49-F238E27FC236}">
                <a16:creationId xmlns:a16="http://schemas.microsoft.com/office/drawing/2014/main" id="{83109EB8-4B8D-4828-A826-C95F46532D7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FD05CB15-D94B-48F5-91B9-65C3CBAAFC04}" type="slidenum">
              <a:rPr lang="de-DE" altLang="de-DE" sz="1400" smtClean="0"/>
              <a:pPr>
                <a:spcBef>
                  <a:spcPct val="0"/>
                </a:spcBef>
                <a:buFontTx/>
                <a:buNone/>
              </a:pPr>
              <a:t>48</a:t>
            </a:fld>
            <a:endParaRPr lang="de-DE" altLang="de-DE" sz="1400"/>
          </a:p>
        </p:txBody>
      </p:sp>
      <p:sp>
        <p:nvSpPr>
          <p:cNvPr id="538682" name="Rectangle 58">
            <a:extLst>
              <a:ext uri="{FF2B5EF4-FFF2-40B4-BE49-F238E27FC236}">
                <a16:creationId xmlns:a16="http://schemas.microsoft.com/office/drawing/2014/main" id="{700292B8-7102-47D9-B441-5E0C7A55D848}"/>
              </a:ext>
            </a:extLst>
          </p:cNvPr>
          <p:cNvSpPr>
            <a:spLocks noChangeArrowheads="1"/>
          </p:cNvSpPr>
          <p:nvPr/>
        </p:nvSpPr>
        <p:spPr bwMode="auto">
          <a:xfrm>
            <a:off x="647700" y="4775200"/>
            <a:ext cx="2489200" cy="995224"/>
          </a:xfrm>
          <a:prstGeom prst="rect">
            <a:avLst/>
          </a:prstGeom>
          <a:solidFill>
            <a:srgbClr val="92D050"/>
          </a:solidFill>
          <a:ln w="9525">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98308" name="Rectangle 4">
            <a:extLst>
              <a:ext uri="{FF2B5EF4-FFF2-40B4-BE49-F238E27FC236}">
                <a16:creationId xmlns:a16="http://schemas.microsoft.com/office/drawing/2014/main" id="{98AAACF0-8FEB-4F6F-B70B-573445895A26}"/>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6. Strings: Zusammenfassung</a:t>
            </a:r>
            <a:endParaRPr lang="de-DE" altLang="de-DE" sz="3600" dirty="0">
              <a:latin typeface="Calibri" panose="020F0502020204030204" pitchFamily="34" charset="0"/>
              <a:cs typeface="Calibri" panose="020F0502020204030204" pitchFamily="34" charset="0"/>
            </a:endParaRPr>
          </a:p>
        </p:txBody>
      </p:sp>
      <p:sp>
        <p:nvSpPr>
          <p:cNvPr id="538632" name="Text Box 8">
            <a:extLst>
              <a:ext uri="{FF2B5EF4-FFF2-40B4-BE49-F238E27FC236}">
                <a16:creationId xmlns:a16="http://schemas.microsoft.com/office/drawing/2014/main" id="{8B4812EF-8EE2-4AAB-8FF6-3944167ABB89}"/>
              </a:ext>
            </a:extLst>
          </p:cNvPr>
          <p:cNvSpPr txBox="1">
            <a:spLocks noChangeArrowheads="1"/>
          </p:cNvSpPr>
          <p:nvPr/>
        </p:nvSpPr>
        <p:spPr bwMode="auto">
          <a:xfrm>
            <a:off x="631825" y="1466850"/>
            <a:ext cx="30575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latin typeface="Courier New" panose="02070309020205020404" pitchFamily="49" charset="0"/>
                <a:cs typeface="Courier New" panose="02070309020205020404" pitchFamily="49" charset="0"/>
              </a:rPr>
              <a:t>char s1[] = </a:t>
            </a:r>
            <a:r>
              <a:rPr lang="en-US" altLang="de-DE" sz="1800" b="1"/>
              <a:t>"</a:t>
            </a:r>
            <a:r>
              <a:rPr lang="de-DE" altLang="de-DE" sz="1800" b="1">
                <a:latin typeface="Courier New" panose="02070309020205020404" pitchFamily="49" charset="0"/>
                <a:cs typeface="Courier New" panose="02070309020205020404" pitchFamily="49" charset="0"/>
              </a:rPr>
              <a:t>ABCDEF</a:t>
            </a:r>
            <a:r>
              <a:rPr lang="en-US" altLang="de-DE" sz="1800" b="1"/>
              <a:t>"</a:t>
            </a:r>
            <a:r>
              <a:rPr lang="de-DE" altLang="de-DE" sz="1800"/>
              <a:t> </a:t>
            </a:r>
            <a:r>
              <a:rPr lang="de-DE" altLang="de-DE" sz="1800" b="1">
                <a:latin typeface="Courier New" panose="02070309020205020404" pitchFamily="49" charset="0"/>
                <a:cs typeface="Courier New" panose="02070309020205020404" pitchFamily="49" charset="0"/>
              </a:rPr>
              <a:t>;</a:t>
            </a:r>
          </a:p>
        </p:txBody>
      </p:sp>
      <p:sp>
        <p:nvSpPr>
          <p:cNvPr id="538647" name="Text Box 23">
            <a:extLst>
              <a:ext uri="{FF2B5EF4-FFF2-40B4-BE49-F238E27FC236}">
                <a16:creationId xmlns:a16="http://schemas.microsoft.com/office/drawing/2014/main" id="{5765328B-D720-4BFE-AC91-52E9479AFF27}"/>
              </a:ext>
            </a:extLst>
          </p:cNvPr>
          <p:cNvSpPr txBox="1">
            <a:spLocks noChangeArrowheads="1"/>
          </p:cNvSpPr>
          <p:nvPr/>
        </p:nvSpPr>
        <p:spPr bwMode="auto">
          <a:xfrm>
            <a:off x="644525" y="2051050"/>
            <a:ext cx="3394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latin typeface="Courier New" panose="02070309020205020404" pitchFamily="49" charset="0"/>
                <a:cs typeface="Courier New" panose="02070309020205020404" pitchFamily="49" charset="0"/>
              </a:rPr>
              <a:t>char s2[10] = </a:t>
            </a:r>
            <a:r>
              <a:rPr lang="en-US" altLang="de-DE" sz="1800" b="1"/>
              <a:t>"</a:t>
            </a:r>
            <a:r>
              <a:rPr lang="de-DE" altLang="de-DE" sz="1800" b="1">
                <a:latin typeface="Courier New" panose="02070309020205020404" pitchFamily="49" charset="0"/>
                <a:cs typeface="Courier New" panose="02070309020205020404" pitchFamily="49" charset="0"/>
              </a:rPr>
              <a:t>ABCDEF</a:t>
            </a:r>
            <a:r>
              <a:rPr lang="en-US" altLang="de-DE" sz="1800" b="1"/>
              <a:t>"</a:t>
            </a:r>
            <a:r>
              <a:rPr lang="de-DE" altLang="de-DE" sz="1800"/>
              <a:t> </a:t>
            </a:r>
            <a:r>
              <a:rPr lang="de-DE" altLang="de-DE" sz="1800" b="1">
                <a:latin typeface="Courier New" panose="02070309020205020404" pitchFamily="49" charset="0"/>
                <a:cs typeface="Courier New" panose="02070309020205020404" pitchFamily="49" charset="0"/>
              </a:rPr>
              <a:t>;</a:t>
            </a:r>
          </a:p>
        </p:txBody>
      </p:sp>
      <p:sp>
        <p:nvSpPr>
          <p:cNvPr id="538648" name="Text Box 24">
            <a:extLst>
              <a:ext uri="{FF2B5EF4-FFF2-40B4-BE49-F238E27FC236}">
                <a16:creationId xmlns:a16="http://schemas.microsoft.com/office/drawing/2014/main" id="{6A6A24A3-4244-4840-A6DD-3C7383E71F26}"/>
              </a:ext>
            </a:extLst>
          </p:cNvPr>
          <p:cNvSpPr txBox="1">
            <a:spLocks noChangeArrowheads="1"/>
          </p:cNvSpPr>
          <p:nvPr/>
        </p:nvSpPr>
        <p:spPr bwMode="auto">
          <a:xfrm>
            <a:off x="747713" y="4029075"/>
            <a:ext cx="2232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latin typeface="Courier New" panose="02070309020205020404" pitchFamily="49" charset="0"/>
                <a:cs typeface="Courier New" panose="02070309020205020404" pitchFamily="49" charset="0"/>
              </a:rPr>
              <a:t>char *ps1 = s1;</a:t>
            </a:r>
          </a:p>
        </p:txBody>
      </p:sp>
      <p:sp>
        <p:nvSpPr>
          <p:cNvPr id="538649" name="Text Box 25">
            <a:extLst>
              <a:ext uri="{FF2B5EF4-FFF2-40B4-BE49-F238E27FC236}">
                <a16:creationId xmlns:a16="http://schemas.microsoft.com/office/drawing/2014/main" id="{36B2EF5E-3C68-40A4-AAB5-94E8817CDEE4}"/>
              </a:ext>
            </a:extLst>
          </p:cNvPr>
          <p:cNvSpPr txBox="1">
            <a:spLocks noChangeArrowheads="1"/>
          </p:cNvSpPr>
          <p:nvPr/>
        </p:nvSpPr>
        <p:spPr bwMode="auto">
          <a:xfrm>
            <a:off x="4487863" y="1036638"/>
            <a:ext cx="3805237"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Reservierung von 7 aufeinanderfolgenden </a:t>
            </a:r>
            <a:r>
              <a:rPr lang="de-DE" altLang="de-DE" sz="1800" dirty="0" err="1">
                <a:latin typeface="Calibri" panose="020F0502020204030204" pitchFamily="34" charset="0"/>
                <a:cs typeface="Calibri" panose="020F0502020204030204" pitchFamily="34" charset="0"/>
              </a:rPr>
              <a:t>char</a:t>
            </a:r>
            <a:r>
              <a:rPr lang="de-DE" altLang="de-DE" sz="1800" dirty="0">
                <a:latin typeface="Calibri" panose="020F0502020204030204" pitchFamily="34" charset="0"/>
                <a:cs typeface="Calibri" panose="020F0502020204030204" pitchFamily="34" charset="0"/>
              </a:rPr>
              <a:t>-Speicherplätzen, Zuweisung von:  ABCDEF\0</a:t>
            </a:r>
          </a:p>
        </p:txBody>
      </p:sp>
      <p:sp>
        <p:nvSpPr>
          <p:cNvPr id="538650" name="Line 26">
            <a:extLst>
              <a:ext uri="{FF2B5EF4-FFF2-40B4-BE49-F238E27FC236}">
                <a16:creationId xmlns:a16="http://schemas.microsoft.com/office/drawing/2014/main" id="{7C01CCF1-7A21-4BDA-B0C7-5468840D0BBF}"/>
              </a:ext>
            </a:extLst>
          </p:cNvPr>
          <p:cNvSpPr>
            <a:spLocks noChangeShapeType="1"/>
          </p:cNvSpPr>
          <p:nvPr/>
        </p:nvSpPr>
        <p:spPr bwMode="auto">
          <a:xfrm flipH="1">
            <a:off x="3684588" y="1603375"/>
            <a:ext cx="835025" cy="127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538651" name="Text Box 27">
            <a:extLst>
              <a:ext uri="{FF2B5EF4-FFF2-40B4-BE49-F238E27FC236}">
                <a16:creationId xmlns:a16="http://schemas.microsoft.com/office/drawing/2014/main" id="{BA957B44-D732-439D-8F0F-A1AFB4867B32}"/>
              </a:ext>
            </a:extLst>
          </p:cNvPr>
          <p:cNvSpPr txBox="1">
            <a:spLocks noChangeArrowheads="1"/>
          </p:cNvSpPr>
          <p:nvPr/>
        </p:nvSpPr>
        <p:spPr bwMode="auto">
          <a:xfrm>
            <a:off x="4519613" y="2536825"/>
            <a:ext cx="3805237"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Reservierung von 10 aufeinanderfolgenden </a:t>
            </a:r>
            <a:r>
              <a:rPr lang="de-DE" altLang="de-DE" sz="1800" dirty="0" err="1">
                <a:latin typeface="Calibri" panose="020F0502020204030204" pitchFamily="34" charset="0"/>
                <a:cs typeface="Calibri" panose="020F0502020204030204" pitchFamily="34" charset="0"/>
              </a:rPr>
              <a:t>char</a:t>
            </a:r>
            <a:r>
              <a:rPr lang="de-DE" altLang="de-DE" sz="1800" dirty="0">
                <a:latin typeface="Calibri" panose="020F0502020204030204" pitchFamily="34" charset="0"/>
                <a:cs typeface="Calibri" panose="020F0502020204030204" pitchFamily="34" charset="0"/>
              </a:rPr>
              <a:t>-Speicherplätzen, Zuweisung von: ABCDEF\0</a:t>
            </a:r>
          </a:p>
        </p:txBody>
      </p:sp>
      <p:sp>
        <p:nvSpPr>
          <p:cNvPr id="538652" name="Line 28">
            <a:extLst>
              <a:ext uri="{FF2B5EF4-FFF2-40B4-BE49-F238E27FC236}">
                <a16:creationId xmlns:a16="http://schemas.microsoft.com/office/drawing/2014/main" id="{401738E9-D249-4A9F-A2F7-E9EE7ECF813C}"/>
              </a:ext>
            </a:extLst>
          </p:cNvPr>
          <p:cNvSpPr>
            <a:spLocks noChangeShapeType="1"/>
          </p:cNvSpPr>
          <p:nvPr/>
        </p:nvSpPr>
        <p:spPr bwMode="auto">
          <a:xfrm flipH="1" flipV="1">
            <a:off x="3471863" y="2319338"/>
            <a:ext cx="1047750" cy="6889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538653" name="Text Box 29">
            <a:extLst>
              <a:ext uri="{FF2B5EF4-FFF2-40B4-BE49-F238E27FC236}">
                <a16:creationId xmlns:a16="http://schemas.microsoft.com/office/drawing/2014/main" id="{377F3851-AB98-43F0-9B59-78E19C206714}"/>
              </a:ext>
            </a:extLst>
          </p:cNvPr>
          <p:cNvSpPr txBox="1">
            <a:spLocks noChangeArrowheads="1"/>
          </p:cNvSpPr>
          <p:nvPr/>
        </p:nvSpPr>
        <p:spPr bwMode="auto">
          <a:xfrm>
            <a:off x="4451350" y="3903663"/>
            <a:ext cx="320985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Folgende Ausdrücke sind jeweils</a:t>
            </a:r>
          </a:p>
          <a:p>
            <a:pPr eaLnBrk="1" hangingPunct="1">
              <a:spcBef>
                <a:spcPct val="0"/>
              </a:spcBef>
              <a:buFontTx/>
              <a:buNone/>
            </a:pPr>
            <a:r>
              <a:rPr lang="de-DE" altLang="de-DE" sz="1800" dirty="0">
                <a:latin typeface="Calibri" panose="020F0502020204030204" pitchFamily="34" charset="0"/>
                <a:cs typeface="Calibri" panose="020F0502020204030204" pitchFamily="34" charset="0"/>
              </a:rPr>
              <a:t>äquivalent:</a:t>
            </a:r>
          </a:p>
        </p:txBody>
      </p:sp>
      <p:graphicFrame>
        <p:nvGraphicFramePr>
          <p:cNvPr id="538678" name="Group 54">
            <a:extLst>
              <a:ext uri="{FF2B5EF4-FFF2-40B4-BE49-F238E27FC236}">
                <a16:creationId xmlns:a16="http://schemas.microsoft.com/office/drawing/2014/main" id="{AAF82E0F-E44E-408C-B7C6-2A7983964924}"/>
              </a:ext>
            </a:extLst>
          </p:cNvPr>
          <p:cNvGraphicFramePr>
            <a:graphicFrameLocks noGrp="1"/>
          </p:cNvGraphicFramePr>
          <p:nvPr>
            <p:ph idx="1"/>
          </p:nvPr>
        </p:nvGraphicFramePr>
        <p:xfrm>
          <a:off x="4583113" y="4548188"/>
          <a:ext cx="3678237" cy="1546226"/>
        </p:xfrm>
        <a:graphic>
          <a:graphicData uri="http://schemas.openxmlformats.org/drawingml/2006/table">
            <a:tbl>
              <a:tblPr/>
              <a:tblGrid>
                <a:gridCol w="3678237">
                  <a:extLst>
                    <a:ext uri="{9D8B030D-6E8A-4147-A177-3AD203B41FA5}">
                      <a16:colId xmlns:a16="http://schemas.microsoft.com/office/drawing/2014/main" val="20000"/>
                    </a:ext>
                  </a:extLst>
                </a:gridCol>
              </a:tblGrid>
              <a:tr h="515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800" b="1" i="0" u="none" strike="noStrike" cap="none" normalizeH="0" baseline="0" dirty="0">
                          <a:ln>
                            <a:noFill/>
                          </a:ln>
                          <a:solidFill>
                            <a:schemeClr val="tx1"/>
                          </a:solidFill>
                          <a:effectLst/>
                          <a:latin typeface="Courier New" pitchFamily="49" charset="0"/>
                          <a:cs typeface="Courier New" pitchFamily="49" charset="0"/>
                        </a:rPr>
                        <a:t>s1, ps1, &amp;s1[0]</a:t>
                      </a:r>
                      <a:r>
                        <a:rPr kumimoji="0" lang="de-DE" sz="1800" b="0" i="0" u="none" strike="noStrike" cap="none" normalizeH="0" baseline="0" dirty="0">
                          <a:ln>
                            <a:noFill/>
                          </a:ln>
                          <a:solidFill>
                            <a:schemeClr val="tx1"/>
                          </a:solidFill>
                          <a:effectLst/>
                          <a:latin typeface="Courier New" pitchFamily="49" charset="0"/>
                          <a:cs typeface="Courier New" pitchFamily="49" charset="0"/>
                        </a:rPr>
                        <a:t> </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43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800" b="1" i="0" u="none" strike="noStrike" cap="none" normalizeH="0" baseline="0">
                          <a:ln>
                            <a:noFill/>
                          </a:ln>
                          <a:solidFill>
                            <a:schemeClr val="tx1"/>
                          </a:solidFill>
                          <a:effectLst/>
                          <a:latin typeface="Courier New" pitchFamily="49" charset="0"/>
                          <a:cs typeface="Courier New" pitchFamily="49" charset="0"/>
                        </a:rPr>
                        <a:t>s1+i, ps1+i, &amp;s1[i]</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5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de-DE" sz="1800" b="1" i="0" u="none" strike="noStrike" cap="none" normalizeH="0" baseline="0" dirty="0">
                          <a:ln>
                            <a:noFill/>
                          </a:ln>
                          <a:solidFill>
                            <a:schemeClr val="tx1"/>
                          </a:solidFill>
                          <a:effectLst/>
                          <a:latin typeface="Courier New" pitchFamily="49" charset="0"/>
                          <a:cs typeface="Courier New" pitchFamily="49" charset="0"/>
                        </a:rPr>
                        <a:t>*(s1+i), *(ps1+i), s1[i]</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38679" name="Rectangle 55">
            <a:extLst>
              <a:ext uri="{FF2B5EF4-FFF2-40B4-BE49-F238E27FC236}">
                <a16:creationId xmlns:a16="http://schemas.microsoft.com/office/drawing/2014/main" id="{E245D4B2-720C-491B-8DF6-47548D30F9D1}"/>
              </a:ext>
            </a:extLst>
          </p:cNvPr>
          <p:cNvSpPr>
            <a:spLocks noChangeArrowheads="1"/>
          </p:cNvSpPr>
          <p:nvPr/>
        </p:nvSpPr>
        <p:spPr bwMode="auto">
          <a:xfrm>
            <a:off x="4546600" y="1041400"/>
            <a:ext cx="3436938" cy="127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538680" name="Rectangle 56">
            <a:extLst>
              <a:ext uri="{FF2B5EF4-FFF2-40B4-BE49-F238E27FC236}">
                <a16:creationId xmlns:a16="http://schemas.microsoft.com/office/drawing/2014/main" id="{0BE06435-2D24-4999-8794-CC6272D60056}"/>
              </a:ext>
            </a:extLst>
          </p:cNvPr>
          <p:cNvSpPr>
            <a:spLocks noChangeArrowheads="1"/>
          </p:cNvSpPr>
          <p:nvPr/>
        </p:nvSpPr>
        <p:spPr bwMode="auto">
          <a:xfrm>
            <a:off x="4541838" y="2536825"/>
            <a:ext cx="3492500" cy="127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538681" name="Text Box 57">
            <a:extLst>
              <a:ext uri="{FF2B5EF4-FFF2-40B4-BE49-F238E27FC236}">
                <a16:creationId xmlns:a16="http://schemas.microsoft.com/office/drawing/2014/main" id="{0A846669-4E10-4010-9129-1445104A12F7}"/>
              </a:ext>
            </a:extLst>
          </p:cNvPr>
          <p:cNvSpPr txBox="1">
            <a:spLocks noChangeArrowheads="1"/>
          </p:cNvSpPr>
          <p:nvPr/>
        </p:nvSpPr>
        <p:spPr bwMode="auto">
          <a:xfrm>
            <a:off x="644525" y="4847094"/>
            <a:ext cx="234872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Achtung:</a:t>
            </a:r>
          </a:p>
          <a:p>
            <a:pPr eaLnBrk="1" hangingPunct="1">
              <a:spcBef>
                <a:spcPct val="0"/>
              </a:spcBef>
              <a:buFontTx/>
              <a:buNone/>
            </a:pPr>
            <a:r>
              <a:rPr lang="de-DE" altLang="de-DE" sz="1800" b="1" dirty="0"/>
              <a:t>'</a:t>
            </a:r>
            <a:r>
              <a:rPr lang="de-DE" altLang="de-DE" sz="1800" b="1" dirty="0">
                <a:latin typeface="Courier New" panose="02070309020205020404" pitchFamily="49" charset="0"/>
                <a:cs typeface="Courier New" panose="02070309020205020404" pitchFamily="49" charset="0"/>
              </a:rPr>
              <a:t>x</a:t>
            </a:r>
            <a:r>
              <a:rPr lang="de-DE" altLang="de-DE" sz="1800" b="1" dirty="0"/>
              <a:t>'</a:t>
            </a:r>
            <a:r>
              <a:rPr lang="de-DE" altLang="de-DE" sz="1800" dirty="0"/>
              <a:t>  – braucht 1 Byte</a:t>
            </a:r>
          </a:p>
          <a:p>
            <a:pPr eaLnBrk="1" hangingPunct="1">
              <a:spcBef>
                <a:spcPct val="0"/>
              </a:spcBef>
              <a:buFontTx/>
              <a:buNone/>
            </a:pPr>
            <a:r>
              <a:rPr lang="en-US" altLang="de-DE" sz="1800" b="1" dirty="0"/>
              <a:t>"</a:t>
            </a:r>
            <a:r>
              <a:rPr lang="de-DE" altLang="de-DE" sz="1800" b="1" dirty="0">
                <a:latin typeface="Courier New" panose="02070309020205020404" pitchFamily="49" charset="0"/>
                <a:cs typeface="Courier New" panose="02070309020205020404" pitchFamily="49" charset="0"/>
              </a:rPr>
              <a:t>x</a:t>
            </a:r>
            <a:r>
              <a:rPr lang="en-US" altLang="de-DE" sz="1800" b="1" dirty="0"/>
              <a:t>"</a:t>
            </a:r>
            <a:r>
              <a:rPr lang="de-DE" altLang="de-DE" sz="1800" dirty="0"/>
              <a:t>  – braucht 2 Byte</a:t>
            </a:r>
          </a:p>
        </p:txBody>
      </p:sp>
      <p:cxnSp>
        <p:nvCxnSpPr>
          <p:cNvPr id="3" name="Gerade Verbindung mit Pfeil 2">
            <a:extLst>
              <a:ext uri="{FF2B5EF4-FFF2-40B4-BE49-F238E27FC236}">
                <a16:creationId xmlns:a16="http://schemas.microsoft.com/office/drawing/2014/main" id="{642B6241-2342-4E84-841A-A354A6DB5232}"/>
              </a:ext>
            </a:extLst>
          </p:cNvPr>
          <p:cNvCxnSpPr>
            <a:cxnSpLocks/>
            <a:stCxn id="538648" idx="3"/>
          </p:cNvCxnSpPr>
          <p:nvPr/>
        </p:nvCxnSpPr>
        <p:spPr>
          <a:xfrm flipV="1">
            <a:off x="2979738" y="4104640"/>
            <a:ext cx="1508125" cy="1077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86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864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3865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86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867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3865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386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3868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3864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3865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538678"/>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3868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386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8682" grpId="0" animBg="1"/>
      <p:bldP spid="538632" grpId="0"/>
      <p:bldP spid="538647" grpId="0"/>
      <p:bldP spid="538648" grpId="0"/>
      <p:bldP spid="538649" grpId="0"/>
      <p:bldP spid="538651" grpId="0"/>
      <p:bldP spid="538653" grpId="0"/>
      <p:bldP spid="538679" grpId="0" animBg="1"/>
      <p:bldP spid="538680" grpId="0" animBg="1"/>
      <p:bldP spid="53868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Foliennummernplatzhalter 4">
            <a:extLst>
              <a:ext uri="{FF2B5EF4-FFF2-40B4-BE49-F238E27FC236}">
                <a16:creationId xmlns:a16="http://schemas.microsoft.com/office/drawing/2014/main" id="{2466B2AB-5A7E-49E9-A3EE-D96D8B86B94C}"/>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r" eaLnBrk="1" hangingPunct="1">
              <a:spcBef>
                <a:spcPct val="0"/>
              </a:spcBef>
              <a:buFontTx/>
              <a:buNone/>
            </a:pPr>
            <a:fld id="{48615A23-3BDB-47D5-B58C-8A9E17254999}" type="slidenum">
              <a:rPr lang="de-DE" altLang="de-DE" sz="1400"/>
              <a:pPr algn="r" eaLnBrk="1" hangingPunct="1">
                <a:spcBef>
                  <a:spcPct val="0"/>
                </a:spcBef>
                <a:buFontTx/>
                <a:buNone/>
              </a:pPr>
              <a:t>49</a:t>
            </a:fld>
            <a:endParaRPr lang="de-DE" altLang="de-DE" sz="1400"/>
          </a:p>
        </p:txBody>
      </p:sp>
      <p:sp>
        <p:nvSpPr>
          <p:cNvPr id="112643" name="Text Box 9">
            <a:extLst>
              <a:ext uri="{FF2B5EF4-FFF2-40B4-BE49-F238E27FC236}">
                <a16:creationId xmlns:a16="http://schemas.microsoft.com/office/drawing/2014/main" id="{9898D121-9E0B-4EC8-B247-01BCBA131489}"/>
              </a:ext>
            </a:extLst>
          </p:cNvPr>
          <p:cNvSpPr txBox="1">
            <a:spLocks noChangeArrowheads="1"/>
          </p:cNvSpPr>
          <p:nvPr/>
        </p:nvSpPr>
        <p:spPr bwMode="auto">
          <a:xfrm>
            <a:off x="971550" y="1262063"/>
            <a:ext cx="55530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AutoNum type="arabicPeriod"/>
            </a:pPr>
            <a:r>
              <a:rPr lang="de-DE" altLang="de-DE" sz="2400">
                <a:solidFill>
                  <a:schemeClr val="bg2"/>
                </a:solidFill>
              </a:rPr>
              <a:t> </a:t>
            </a:r>
            <a:r>
              <a:rPr lang="de-DE" altLang="de-DE" b="1">
                <a:sym typeface="Wingdings" panose="05000000000000000000" pitchFamily="2" charset="2"/>
              </a:rPr>
              <a:t></a:t>
            </a:r>
            <a:r>
              <a:rPr lang="de-DE" altLang="de-DE" sz="2400">
                <a:solidFill>
                  <a:schemeClr val="bg2"/>
                </a:solidFill>
              </a:rPr>
              <a:t> Wiederholung: Zeiger, Felder</a:t>
            </a:r>
          </a:p>
          <a:p>
            <a:pPr eaLnBrk="1" hangingPunct="1">
              <a:spcBef>
                <a:spcPct val="0"/>
              </a:spcBef>
              <a:buFontTx/>
              <a:buAutoNum type="arabicPeriod"/>
            </a:pPr>
            <a:r>
              <a:rPr lang="de-DE" altLang="de-DE" sz="2400">
                <a:solidFill>
                  <a:schemeClr val="bg2"/>
                </a:solidFill>
              </a:rPr>
              <a:t> </a:t>
            </a:r>
            <a:r>
              <a:rPr lang="de-DE" altLang="de-DE" b="1">
                <a:sym typeface="Wingdings" panose="05000000000000000000" pitchFamily="2" charset="2"/>
              </a:rPr>
              <a:t></a:t>
            </a:r>
            <a:r>
              <a:rPr lang="de-DE" altLang="de-DE" sz="2400">
                <a:solidFill>
                  <a:schemeClr val="bg2"/>
                </a:solidFill>
              </a:rPr>
              <a:t> Zusammenhang Felder und Zeiger</a:t>
            </a:r>
          </a:p>
          <a:p>
            <a:pPr eaLnBrk="1" hangingPunct="1">
              <a:spcBef>
                <a:spcPct val="0"/>
              </a:spcBef>
              <a:buFontTx/>
              <a:buAutoNum type="arabicPeriod"/>
            </a:pPr>
            <a:r>
              <a:rPr lang="de-DE" altLang="de-DE" sz="2400">
                <a:solidFill>
                  <a:schemeClr val="bg2"/>
                </a:solidFill>
              </a:rPr>
              <a:t> </a:t>
            </a:r>
            <a:r>
              <a:rPr lang="de-DE" altLang="de-DE" b="1">
                <a:sym typeface="Wingdings" panose="05000000000000000000" pitchFamily="2" charset="2"/>
              </a:rPr>
              <a:t></a:t>
            </a:r>
            <a:r>
              <a:rPr lang="de-DE" altLang="de-DE" sz="2400">
                <a:solidFill>
                  <a:schemeClr val="bg2"/>
                </a:solidFill>
              </a:rPr>
              <a:t> Zweidimensionale Felder</a:t>
            </a:r>
          </a:p>
          <a:p>
            <a:pPr eaLnBrk="1" hangingPunct="1">
              <a:spcBef>
                <a:spcPct val="0"/>
              </a:spcBef>
              <a:buFontTx/>
              <a:buAutoNum type="arabicPeriod"/>
            </a:pPr>
            <a:r>
              <a:rPr lang="de-DE" altLang="de-DE" sz="2400">
                <a:solidFill>
                  <a:schemeClr val="bg2"/>
                </a:solidFill>
              </a:rPr>
              <a:t> </a:t>
            </a:r>
            <a:r>
              <a:rPr lang="de-DE" altLang="de-DE" b="1">
                <a:sym typeface="Wingdings" panose="05000000000000000000" pitchFamily="2" charset="2"/>
              </a:rPr>
              <a:t></a:t>
            </a:r>
            <a:r>
              <a:rPr lang="de-DE" altLang="de-DE" sz="2400">
                <a:solidFill>
                  <a:schemeClr val="bg2"/>
                </a:solidFill>
              </a:rPr>
              <a:t> Funktionen und Zeiger</a:t>
            </a:r>
          </a:p>
          <a:p>
            <a:pPr eaLnBrk="1" hangingPunct="1">
              <a:spcBef>
                <a:spcPct val="0"/>
              </a:spcBef>
              <a:buFontTx/>
              <a:buAutoNum type="arabicPeriod"/>
            </a:pPr>
            <a:r>
              <a:rPr lang="de-DE" altLang="de-DE" sz="2400">
                <a:solidFill>
                  <a:schemeClr val="bg2"/>
                </a:solidFill>
              </a:rPr>
              <a:t> </a:t>
            </a:r>
            <a:r>
              <a:rPr lang="de-DE" altLang="de-DE" b="1">
                <a:sym typeface="Wingdings" panose="05000000000000000000" pitchFamily="2" charset="2"/>
              </a:rPr>
              <a:t></a:t>
            </a:r>
            <a:r>
              <a:rPr lang="de-DE" altLang="de-DE" sz="2400">
                <a:solidFill>
                  <a:schemeClr val="bg2"/>
                </a:solidFill>
              </a:rPr>
              <a:t> Funktionen mit Feldern</a:t>
            </a:r>
          </a:p>
          <a:p>
            <a:pPr eaLnBrk="1" hangingPunct="1">
              <a:spcBef>
                <a:spcPct val="0"/>
              </a:spcBef>
              <a:buFontTx/>
              <a:buAutoNum type="arabicPeriod"/>
            </a:pPr>
            <a:r>
              <a:rPr lang="de-DE" altLang="de-DE" sz="2400">
                <a:solidFill>
                  <a:schemeClr val="bg2"/>
                </a:solidFill>
              </a:rPr>
              <a:t> </a:t>
            </a:r>
            <a:r>
              <a:rPr lang="de-DE" altLang="de-DE" b="1">
                <a:sym typeface="Wingdings" panose="05000000000000000000" pitchFamily="2" charset="2"/>
              </a:rPr>
              <a:t></a:t>
            </a:r>
            <a:r>
              <a:rPr lang="de-DE" altLang="de-DE" sz="2400">
                <a:solidFill>
                  <a:schemeClr val="bg2"/>
                </a:solidFill>
              </a:rPr>
              <a:t> Strings</a:t>
            </a:r>
          </a:p>
          <a:p>
            <a:pPr eaLnBrk="1" hangingPunct="1">
              <a:spcBef>
                <a:spcPct val="0"/>
              </a:spcBef>
              <a:buFontTx/>
              <a:buAutoNum type="arabicPeriod"/>
            </a:pPr>
            <a:r>
              <a:rPr lang="de-DE" altLang="de-DE" sz="2400">
                <a:solidFill>
                  <a:schemeClr val="bg2"/>
                </a:solidFill>
              </a:rPr>
              <a:t> </a:t>
            </a:r>
            <a:r>
              <a:rPr lang="de-DE" altLang="de-DE" sz="2400"/>
              <a:t>Felder von Zeigern</a:t>
            </a:r>
          </a:p>
        </p:txBody>
      </p:sp>
      <p:pic>
        <p:nvPicPr>
          <p:cNvPr id="4" name="Grafik 1">
            <a:extLst>
              <a:ext uri="{FF2B5EF4-FFF2-40B4-BE49-F238E27FC236}">
                <a16:creationId xmlns:a16="http://schemas.microsoft.com/office/drawing/2014/main" id="{8600559E-9C61-4D2A-9333-21DE0046ABA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30813" y="2928938"/>
            <a:ext cx="3706812" cy="315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Foliennummernplatzhalter 2">
            <a:extLst>
              <a:ext uri="{FF2B5EF4-FFF2-40B4-BE49-F238E27FC236}">
                <a16:creationId xmlns:a16="http://schemas.microsoft.com/office/drawing/2014/main" id="{CFE4847C-0911-4B25-AA13-B36F9B0BB48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9ABB6911-5E95-40BD-A572-7EBA7DA255D1}" type="slidenum">
              <a:rPr lang="de-DE" altLang="de-DE" sz="1400" smtClean="0"/>
              <a:pPr>
                <a:spcBef>
                  <a:spcPct val="0"/>
                </a:spcBef>
                <a:buFontTx/>
                <a:buNone/>
              </a:pPr>
              <a:t>50</a:t>
            </a:fld>
            <a:endParaRPr lang="de-DE" altLang="de-DE" sz="1400"/>
          </a:p>
        </p:txBody>
      </p:sp>
      <p:sp>
        <p:nvSpPr>
          <p:cNvPr id="114691" name="Rectangle 3">
            <a:extLst>
              <a:ext uri="{FF2B5EF4-FFF2-40B4-BE49-F238E27FC236}">
                <a16:creationId xmlns:a16="http://schemas.microsoft.com/office/drawing/2014/main" id="{FE7CA52A-7D87-4FC2-9246-70E84A4BCCCE}"/>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7. Felder von Zeigern</a:t>
            </a:r>
          </a:p>
        </p:txBody>
      </p:sp>
      <p:sp>
        <p:nvSpPr>
          <p:cNvPr id="114692" name="Text Box 4">
            <a:extLst>
              <a:ext uri="{FF2B5EF4-FFF2-40B4-BE49-F238E27FC236}">
                <a16:creationId xmlns:a16="http://schemas.microsoft.com/office/drawing/2014/main" id="{642E678B-39F2-4B5A-9C7D-51A6E5E63470}"/>
              </a:ext>
            </a:extLst>
          </p:cNvPr>
          <p:cNvSpPr txBox="1">
            <a:spLocks noChangeArrowheads="1"/>
          </p:cNvSpPr>
          <p:nvPr/>
        </p:nvSpPr>
        <p:spPr bwMode="auto">
          <a:xfrm>
            <a:off x="470339" y="2014891"/>
            <a:ext cx="4064318"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None/>
            </a:pPr>
            <a:r>
              <a:rPr lang="de-DE" altLang="de-DE" sz="2000" dirty="0">
                <a:latin typeface="Calibri" panose="020F0502020204030204" pitchFamily="34" charset="0"/>
                <a:cs typeface="Calibri" panose="020F0502020204030204" pitchFamily="34" charset="0"/>
              </a:rPr>
              <a:t>Deklaration</a:t>
            </a:r>
            <a:r>
              <a:rPr lang="de-DE" altLang="de-DE" sz="2000" dirty="0">
                <a:latin typeface="Arial Unicode MS" pitchFamily="34" charset="-128"/>
              </a:rPr>
              <a:t>:</a:t>
            </a:r>
            <a:r>
              <a:rPr lang="de-DE" altLang="de-DE" sz="1800" dirty="0">
                <a:latin typeface="Arial Unicode MS" pitchFamily="34" charset="-128"/>
              </a:rPr>
              <a:t> </a:t>
            </a:r>
            <a:r>
              <a:rPr lang="de-DE" altLang="de-DE" sz="1800" b="1" dirty="0">
                <a:latin typeface="Courier New" panose="02070309020205020404" pitchFamily="49" charset="0"/>
              </a:rPr>
              <a:t>typ *</a:t>
            </a:r>
            <a:r>
              <a:rPr lang="de-DE" altLang="de-DE" sz="1800" b="1" dirty="0" err="1">
                <a:latin typeface="Courier New" panose="02070309020205020404" pitchFamily="49" charset="0"/>
              </a:rPr>
              <a:t>name</a:t>
            </a:r>
            <a:r>
              <a:rPr lang="de-DE" altLang="de-DE" sz="1800" b="1" dirty="0">
                <a:latin typeface="Courier New" panose="02070309020205020404" pitchFamily="49" charset="0"/>
              </a:rPr>
              <a:t>[</a:t>
            </a:r>
            <a:r>
              <a:rPr lang="de-DE" altLang="de-DE" sz="1800" b="1" dirty="0" err="1">
                <a:latin typeface="Courier New" panose="02070309020205020404" pitchFamily="49" charset="0"/>
              </a:rPr>
              <a:t>laenge</a:t>
            </a:r>
            <a:r>
              <a:rPr lang="de-DE" altLang="de-DE" sz="1800" b="1" dirty="0">
                <a:latin typeface="Courier New" panose="02070309020205020404" pitchFamily="49" charset="0"/>
              </a:rPr>
              <a:t>];</a:t>
            </a:r>
          </a:p>
        </p:txBody>
      </p:sp>
      <p:sp>
        <p:nvSpPr>
          <p:cNvPr id="301063" name="Text Box 7">
            <a:extLst>
              <a:ext uri="{FF2B5EF4-FFF2-40B4-BE49-F238E27FC236}">
                <a16:creationId xmlns:a16="http://schemas.microsoft.com/office/drawing/2014/main" id="{52C16847-8AE7-44CD-9D91-1661ADE7E505}"/>
              </a:ext>
            </a:extLst>
          </p:cNvPr>
          <p:cNvSpPr txBox="1">
            <a:spLocks noChangeArrowheads="1"/>
          </p:cNvSpPr>
          <p:nvPr/>
        </p:nvSpPr>
        <p:spPr bwMode="auto">
          <a:xfrm>
            <a:off x="838200" y="2665413"/>
            <a:ext cx="184731"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b="1" dirty="0">
              <a:latin typeface="Courier New" panose="02070309020205020404" pitchFamily="49" charset="0"/>
            </a:endParaRPr>
          </a:p>
        </p:txBody>
      </p:sp>
      <p:sp>
        <p:nvSpPr>
          <p:cNvPr id="301064" name="Text Box 8">
            <a:extLst>
              <a:ext uri="{FF2B5EF4-FFF2-40B4-BE49-F238E27FC236}">
                <a16:creationId xmlns:a16="http://schemas.microsoft.com/office/drawing/2014/main" id="{CB5CCBF1-F8A7-4A46-8073-74BAF4CF3129}"/>
              </a:ext>
            </a:extLst>
          </p:cNvPr>
          <p:cNvSpPr txBox="1">
            <a:spLocks noChangeArrowheads="1"/>
          </p:cNvSpPr>
          <p:nvPr/>
        </p:nvSpPr>
        <p:spPr bwMode="auto">
          <a:xfrm>
            <a:off x="470339" y="2475789"/>
            <a:ext cx="85651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None/>
            </a:pPr>
            <a:r>
              <a:rPr lang="de-DE" altLang="de-DE" sz="2000" dirty="0">
                <a:latin typeface="Calibri" panose="020F0502020204030204" pitchFamily="34" charset="0"/>
                <a:cs typeface="Calibri" panose="020F0502020204030204" pitchFamily="34" charset="0"/>
              </a:rPr>
              <a:t>Beispiel: </a:t>
            </a:r>
            <a:r>
              <a:rPr lang="de-DE" altLang="de-DE" sz="1800" b="1" dirty="0" err="1">
                <a:latin typeface="Courier New" panose="02070309020205020404" pitchFamily="49" charset="0"/>
              </a:rPr>
              <a:t>int</a:t>
            </a:r>
            <a:r>
              <a:rPr lang="de-DE" altLang="de-DE" sz="1800" b="1" dirty="0">
                <a:latin typeface="Courier New" panose="02070309020205020404" pitchFamily="49" charset="0"/>
              </a:rPr>
              <a:t> *c[4];//c ist Zeiger aufs erste Element des Feldes</a:t>
            </a:r>
          </a:p>
        </p:txBody>
      </p:sp>
      <p:grpSp>
        <p:nvGrpSpPr>
          <p:cNvPr id="2" name="Group 25">
            <a:extLst>
              <a:ext uri="{FF2B5EF4-FFF2-40B4-BE49-F238E27FC236}">
                <a16:creationId xmlns:a16="http://schemas.microsoft.com/office/drawing/2014/main" id="{D9CD6390-3D1A-4810-A6C0-1CB3BEE98213}"/>
              </a:ext>
            </a:extLst>
          </p:cNvPr>
          <p:cNvGrpSpPr>
            <a:grpSpLocks/>
          </p:cNvGrpSpPr>
          <p:nvPr/>
        </p:nvGrpSpPr>
        <p:grpSpPr bwMode="auto">
          <a:xfrm>
            <a:off x="887413" y="3335338"/>
            <a:ext cx="3321050" cy="1768475"/>
            <a:chOff x="1047" y="1949"/>
            <a:chExt cx="2092" cy="1114"/>
          </a:xfrm>
        </p:grpSpPr>
        <p:sp>
          <p:nvSpPr>
            <p:cNvPr id="114697" name="Rectangle 13">
              <a:extLst>
                <a:ext uri="{FF2B5EF4-FFF2-40B4-BE49-F238E27FC236}">
                  <a16:creationId xmlns:a16="http://schemas.microsoft.com/office/drawing/2014/main" id="{0E833F64-40F8-4A85-8F5A-697EF29E2EF5}"/>
                </a:ext>
              </a:extLst>
            </p:cNvPr>
            <p:cNvSpPr>
              <a:spLocks noChangeArrowheads="1"/>
            </p:cNvSpPr>
            <p:nvPr/>
          </p:nvSpPr>
          <p:spPr bwMode="auto">
            <a:xfrm>
              <a:off x="1047" y="1954"/>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14698" name="Rectangle 14">
              <a:extLst>
                <a:ext uri="{FF2B5EF4-FFF2-40B4-BE49-F238E27FC236}">
                  <a16:creationId xmlns:a16="http://schemas.microsoft.com/office/drawing/2014/main" id="{EC2D4366-235C-4907-AFE3-347492968977}"/>
                </a:ext>
              </a:extLst>
            </p:cNvPr>
            <p:cNvSpPr>
              <a:spLocks noChangeArrowheads="1"/>
            </p:cNvSpPr>
            <p:nvPr/>
          </p:nvSpPr>
          <p:spPr bwMode="auto">
            <a:xfrm>
              <a:off x="1047" y="2226"/>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14699" name="Rectangle 15">
              <a:extLst>
                <a:ext uri="{FF2B5EF4-FFF2-40B4-BE49-F238E27FC236}">
                  <a16:creationId xmlns:a16="http://schemas.microsoft.com/office/drawing/2014/main" id="{A6DC664D-659E-47DF-923E-CB04E6BA7E32}"/>
                </a:ext>
              </a:extLst>
            </p:cNvPr>
            <p:cNvSpPr>
              <a:spLocks noChangeArrowheads="1"/>
            </p:cNvSpPr>
            <p:nvPr/>
          </p:nvSpPr>
          <p:spPr bwMode="auto">
            <a:xfrm>
              <a:off x="1047" y="2500"/>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14700" name="Rectangle 16">
              <a:extLst>
                <a:ext uri="{FF2B5EF4-FFF2-40B4-BE49-F238E27FC236}">
                  <a16:creationId xmlns:a16="http://schemas.microsoft.com/office/drawing/2014/main" id="{E77ED03E-1B2B-4ACA-A4CE-A1190B3226CA}"/>
                </a:ext>
              </a:extLst>
            </p:cNvPr>
            <p:cNvSpPr>
              <a:spLocks noChangeArrowheads="1"/>
            </p:cNvSpPr>
            <p:nvPr/>
          </p:nvSpPr>
          <p:spPr bwMode="auto">
            <a:xfrm>
              <a:off x="1047" y="2778"/>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14701" name="Rectangle 17">
              <a:extLst>
                <a:ext uri="{FF2B5EF4-FFF2-40B4-BE49-F238E27FC236}">
                  <a16:creationId xmlns:a16="http://schemas.microsoft.com/office/drawing/2014/main" id="{05FC225F-713A-42E8-97EA-7C7F67F3EF33}"/>
                </a:ext>
              </a:extLst>
            </p:cNvPr>
            <p:cNvSpPr>
              <a:spLocks noChangeArrowheads="1"/>
            </p:cNvSpPr>
            <p:nvPr/>
          </p:nvSpPr>
          <p:spPr bwMode="auto">
            <a:xfrm>
              <a:off x="2165" y="1949"/>
              <a:ext cx="274"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14702" name="Rectangle 18">
              <a:extLst>
                <a:ext uri="{FF2B5EF4-FFF2-40B4-BE49-F238E27FC236}">
                  <a16:creationId xmlns:a16="http://schemas.microsoft.com/office/drawing/2014/main" id="{939C07FD-7956-4CFD-8E27-BB0EF67399CE}"/>
                </a:ext>
              </a:extLst>
            </p:cNvPr>
            <p:cNvSpPr>
              <a:spLocks noChangeArrowheads="1"/>
            </p:cNvSpPr>
            <p:nvPr/>
          </p:nvSpPr>
          <p:spPr bwMode="auto">
            <a:xfrm>
              <a:off x="2865" y="2226"/>
              <a:ext cx="274"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14703" name="Rectangle 19">
              <a:extLst>
                <a:ext uri="{FF2B5EF4-FFF2-40B4-BE49-F238E27FC236}">
                  <a16:creationId xmlns:a16="http://schemas.microsoft.com/office/drawing/2014/main" id="{430DA86A-0387-4427-B339-76731977EBD8}"/>
                </a:ext>
              </a:extLst>
            </p:cNvPr>
            <p:cNvSpPr>
              <a:spLocks noChangeArrowheads="1"/>
            </p:cNvSpPr>
            <p:nvPr/>
          </p:nvSpPr>
          <p:spPr bwMode="auto">
            <a:xfrm>
              <a:off x="1863" y="2554"/>
              <a:ext cx="274"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14704" name="Rectangle 20">
              <a:extLst>
                <a:ext uri="{FF2B5EF4-FFF2-40B4-BE49-F238E27FC236}">
                  <a16:creationId xmlns:a16="http://schemas.microsoft.com/office/drawing/2014/main" id="{FF964FD0-8DFA-4C43-B3F5-5B27A0698048}"/>
                </a:ext>
              </a:extLst>
            </p:cNvPr>
            <p:cNvSpPr>
              <a:spLocks noChangeArrowheads="1"/>
            </p:cNvSpPr>
            <p:nvPr/>
          </p:nvSpPr>
          <p:spPr bwMode="auto">
            <a:xfrm>
              <a:off x="2619" y="2780"/>
              <a:ext cx="274"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14705" name="Line 21">
              <a:extLst>
                <a:ext uri="{FF2B5EF4-FFF2-40B4-BE49-F238E27FC236}">
                  <a16:creationId xmlns:a16="http://schemas.microsoft.com/office/drawing/2014/main" id="{611ADB65-C2A9-4E2D-BDC4-6129E30BF803}"/>
                </a:ext>
              </a:extLst>
            </p:cNvPr>
            <p:cNvSpPr>
              <a:spLocks noChangeShapeType="1"/>
            </p:cNvSpPr>
            <p:nvPr/>
          </p:nvSpPr>
          <p:spPr bwMode="auto">
            <a:xfrm>
              <a:off x="1190" y="2077"/>
              <a:ext cx="982"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14706" name="Line 22">
              <a:extLst>
                <a:ext uri="{FF2B5EF4-FFF2-40B4-BE49-F238E27FC236}">
                  <a16:creationId xmlns:a16="http://schemas.microsoft.com/office/drawing/2014/main" id="{8990FB4F-A1E6-4B44-B38A-DD0798735BD2}"/>
                </a:ext>
              </a:extLst>
            </p:cNvPr>
            <p:cNvSpPr>
              <a:spLocks noChangeShapeType="1"/>
            </p:cNvSpPr>
            <p:nvPr/>
          </p:nvSpPr>
          <p:spPr bwMode="auto">
            <a:xfrm>
              <a:off x="1213" y="2368"/>
              <a:ext cx="1624"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14707" name="Line 23">
              <a:extLst>
                <a:ext uri="{FF2B5EF4-FFF2-40B4-BE49-F238E27FC236}">
                  <a16:creationId xmlns:a16="http://schemas.microsoft.com/office/drawing/2014/main" id="{EA4ED283-9B56-4FFF-8952-3EEDAA93DC1F}"/>
                </a:ext>
              </a:extLst>
            </p:cNvPr>
            <p:cNvSpPr>
              <a:spLocks noChangeShapeType="1"/>
            </p:cNvSpPr>
            <p:nvPr/>
          </p:nvSpPr>
          <p:spPr bwMode="auto">
            <a:xfrm>
              <a:off x="1175" y="2675"/>
              <a:ext cx="69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14708" name="Line 24">
              <a:extLst>
                <a:ext uri="{FF2B5EF4-FFF2-40B4-BE49-F238E27FC236}">
                  <a16:creationId xmlns:a16="http://schemas.microsoft.com/office/drawing/2014/main" id="{73494FE9-D746-420E-98B8-443C2F137F88}"/>
                </a:ext>
              </a:extLst>
            </p:cNvPr>
            <p:cNvSpPr>
              <a:spLocks noChangeShapeType="1"/>
            </p:cNvSpPr>
            <p:nvPr/>
          </p:nvSpPr>
          <p:spPr bwMode="auto">
            <a:xfrm>
              <a:off x="1194" y="2941"/>
              <a:ext cx="1426"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grpSp>
      <p:sp>
        <p:nvSpPr>
          <p:cNvPr id="3" name="Textfeld 2">
            <a:extLst>
              <a:ext uri="{FF2B5EF4-FFF2-40B4-BE49-F238E27FC236}">
                <a16:creationId xmlns:a16="http://schemas.microsoft.com/office/drawing/2014/main" id="{7E99F7CB-E7E7-40A9-9F2B-1329E263202E}"/>
              </a:ext>
            </a:extLst>
          </p:cNvPr>
          <p:cNvSpPr txBox="1"/>
          <p:nvPr/>
        </p:nvSpPr>
        <p:spPr>
          <a:xfrm>
            <a:off x="457200" y="914699"/>
            <a:ext cx="8077200" cy="1015663"/>
          </a:xfrm>
          <a:prstGeom prst="rect">
            <a:avLst/>
          </a:prstGeom>
          <a:noFill/>
        </p:spPr>
        <p:txBody>
          <a:bodyPr wrap="square" rtlCol="0">
            <a:spAutoFit/>
          </a:bodyPr>
          <a:lstStyle/>
          <a:p>
            <a:r>
              <a:rPr lang="de-DE" sz="2000" dirty="0">
                <a:latin typeface="Calibri" panose="020F0502020204030204" pitchFamily="34" charset="0"/>
                <a:cs typeface="Calibri" panose="020F0502020204030204" pitchFamily="34" charset="0"/>
              </a:rPr>
              <a:t>Felder sind Datenstrukturen, wo hintereinander gleiche Datentypen stehen. Also könnten in Feldern auch Adressen stehen, was bedeutet, dass man ein Feld von Zeigern deklarieren kann.</a:t>
            </a:r>
          </a:p>
        </p:txBody>
      </p:sp>
      <p:sp>
        <p:nvSpPr>
          <p:cNvPr id="4" name="Geschweifte Klammer rechts 3">
            <a:extLst>
              <a:ext uri="{FF2B5EF4-FFF2-40B4-BE49-F238E27FC236}">
                <a16:creationId xmlns:a16="http://schemas.microsoft.com/office/drawing/2014/main" id="{E8BCCEE8-06D3-49FC-966F-53549919C2D5}"/>
              </a:ext>
            </a:extLst>
          </p:cNvPr>
          <p:cNvSpPr/>
          <p:nvPr/>
        </p:nvSpPr>
        <p:spPr>
          <a:xfrm>
            <a:off x="4855779" y="3133727"/>
            <a:ext cx="470285" cy="237369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 name="Textfeld 4">
            <a:extLst>
              <a:ext uri="{FF2B5EF4-FFF2-40B4-BE49-F238E27FC236}">
                <a16:creationId xmlns:a16="http://schemas.microsoft.com/office/drawing/2014/main" id="{5B1B6849-7BB7-4FA4-89A2-CBF8EE859304}"/>
              </a:ext>
            </a:extLst>
          </p:cNvPr>
          <p:cNvSpPr txBox="1"/>
          <p:nvPr/>
        </p:nvSpPr>
        <p:spPr>
          <a:xfrm>
            <a:off x="5789613" y="4295776"/>
            <a:ext cx="1285929" cy="369332"/>
          </a:xfrm>
          <a:prstGeom prst="rect">
            <a:avLst/>
          </a:prstGeom>
          <a:noFill/>
        </p:spPr>
        <p:txBody>
          <a:bodyPr wrap="none" rtlCol="0">
            <a:spAutoFit/>
          </a:bodyPr>
          <a:lstStyle/>
          <a:p>
            <a:r>
              <a:rPr lang="de-DE" dirty="0">
                <a:latin typeface="Calibri" panose="020F0502020204030204" pitchFamily="34" charset="0"/>
                <a:cs typeface="Calibri" panose="020F0502020204030204" pitchFamily="34" charset="0"/>
              </a:rPr>
              <a:t>im Speicher</a:t>
            </a:r>
          </a:p>
        </p:txBody>
      </p:sp>
      <p:cxnSp>
        <p:nvCxnSpPr>
          <p:cNvPr id="7" name="Gerade Verbindung mit Pfeil 6">
            <a:extLst>
              <a:ext uri="{FF2B5EF4-FFF2-40B4-BE49-F238E27FC236}">
                <a16:creationId xmlns:a16="http://schemas.microsoft.com/office/drawing/2014/main" id="{7CDD4748-1F65-401D-ABB8-F3C96548282F}"/>
              </a:ext>
            </a:extLst>
          </p:cNvPr>
          <p:cNvCxnSpPr>
            <a:endCxn id="114697" idx="0"/>
          </p:cNvCxnSpPr>
          <p:nvPr/>
        </p:nvCxnSpPr>
        <p:spPr>
          <a:xfrm flipH="1">
            <a:off x="1104901" y="2785241"/>
            <a:ext cx="1165333" cy="5580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10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106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63" grpId="0" animBg="1"/>
      <p:bldP spid="30106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Foliennummernplatzhalter 2">
            <a:extLst>
              <a:ext uri="{FF2B5EF4-FFF2-40B4-BE49-F238E27FC236}">
                <a16:creationId xmlns:a16="http://schemas.microsoft.com/office/drawing/2014/main" id="{8D30AE9F-EC10-4736-9495-FDDCFA32CAD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8259FE8C-55C3-483A-B479-5967953E4234}" type="slidenum">
              <a:rPr lang="de-DE" altLang="de-DE" sz="1400" smtClean="0"/>
              <a:pPr>
                <a:spcBef>
                  <a:spcPct val="0"/>
                </a:spcBef>
                <a:buFontTx/>
                <a:buNone/>
              </a:pPr>
              <a:t>51</a:t>
            </a:fld>
            <a:endParaRPr lang="de-DE" altLang="de-DE" sz="1400"/>
          </a:p>
        </p:txBody>
      </p:sp>
      <p:sp>
        <p:nvSpPr>
          <p:cNvPr id="116739" name="Rectangle 2">
            <a:extLst>
              <a:ext uri="{FF2B5EF4-FFF2-40B4-BE49-F238E27FC236}">
                <a16:creationId xmlns:a16="http://schemas.microsoft.com/office/drawing/2014/main" id="{4D11921C-6E36-4682-B338-324AE4B8FFD4}"/>
              </a:ext>
            </a:extLst>
          </p:cNvPr>
          <p:cNvSpPr>
            <a:spLocks noChangeArrowheads="1"/>
          </p:cNvSpPr>
          <p:nvPr/>
        </p:nvSpPr>
        <p:spPr bwMode="auto">
          <a:xfrm>
            <a:off x="938213" y="1590675"/>
            <a:ext cx="3883025" cy="27320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116740" name="Rectangle 3">
            <a:extLst>
              <a:ext uri="{FF2B5EF4-FFF2-40B4-BE49-F238E27FC236}">
                <a16:creationId xmlns:a16="http://schemas.microsoft.com/office/drawing/2014/main" id="{D59A0CF4-29D7-40B6-B3CC-DB12DAD09219}"/>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7. Felder von Zeigern: Beispiel</a:t>
            </a:r>
          </a:p>
        </p:txBody>
      </p:sp>
      <p:sp>
        <p:nvSpPr>
          <p:cNvPr id="116741" name="Text Box 4">
            <a:extLst>
              <a:ext uri="{FF2B5EF4-FFF2-40B4-BE49-F238E27FC236}">
                <a16:creationId xmlns:a16="http://schemas.microsoft.com/office/drawing/2014/main" id="{8F166AD6-4329-450B-BEC8-21E39940BD0B}"/>
              </a:ext>
            </a:extLst>
          </p:cNvPr>
          <p:cNvSpPr txBox="1">
            <a:spLocks noChangeArrowheads="1"/>
          </p:cNvSpPr>
          <p:nvPr/>
        </p:nvSpPr>
        <p:spPr bwMode="auto">
          <a:xfrm>
            <a:off x="550862" y="1265238"/>
            <a:ext cx="349326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dirty="0">
                <a:latin typeface="Courier New" panose="02070309020205020404" pitchFamily="49" charset="0"/>
              </a:rPr>
              <a:t>   1: </a:t>
            </a:r>
            <a:r>
              <a:rPr lang="de-DE" altLang="de-DE" sz="1800" b="1" dirty="0" err="1">
                <a:latin typeface="Courier New" panose="02070309020205020404" pitchFamily="49" charset="0"/>
              </a:rPr>
              <a:t>int</a:t>
            </a:r>
            <a:r>
              <a:rPr lang="de-DE" altLang="de-DE" sz="1800" b="1" dirty="0">
                <a:latin typeface="Courier New" panose="02070309020205020404" pitchFamily="49" charset="0"/>
              </a:rPr>
              <a:t> a[] = {1,2,3};</a:t>
            </a:r>
          </a:p>
          <a:p>
            <a:pPr eaLnBrk="1" hangingPunct="1">
              <a:spcBef>
                <a:spcPct val="0"/>
              </a:spcBef>
              <a:buFontTx/>
              <a:buNone/>
            </a:pPr>
            <a:r>
              <a:rPr lang="de-DE" altLang="de-DE" sz="1800" b="1" dirty="0">
                <a:latin typeface="Courier New" panose="02070309020205020404" pitchFamily="49" charset="0"/>
              </a:rPr>
              <a:t>   2: </a:t>
            </a:r>
            <a:r>
              <a:rPr lang="de-DE" altLang="de-DE" sz="1800" b="1" dirty="0" err="1">
                <a:latin typeface="Courier New" panose="02070309020205020404" pitchFamily="49" charset="0"/>
              </a:rPr>
              <a:t>int</a:t>
            </a:r>
            <a:r>
              <a:rPr lang="de-DE" altLang="de-DE" sz="1800" b="1" dirty="0">
                <a:latin typeface="Courier New" panose="02070309020205020404" pitchFamily="49" charset="0"/>
              </a:rPr>
              <a:t> b[] = {4,5};</a:t>
            </a:r>
          </a:p>
          <a:p>
            <a:pPr eaLnBrk="1" hangingPunct="1">
              <a:spcBef>
                <a:spcPct val="0"/>
              </a:spcBef>
              <a:buFontTx/>
              <a:buNone/>
            </a:pPr>
            <a:r>
              <a:rPr lang="de-DE" altLang="de-DE" sz="1800" b="1" dirty="0">
                <a:latin typeface="Courier New" panose="02070309020205020404" pitchFamily="49" charset="0"/>
              </a:rPr>
              <a:t>   3: </a:t>
            </a:r>
            <a:r>
              <a:rPr lang="de-DE" altLang="de-DE" sz="1800" b="1" dirty="0" err="1">
                <a:latin typeface="Courier New" panose="02070309020205020404" pitchFamily="49" charset="0"/>
              </a:rPr>
              <a:t>int</a:t>
            </a:r>
            <a:r>
              <a:rPr lang="de-DE" altLang="de-DE" sz="1800" b="1" dirty="0">
                <a:latin typeface="Courier New" panose="02070309020205020404" pitchFamily="49" charset="0"/>
              </a:rPr>
              <a:t> *c[2];</a:t>
            </a:r>
          </a:p>
          <a:p>
            <a:pPr eaLnBrk="1" hangingPunct="1">
              <a:spcBef>
                <a:spcPct val="0"/>
              </a:spcBef>
              <a:buFontTx/>
              <a:buNone/>
            </a:pPr>
            <a:r>
              <a:rPr lang="de-DE" altLang="de-DE" sz="1800" b="1" dirty="0">
                <a:latin typeface="Courier New" panose="02070309020205020404" pitchFamily="49" charset="0"/>
              </a:rPr>
              <a:t>    </a:t>
            </a:r>
          </a:p>
          <a:p>
            <a:pPr eaLnBrk="1" hangingPunct="1">
              <a:spcBef>
                <a:spcPct val="0"/>
              </a:spcBef>
              <a:buFontTx/>
              <a:buNone/>
            </a:pPr>
            <a:r>
              <a:rPr lang="de-DE" altLang="de-DE" sz="1800" b="1" dirty="0">
                <a:latin typeface="Courier New" panose="02070309020205020404" pitchFamily="49" charset="0"/>
              </a:rPr>
              <a:t>   4: c[0]=a;</a:t>
            </a:r>
          </a:p>
          <a:p>
            <a:pPr eaLnBrk="1" hangingPunct="1">
              <a:spcBef>
                <a:spcPct val="0"/>
              </a:spcBef>
              <a:buFontTx/>
              <a:buNone/>
            </a:pPr>
            <a:r>
              <a:rPr lang="de-DE" altLang="de-DE" sz="1800" b="1" dirty="0">
                <a:latin typeface="Courier New" panose="02070309020205020404" pitchFamily="49" charset="0"/>
              </a:rPr>
              <a:t>   5: c[1]=&amp;b[0];</a:t>
            </a:r>
          </a:p>
          <a:p>
            <a:pPr eaLnBrk="1" hangingPunct="1">
              <a:spcBef>
                <a:spcPct val="0"/>
              </a:spcBef>
              <a:buFontTx/>
              <a:buNone/>
            </a:pPr>
            <a:r>
              <a:rPr lang="de-DE" altLang="de-DE" sz="1800" b="1" dirty="0">
                <a:latin typeface="Courier New" panose="02070309020205020404" pitchFamily="49" charset="0"/>
              </a:rPr>
              <a:t>    </a:t>
            </a:r>
          </a:p>
          <a:p>
            <a:pPr eaLnBrk="1" hangingPunct="1">
              <a:spcBef>
                <a:spcPct val="0"/>
              </a:spcBef>
              <a:buFontTx/>
              <a:buNone/>
            </a:pPr>
            <a:r>
              <a:rPr lang="de-DE" altLang="de-DE" sz="1800" b="1" dirty="0">
                <a:latin typeface="Courier New" panose="02070309020205020404" pitchFamily="49" charset="0"/>
              </a:rPr>
              <a:t>   6: *(c[0]+1)=77;</a:t>
            </a:r>
          </a:p>
        </p:txBody>
      </p:sp>
      <p:sp>
        <p:nvSpPr>
          <p:cNvPr id="304136" name="Rectangle 8">
            <a:extLst>
              <a:ext uri="{FF2B5EF4-FFF2-40B4-BE49-F238E27FC236}">
                <a16:creationId xmlns:a16="http://schemas.microsoft.com/office/drawing/2014/main" id="{550EA932-B823-4228-A59D-8CA9200A7C48}"/>
              </a:ext>
            </a:extLst>
          </p:cNvPr>
          <p:cNvSpPr>
            <a:spLocks noChangeArrowheads="1"/>
          </p:cNvSpPr>
          <p:nvPr/>
        </p:nvSpPr>
        <p:spPr bwMode="auto">
          <a:xfrm>
            <a:off x="2357120" y="4142674"/>
            <a:ext cx="434975" cy="44926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304137" name="Rectangle 9">
            <a:extLst>
              <a:ext uri="{FF2B5EF4-FFF2-40B4-BE49-F238E27FC236}">
                <a16:creationId xmlns:a16="http://schemas.microsoft.com/office/drawing/2014/main" id="{0532B64F-45D4-43C8-BC57-36C6C23627EA}"/>
              </a:ext>
            </a:extLst>
          </p:cNvPr>
          <p:cNvSpPr>
            <a:spLocks noChangeArrowheads="1"/>
          </p:cNvSpPr>
          <p:nvPr/>
        </p:nvSpPr>
        <p:spPr bwMode="auto">
          <a:xfrm>
            <a:off x="2788920" y="4142674"/>
            <a:ext cx="434975" cy="44926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304148" name="Rectangle 20">
            <a:extLst>
              <a:ext uri="{FF2B5EF4-FFF2-40B4-BE49-F238E27FC236}">
                <a16:creationId xmlns:a16="http://schemas.microsoft.com/office/drawing/2014/main" id="{4F558290-546E-4506-8620-6EBF952C592F}"/>
              </a:ext>
            </a:extLst>
          </p:cNvPr>
          <p:cNvSpPr>
            <a:spLocks noChangeArrowheads="1"/>
          </p:cNvSpPr>
          <p:nvPr/>
        </p:nvSpPr>
        <p:spPr bwMode="auto">
          <a:xfrm>
            <a:off x="1684020" y="5095174"/>
            <a:ext cx="434975" cy="44926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t>1</a:t>
            </a:r>
          </a:p>
        </p:txBody>
      </p:sp>
      <p:sp>
        <p:nvSpPr>
          <p:cNvPr id="304149" name="Rectangle 21">
            <a:extLst>
              <a:ext uri="{FF2B5EF4-FFF2-40B4-BE49-F238E27FC236}">
                <a16:creationId xmlns:a16="http://schemas.microsoft.com/office/drawing/2014/main" id="{0E66A2DC-4228-4FF1-9155-6BBEA4DFA669}"/>
              </a:ext>
            </a:extLst>
          </p:cNvPr>
          <p:cNvSpPr>
            <a:spLocks noChangeArrowheads="1"/>
          </p:cNvSpPr>
          <p:nvPr/>
        </p:nvSpPr>
        <p:spPr bwMode="auto">
          <a:xfrm>
            <a:off x="2115820" y="5095174"/>
            <a:ext cx="434975" cy="44926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t>2</a:t>
            </a:r>
          </a:p>
        </p:txBody>
      </p:sp>
      <p:sp>
        <p:nvSpPr>
          <p:cNvPr id="304150" name="Rectangle 22">
            <a:extLst>
              <a:ext uri="{FF2B5EF4-FFF2-40B4-BE49-F238E27FC236}">
                <a16:creationId xmlns:a16="http://schemas.microsoft.com/office/drawing/2014/main" id="{D409B181-0ECE-48B1-9275-AD0FC4A5A2F8}"/>
              </a:ext>
            </a:extLst>
          </p:cNvPr>
          <p:cNvSpPr>
            <a:spLocks noChangeArrowheads="1"/>
          </p:cNvSpPr>
          <p:nvPr/>
        </p:nvSpPr>
        <p:spPr bwMode="auto">
          <a:xfrm>
            <a:off x="4566920" y="4853874"/>
            <a:ext cx="434975" cy="44926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t>4</a:t>
            </a:r>
          </a:p>
        </p:txBody>
      </p:sp>
      <p:sp>
        <p:nvSpPr>
          <p:cNvPr id="304151" name="Rectangle 23">
            <a:extLst>
              <a:ext uri="{FF2B5EF4-FFF2-40B4-BE49-F238E27FC236}">
                <a16:creationId xmlns:a16="http://schemas.microsoft.com/office/drawing/2014/main" id="{95542C37-D81F-453A-8439-ED557804116F}"/>
              </a:ext>
            </a:extLst>
          </p:cNvPr>
          <p:cNvSpPr>
            <a:spLocks noChangeArrowheads="1"/>
          </p:cNvSpPr>
          <p:nvPr/>
        </p:nvSpPr>
        <p:spPr bwMode="auto">
          <a:xfrm>
            <a:off x="2560320" y="5095174"/>
            <a:ext cx="434975" cy="44926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t>3</a:t>
            </a:r>
          </a:p>
        </p:txBody>
      </p:sp>
      <p:sp>
        <p:nvSpPr>
          <p:cNvPr id="304152" name="Rectangle 24">
            <a:extLst>
              <a:ext uri="{FF2B5EF4-FFF2-40B4-BE49-F238E27FC236}">
                <a16:creationId xmlns:a16="http://schemas.microsoft.com/office/drawing/2014/main" id="{532CC258-03E3-4052-A8DE-2BF0C26C6360}"/>
              </a:ext>
            </a:extLst>
          </p:cNvPr>
          <p:cNvSpPr>
            <a:spLocks noChangeArrowheads="1"/>
          </p:cNvSpPr>
          <p:nvPr/>
        </p:nvSpPr>
        <p:spPr bwMode="auto">
          <a:xfrm>
            <a:off x="5011420" y="4853874"/>
            <a:ext cx="434975" cy="44926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t>5</a:t>
            </a:r>
          </a:p>
        </p:txBody>
      </p:sp>
      <p:sp>
        <p:nvSpPr>
          <p:cNvPr id="304154" name="Freeform 26">
            <a:extLst>
              <a:ext uri="{FF2B5EF4-FFF2-40B4-BE49-F238E27FC236}">
                <a16:creationId xmlns:a16="http://schemas.microsoft.com/office/drawing/2014/main" id="{049E19AF-2729-4AD7-B966-8A6C0E15EB6D}"/>
              </a:ext>
            </a:extLst>
          </p:cNvPr>
          <p:cNvSpPr>
            <a:spLocks/>
          </p:cNvSpPr>
          <p:nvPr/>
        </p:nvSpPr>
        <p:spPr bwMode="auto">
          <a:xfrm>
            <a:off x="1545907" y="3880737"/>
            <a:ext cx="1003300" cy="477837"/>
          </a:xfrm>
          <a:custGeom>
            <a:avLst/>
            <a:gdLst>
              <a:gd name="T0" fmla="*/ 0 w 632"/>
              <a:gd name="T1" fmla="*/ 2147483646 h 301"/>
              <a:gd name="T2" fmla="*/ 2147483646 w 632"/>
              <a:gd name="T3" fmla="*/ 2147483646 h 301"/>
              <a:gd name="T4" fmla="*/ 2147483646 w 632"/>
              <a:gd name="T5" fmla="*/ 2147483646 h 301"/>
              <a:gd name="T6" fmla="*/ 0 60000 65536"/>
              <a:gd name="T7" fmla="*/ 0 60000 65536"/>
              <a:gd name="T8" fmla="*/ 0 60000 65536"/>
              <a:gd name="T9" fmla="*/ 0 w 632"/>
              <a:gd name="T10" fmla="*/ 0 h 301"/>
              <a:gd name="T11" fmla="*/ 632 w 632"/>
              <a:gd name="T12" fmla="*/ 301 h 301"/>
            </a:gdLst>
            <a:ahLst/>
            <a:cxnLst>
              <a:cxn ang="T6">
                <a:pos x="T0" y="T1"/>
              </a:cxn>
              <a:cxn ang="T7">
                <a:pos x="T2" y="T3"/>
              </a:cxn>
              <a:cxn ang="T8">
                <a:pos x="T4" y="T5"/>
              </a:cxn>
            </a:cxnLst>
            <a:rect l="T9" t="T10" r="T11" b="T12"/>
            <a:pathLst>
              <a:path w="632" h="301">
                <a:moveTo>
                  <a:pt x="0" y="301"/>
                </a:moveTo>
                <a:cubicBezTo>
                  <a:pt x="139" y="171"/>
                  <a:pt x="279" y="42"/>
                  <a:pt x="384" y="21"/>
                </a:cubicBezTo>
                <a:cubicBezTo>
                  <a:pt x="489" y="0"/>
                  <a:pt x="591" y="148"/>
                  <a:pt x="632" y="173"/>
                </a:cubicBezTo>
              </a:path>
            </a:pathLst>
          </a:custGeom>
          <a:noFill/>
          <a:ln w="28575"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304155" name="Text Box 27">
            <a:extLst>
              <a:ext uri="{FF2B5EF4-FFF2-40B4-BE49-F238E27FC236}">
                <a16:creationId xmlns:a16="http://schemas.microsoft.com/office/drawing/2014/main" id="{D0B5E2E3-6B63-4CA4-950B-D7094B753C6D}"/>
              </a:ext>
            </a:extLst>
          </p:cNvPr>
          <p:cNvSpPr txBox="1">
            <a:spLocks noChangeArrowheads="1"/>
          </p:cNvSpPr>
          <p:nvPr/>
        </p:nvSpPr>
        <p:spPr bwMode="auto">
          <a:xfrm>
            <a:off x="1276032" y="4293487"/>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c</a:t>
            </a:r>
          </a:p>
        </p:txBody>
      </p:sp>
      <p:sp>
        <p:nvSpPr>
          <p:cNvPr id="304161" name="Line 33">
            <a:extLst>
              <a:ext uri="{FF2B5EF4-FFF2-40B4-BE49-F238E27FC236}">
                <a16:creationId xmlns:a16="http://schemas.microsoft.com/office/drawing/2014/main" id="{000E1DC8-410F-4E44-819A-02B1E3DCD0FD}"/>
              </a:ext>
            </a:extLst>
          </p:cNvPr>
          <p:cNvSpPr>
            <a:spLocks noChangeShapeType="1"/>
          </p:cNvSpPr>
          <p:nvPr/>
        </p:nvSpPr>
        <p:spPr bwMode="auto">
          <a:xfrm>
            <a:off x="1876107" y="4891974"/>
            <a:ext cx="0" cy="203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304162" name="Text Box 34">
            <a:extLst>
              <a:ext uri="{FF2B5EF4-FFF2-40B4-BE49-F238E27FC236}">
                <a16:creationId xmlns:a16="http://schemas.microsoft.com/office/drawing/2014/main" id="{8859B51E-6748-4682-806D-7DC31D9AF06B}"/>
              </a:ext>
            </a:extLst>
          </p:cNvPr>
          <p:cNvSpPr txBox="1">
            <a:spLocks noChangeArrowheads="1"/>
          </p:cNvSpPr>
          <p:nvPr/>
        </p:nvSpPr>
        <p:spPr bwMode="auto">
          <a:xfrm>
            <a:off x="1758632" y="4522087"/>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a</a:t>
            </a:r>
          </a:p>
        </p:txBody>
      </p:sp>
      <p:sp>
        <p:nvSpPr>
          <p:cNvPr id="304163" name="Line 35">
            <a:extLst>
              <a:ext uri="{FF2B5EF4-FFF2-40B4-BE49-F238E27FC236}">
                <a16:creationId xmlns:a16="http://schemas.microsoft.com/office/drawing/2014/main" id="{F1213162-84B1-4A2E-9133-6406DAE381F0}"/>
              </a:ext>
            </a:extLst>
          </p:cNvPr>
          <p:cNvSpPr>
            <a:spLocks noChangeShapeType="1"/>
          </p:cNvSpPr>
          <p:nvPr/>
        </p:nvSpPr>
        <p:spPr bwMode="auto">
          <a:xfrm>
            <a:off x="4746307" y="4574474"/>
            <a:ext cx="0" cy="279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de-DE"/>
          </a:p>
        </p:txBody>
      </p:sp>
      <p:sp>
        <p:nvSpPr>
          <p:cNvPr id="304164" name="Text Box 36">
            <a:extLst>
              <a:ext uri="{FF2B5EF4-FFF2-40B4-BE49-F238E27FC236}">
                <a16:creationId xmlns:a16="http://schemas.microsoft.com/office/drawing/2014/main" id="{0A888061-1173-4781-81E5-F10D56E6A24B}"/>
              </a:ext>
            </a:extLst>
          </p:cNvPr>
          <p:cNvSpPr txBox="1">
            <a:spLocks noChangeArrowheads="1"/>
          </p:cNvSpPr>
          <p:nvPr/>
        </p:nvSpPr>
        <p:spPr bwMode="auto">
          <a:xfrm>
            <a:off x="4565332" y="4191887"/>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a:t>b</a:t>
            </a:r>
          </a:p>
        </p:txBody>
      </p:sp>
      <p:sp>
        <p:nvSpPr>
          <p:cNvPr id="304165" name="Freeform 37">
            <a:extLst>
              <a:ext uri="{FF2B5EF4-FFF2-40B4-BE49-F238E27FC236}">
                <a16:creationId xmlns:a16="http://schemas.microsoft.com/office/drawing/2014/main" id="{9D6B63A0-0657-4D0E-85FD-E009DB62FE62}"/>
              </a:ext>
            </a:extLst>
          </p:cNvPr>
          <p:cNvSpPr>
            <a:spLocks/>
          </p:cNvSpPr>
          <p:nvPr/>
        </p:nvSpPr>
        <p:spPr bwMode="auto">
          <a:xfrm>
            <a:off x="1965007" y="4371274"/>
            <a:ext cx="609600" cy="723900"/>
          </a:xfrm>
          <a:custGeom>
            <a:avLst/>
            <a:gdLst>
              <a:gd name="T0" fmla="*/ 2147483646 w 384"/>
              <a:gd name="T1" fmla="*/ 0 h 456"/>
              <a:gd name="T2" fmla="*/ 2147483646 w 384"/>
              <a:gd name="T3" fmla="*/ 2147483646 h 456"/>
              <a:gd name="T4" fmla="*/ 2147483646 w 384"/>
              <a:gd name="T5" fmla="*/ 2147483646 h 456"/>
              <a:gd name="T6" fmla="*/ 0 w 384"/>
              <a:gd name="T7" fmla="*/ 2147483646 h 456"/>
              <a:gd name="T8" fmla="*/ 0 60000 65536"/>
              <a:gd name="T9" fmla="*/ 0 60000 65536"/>
              <a:gd name="T10" fmla="*/ 0 60000 65536"/>
              <a:gd name="T11" fmla="*/ 0 60000 65536"/>
              <a:gd name="T12" fmla="*/ 0 w 384"/>
              <a:gd name="T13" fmla="*/ 0 h 456"/>
              <a:gd name="T14" fmla="*/ 384 w 384"/>
              <a:gd name="T15" fmla="*/ 456 h 456"/>
            </a:gdLst>
            <a:ahLst/>
            <a:cxnLst>
              <a:cxn ang="T8">
                <a:pos x="T0" y="T1"/>
              </a:cxn>
              <a:cxn ang="T9">
                <a:pos x="T2" y="T3"/>
              </a:cxn>
              <a:cxn ang="T10">
                <a:pos x="T4" y="T5"/>
              </a:cxn>
              <a:cxn ang="T11">
                <a:pos x="T6" y="T7"/>
              </a:cxn>
            </a:cxnLst>
            <a:rect l="T12" t="T13" r="T14" b="T15"/>
            <a:pathLst>
              <a:path w="384" h="456">
                <a:moveTo>
                  <a:pt x="384" y="0"/>
                </a:moveTo>
                <a:cubicBezTo>
                  <a:pt x="378" y="122"/>
                  <a:pt x="372" y="245"/>
                  <a:pt x="328" y="296"/>
                </a:cubicBezTo>
                <a:cubicBezTo>
                  <a:pt x="284" y="347"/>
                  <a:pt x="175" y="277"/>
                  <a:pt x="120" y="304"/>
                </a:cubicBezTo>
                <a:cubicBezTo>
                  <a:pt x="65" y="331"/>
                  <a:pt x="32" y="393"/>
                  <a:pt x="0" y="456"/>
                </a:cubicBezTo>
              </a:path>
            </a:pathLst>
          </a:custGeom>
          <a:noFill/>
          <a:ln w="28575"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304166" name="Freeform 38">
            <a:extLst>
              <a:ext uri="{FF2B5EF4-FFF2-40B4-BE49-F238E27FC236}">
                <a16:creationId xmlns:a16="http://schemas.microsoft.com/office/drawing/2014/main" id="{8698FFCB-02EE-4B1E-B1F6-E9E5F5CD7943}"/>
              </a:ext>
            </a:extLst>
          </p:cNvPr>
          <p:cNvSpPr>
            <a:spLocks/>
          </p:cNvSpPr>
          <p:nvPr/>
        </p:nvSpPr>
        <p:spPr bwMode="auto">
          <a:xfrm>
            <a:off x="2993707" y="4358574"/>
            <a:ext cx="1676400" cy="655638"/>
          </a:xfrm>
          <a:custGeom>
            <a:avLst/>
            <a:gdLst>
              <a:gd name="T0" fmla="*/ 0 w 1056"/>
              <a:gd name="T1" fmla="*/ 0 h 413"/>
              <a:gd name="T2" fmla="*/ 2147483646 w 1056"/>
              <a:gd name="T3" fmla="*/ 2147483646 h 413"/>
              <a:gd name="T4" fmla="*/ 2147483646 w 1056"/>
              <a:gd name="T5" fmla="*/ 2147483646 h 413"/>
              <a:gd name="T6" fmla="*/ 2147483646 w 1056"/>
              <a:gd name="T7" fmla="*/ 2147483646 h 413"/>
              <a:gd name="T8" fmla="*/ 0 60000 65536"/>
              <a:gd name="T9" fmla="*/ 0 60000 65536"/>
              <a:gd name="T10" fmla="*/ 0 60000 65536"/>
              <a:gd name="T11" fmla="*/ 0 60000 65536"/>
              <a:gd name="T12" fmla="*/ 0 w 1056"/>
              <a:gd name="T13" fmla="*/ 0 h 413"/>
              <a:gd name="T14" fmla="*/ 1056 w 1056"/>
              <a:gd name="T15" fmla="*/ 413 h 413"/>
            </a:gdLst>
            <a:ahLst/>
            <a:cxnLst>
              <a:cxn ang="T8">
                <a:pos x="T0" y="T1"/>
              </a:cxn>
              <a:cxn ang="T9">
                <a:pos x="T2" y="T3"/>
              </a:cxn>
              <a:cxn ang="T10">
                <a:pos x="T4" y="T5"/>
              </a:cxn>
              <a:cxn ang="T11">
                <a:pos x="T6" y="T7"/>
              </a:cxn>
            </a:cxnLst>
            <a:rect l="T12" t="T13" r="T14" b="T15"/>
            <a:pathLst>
              <a:path w="1056" h="413">
                <a:moveTo>
                  <a:pt x="0" y="0"/>
                </a:moveTo>
                <a:cubicBezTo>
                  <a:pt x="80" y="185"/>
                  <a:pt x="160" y="371"/>
                  <a:pt x="296" y="392"/>
                </a:cubicBezTo>
                <a:cubicBezTo>
                  <a:pt x="432" y="413"/>
                  <a:pt x="689" y="141"/>
                  <a:pt x="816" y="128"/>
                </a:cubicBezTo>
                <a:cubicBezTo>
                  <a:pt x="943" y="115"/>
                  <a:pt x="1016" y="281"/>
                  <a:pt x="1056" y="312"/>
                </a:cubicBezTo>
              </a:path>
            </a:pathLst>
          </a:custGeom>
          <a:noFill/>
          <a:ln w="28575" cmpd="sng">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304167" name="Text Box 39">
            <a:extLst>
              <a:ext uri="{FF2B5EF4-FFF2-40B4-BE49-F238E27FC236}">
                <a16:creationId xmlns:a16="http://schemas.microsoft.com/office/drawing/2014/main" id="{F908127E-EF03-4E67-A63B-DA5EC8A95B2D}"/>
              </a:ext>
            </a:extLst>
          </p:cNvPr>
          <p:cNvSpPr txBox="1">
            <a:spLocks noChangeArrowheads="1"/>
          </p:cNvSpPr>
          <p:nvPr/>
        </p:nvSpPr>
        <p:spPr bwMode="auto">
          <a:xfrm>
            <a:off x="2076132" y="5045962"/>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2400"/>
              <a:t>77</a:t>
            </a:r>
          </a:p>
        </p:txBody>
      </p:sp>
      <p:sp>
        <p:nvSpPr>
          <p:cNvPr id="116759" name="Textfeld 1">
            <a:extLst>
              <a:ext uri="{FF2B5EF4-FFF2-40B4-BE49-F238E27FC236}">
                <a16:creationId xmlns:a16="http://schemas.microsoft.com/office/drawing/2014/main" id="{D8F5212C-1F09-4EA8-83EE-5B4499843366}"/>
              </a:ext>
            </a:extLst>
          </p:cNvPr>
          <p:cNvSpPr txBox="1">
            <a:spLocks noChangeArrowheads="1"/>
          </p:cNvSpPr>
          <p:nvPr/>
        </p:nvSpPr>
        <p:spPr bwMode="auto">
          <a:xfrm>
            <a:off x="6124257" y="5298374"/>
            <a:ext cx="249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r>
              <a:rPr lang="de-DE" altLang="de-DE" sz="1800"/>
              <a:t> </a:t>
            </a:r>
          </a:p>
        </p:txBody>
      </p:sp>
    </p:spTree>
    <p:extLst>
      <p:ext uri="{BB962C8B-B14F-4D97-AF65-F5344CB8AC3E}">
        <p14:creationId xmlns:p14="http://schemas.microsoft.com/office/powerpoint/2010/main" val="30797163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41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41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414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0416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416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41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415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0416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416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41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413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0415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4155"/>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304165"/>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304166"/>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041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6" grpId="0" animBg="1"/>
      <p:bldP spid="304137" grpId="0" animBg="1"/>
      <p:bldP spid="304148" grpId="0" animBg="1"/>
      <p:bldP spid="304149" grpId="0" animBg="1"/>
      <p:bldP spid="304150" grpId="0" animBg="1"/>
      <p:bldP spid="304151" grpId="0" animBg="1"/>
      <p:bldP spid="304152" grpId="0" animBg="1"/>
      <p:bldP spid="304155" grpId="0"/>
      <p:bldP spid="304162" grpId="0"/>
      <p:bldP spid="304164" grpId="0"/>
      <p:bldP spid="30416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Foliennummernplatzhalter 2">
            <a:extLst>
              <a:ext uri="{FF2B5EF4-FFF2-40B4-BE49-F238E27FC236}">
                <a16:creationId xmlns:a16="http://schemas.microsoft.com/office/drawing/2014/main" id="{8D30AE9F-EC10-4736-9495-FDDCFA32CAD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8259FE8C-55C3-483A-B479-5967953E4234}" type="slidenum">
              <a:rPr lang="de-DE" altLang="de-DE" sz="1400" smtClean="0"/>
              <a:pPr>
                <a:spcBef>
                  <a:spcPct val="0"/>
                </a:spcBef>
                <a:buFontTx/>
                <a:buNone/>
              </a:pPr>
              <a:t>52</a:t>
            </a:fld>
            <a:endParaRPr lang="de-DE" altLang="de-DE" sz="1400"/>
          </a:p>
        </p:txBody>
      </p:sp>
      <p:sp>
        <p:nvSpPr>
          <p:cNvPr id="116739" name="Rectangle 2">
            <a:extLst>
              <a:ext uri="{FF2B5EF4-FFF2-40B4-BE49-F238E27FC236}">
                <a16:creationId xmlns:a16="http://schemas.microsoft.com/office/drawing/2014/main" id="{4D11921C-6E36-4682-B338-324AE4B8FFD4}"/>
              </a:ext>
            </a:extLst>
          </p:cNvPr>
          <p:cNvSpPr>
            <a:spLocks noChangeArrowheads="1"/>
          </p:cNvSpPr>
          <p:nvPr/>
        </p:nvSpPr>
        <p:spPr bwMode="auto">
          <a:xfrm>
            <a:off x="938213" y="1590675"/>
            <a:ext cx="3883025" cy="27320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en-US" altLang="de-DE" sz="1800" b="1">
                <a:latin typeface="Courier New" panose="02070309020205020404" pitchFamily="49" charset="0"/>
              </a:rPr>
              <a:t>	</a:t>
            </a:r>
            <a:endParaRPr lang="de-DE" altLang="de-DE" sz="1800">
              <a:latin typeface="Courier New" panose="02070309020205020404" pitchFamily="49" charset="0"/>
            </a:endParaRPr>
          </a:p>
        </p:txBody>
      </p:sp>
      <p:sp>
        <p:nvSpPr>
          <p:cNvPr id="116740" name="Rectangle 3">
            <a:extLst>
              <a:ext uri="{FF2B5EF4-FFF2-40B4-BE49-F238E27FC236}">
                <a16:creationId xmlns:a16="http://schemas.microsoft.com/office/drawing/2014/main" id="{D59A0CF4-29D7-40B6-B3CC-DB12DAD09219}"/>
              </a:ext>
            </a:extLst>
          </p:cNvPr>
          <p:cNvSpPr>
            <a:spLocks noGrp="1" noChangeArrowheads="1"/>
          </p:cNvSpPr>
          <p:nvPr>
            <p:ph type="title"/>
          </p:nvPr>
        </p:nvSpPr>
        <p:spPr/>
        <p:txBody>
          <a:bodyPr/>
          <a:lstStyle/>
          <a:p>
            <a:pPr eaLnBrk="1" hangingPunct="1"/>
            <a:r>
              <a:rPr lang="de-DE" altLang="de-DE" dirty="0">
                <a:latin typeface="Calibri" panose="020F0502020204030204" pitchFamily="34" charset="0"/>
                <a:cs typeface="Calibri" panose="020F0502020204030204" pitchFamily="34" charset="0"/>
              </a:rPr>
              <a:t>7. Felder von Zeigern: größeres Beispiel</a:t>
            </a:r>
          </a:p>
        </p:txBody>
      </p:sp>
      <p:sp>
        <p:nvSpPr>
          <p:cNvPr id="116759" name="Textfeld 1">
            <a:extLst>
              <a:ext uri="{FF2B5EF4-FFF2-40B4-BE49-F238E27FC236}">
                <a16:creationId xmlns:a16="http://schemas.microsoft.com/office/drawing/2014/main" id="{D8F5212C-1F09-4EA8-83EE-5B4499843366}"/>
              </a:ext>
            </a:extLst>
          </p:cNvPr>
          <p:cNvSpPr txBox="1">
            <a:spLocks noChangeArrowheads="1"/>
          </p:cNvSpPr>
          <p:nvPr/>
        </p:nvSpPr>
        <p:spPr bwMode="auto">
          <a:xfrm>
            <a:off x="6124257" y="5298374"/>
            <a:ext cx="249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r>
              <a:rPr lang="de-DE" altLang="de-DE" sz="1800"/>
              <a:t> </a:t>
            </a:r>
          </a:p>
        </p:txBody>
      </p:sp>
      <p:pic>
        <p:nvPicPr>
          <p:cNvPr id="25" name="Grafik 24">
            <a:extLst>
              <a:ext uri="{FF2B5EF4-FFF2-40B4-BE49-F238E27FC236}">
                <a16:creationId xmlns:a16="http://schemas.microsoft.com/office/drawing/2014/main" id="{B2572824-AA65-48DE-918F-821C07FCF9D9}"/>
              </a:ext>
            </a:extLst>
          </p:cNvPr>
          <p:cNvPicPr>
            <a:picLocks noChangeAspect="1"/>
          </p:cNvPicPr>
          <p:nvPr/>
        </p:nvPicPr>
        <p:blipFill>
          <a:blip r:embed="rId3"/>
          <a:stretch>
            <a:fillRect/>
          </a:stretch>
        </p:blipFill>
        <p:spPr>
          <a:xfrm>
            <a:off x="588793" y="5015940"/>
            <a:ext cx="698840" cy="601489"/>
          </a:xfrm>
          <a:prstGeom prst="rect">
            <a:avLst/>
          </a:prstGeom>
        </p:spPr>
      </p:pic>
      <p:sp>
        <p:nvSpPr>
          <p:cNvPr id="4" name="Textfeld 3">
            <a:extLst>
              <a:ext uri="{FF2B5EF4-FFF2-40B4-BE49-F238E27FC236}">
                <a16:creationId xmlns:a16="http://schemas.microsoft.com/office/drawing/2014/main" id="{886A4094-5E30-4157-A1DB-33E20F4A9F5E}"/>
              </a:ext>
            </a:extLst>
          </p:cNvPr>
          <p:cNvSpPr txBox="1"/>
          <p:nvPr/>
        </p:nvSpPr>
        <p:spPr>
          <a:xfrm>
            <a:off x="1220319" y="5132018"/>
            <a:ext cx="6703361" cy="369332"/>
          </a:xfrm>
          <a:prstGeom prst="rect">
            <a:avLst/>
          </a:prstGeom>
          <a:noFill/>
        </p:spPr>
        <p:txBody>
          <a:bodyPr wrap="square" rtlCol="0">
            <a:spAutoFit/>
          </a:bodyPr>
          <a:lstStyle/>
          <a:p>
            <a:r>
              <a:rPr lang="de-DE" dirty="0">
                <a:latin typeface="Calibri" panose="020F0502020204030204" pitchFamily="34" charset="0"/>
                <a:cs typeface="Calibri" panose="020F0502020204030204" pitchFamily="34" charset="0"/>
                <a:hlinkClick r:id="rId4"/>
              </a:rPr>
              <a:t>https://www.youtube.com/watch?v=J7z4D1K3z5M&amp;t=20s</a:t>
            </a:r>
            <a:endParaRPr lang="de-DE" dirty="0">
              <a:latin typeface="Calibri" panose="020F0502020204030204" pitchFamily="34" charset="0"/>
              <a:cs typeface="Calibri" panose="020F0502020204030204" pitchFamily="34" charset="0"/>
            </a:endParaRPr>
          </a:p>
        </p:txBody>
      </p:sp>
      <p:sp>
        <p:nvSpPr>
          <p:cNvPr id="2" name="Rechteck 1">
            <a:extLst>
              <a:ext uri="{FF2B5EF4-FFF2-40B4-BE49-F238E27FC236}">
                <a16:creationId xmlns:a16="http://schemas.microsoft.com/office/drawing/2014/main" id="{44D1D212-5F19-4477-B1FB-03BDD055E3C3}"/>
              </a:ext>
            </a:extLst>
          </p:cNvPr>
          <p:cNvSpPr/>
          <p:nvPr/>
        </p:nvSpPr>
        <p:spPr>
          <a:xfrm>
            <a:off x="588793" y="1284831"/>
            <a:ext cx="5613885" cy="3323987"/>
          </a:xfrm>
          <a:prstGeom prst="rect">
            <a:avLst/>
          </a:prstGeom>
        </p:spPr>
        <p:txBody>
          <a:bodyPr wrap="square">
            <a:spAutoFit/>
          </a:bodyPr>
          <a:lstStyle/>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int</a:t>
            </a: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hitzefeld</a:t>
            </a:r>
            <a:r>
              <a:rPr lang="de-DE" sz="1000" dirty="0">
                <a:latin typeface="Courier New" panose="02070309020205020404" pitchFamily="49" charset="0"/>
                <a:ea typeface="Times New Roman" panose="02020603050405020304" pitchFamily="18" charset="0"/>
                <a:cs typeface="Courier New" panose="02070309020205020404" pitchFamily="49" charset="0"/>
              </a:rPr>
              <a:t>[4];</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int</a:t>
            </a:r>
            <a:r>
              <a:rPr lang="de-DE" sz="1000" dirty="0">
                <a:latin typeface="Courier New" panose="02070309020205020404" pitchFamily="49" charset="0"/>
                <a:ea typeface="Times New Roman" panose="02020603050405020304" pitchFamily="18" charset="0"/>
                <a:cs typeface="Courier New" panose="02070309020205020404" pitchFamily="49" charset="0"/>
              </a:rPr>
              <a:t> sonne;</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int</a:t>
            </a: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gluehtage</a:t>
            </a:r>
            <a:r>
              <a:rPr lang="de-DE" sz="1000" dirty="0">
                <a:latin typeface="Courier New" panose="02070309020205020404" pitchFamily="49" charset="0"/>
                <a:ea typeface="Times New Roman" panose="02020603050405020304" pitchFamily="18" charset="0"/>
                <a:cs typeface="Courier New" panose="02070309020205020404" pitchFamily="49" charset="0"/>
              </a:rPr>
              <a:t>[]={1,7,23};</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int</a:t>
            </a: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temperaturen</a:t>
            </a:r>
            <a:r>
              <a:rPr lang="de-DE" sz="1000" dirty="0">
                <a:latin typeface="Courier New" panose="02070309020205020404" pitchFamily="49" charset="0"/>
                <a:ea typeface="Times New Roman" panose="02020603050405020304" pitchFamily="18" charset="0"/>
                <a:cs typeface="Courier New" panose="02070309020205020404" pitchFamily="49" charset="0"/>
              </a:rPr>
              <a:t>[]={38,39,40,41};</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char</a:t>
            </a: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motto</a:t>
            </a:r>
            <a:r>
              <a:rPr lang="de-DE" sz="1000" dirty="0">
                <a:latin typeface="Courier New" panose="02070309020205020404" pitchFamily="49" charset="0"/>
                <a:ea typeface="Times New Roman" panose="02020603050405020304" pitchFamily="18" charset="0"/>
                <a:cs typeface="Courier New" panose="02070309020205020404" pitchFamily="49" charset="0"/>
              </a:rPr>
              <a:t>[]={'O','H','N','M','A','E','C','H','T','I','G'};</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int</a:t>
            </a:r>
            <a:r>
              <a:rPr lang="de-DE" sz="1000" dirty="0">
                <a:latin typeface="Courier New" panose="02070309020205020404" pitchFamily="49" charset="0"/>
                <a:ea typeface="Times New Roman" panose="02020603050405020304" pitchFamily="18" charset="0"/>
                <a:cs typeface="Courier New" panose="02070309020205020404" pitchFamily="49" charset="0"/>
              </a:rPr>
              <a:t> bierverbrauch[]={25,30,40,100};</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sonne = 120;</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hitzefeld</a:t>
            </a:r>
            <a:r>
              <a:rPr lang="de-DE" sz="1000" dirty="0">
                <a:latin typeface="Courier New" panose="02070309020205020404" pitchFamily="49" charset="0"/>
                <a:ea typeface="Times New Roman" panose="02020603050405020304" pitchFamily="18" charset="0"/>
                <a:cs typeface="Courier New" panose="02070309020205020404" pitchFamily="49" charset="0"/>
              </a:rPr>
              <a:t>[2]= &amp;sonne;</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hitzefeld</a:t>
            </a:r>
            <a:r>
              <a:rPr lang="de-DE" sz="1000" dirty="0">
                <a:latin typeface="Courier New" panose="02070309020205020404" pitchFamily="49" charset="0"/>
                <a:ea typeface="Times New Roman" panose="02020603050405020304" pitchFamily="18" charset="0"/>
                <a:cs typeface="Courier New" panose="02070309020205020404" pitchFamily="49" charset="0"/>
              </a:rPr>
              <a:t> = </a:t>
            </a:r>
            <a:r>
              <a:rPr lang="de-DE" sz="1000" dirty="0" err="1">
                <a:latin typeface="Courier New" panose="02070309020205020404" pitchFamily="49" charset="0"/>
                <a:ea typeface="Times New Roman" panose="02020603050405020304" pitchFamily="18" charset="0"/>
                <a:cs typeface="Courier New" panose="02070309020205020404" pitchFamily="49" charset="0"/>
              </a:rPr>
              <a:t>gluehtage</a:t>
            </a:r>
            <a:r>
              <a:rPr lang="de-DE" sz="1000" dirty="0">
                <a:latin typeface="Courier New" panose="02070309020205020404" pitchFamily="49" charset="0"/>
                <a:ea typeface="Times New Roman" panose="02020603050405020304" pitchFamily="18" charset="0"/>
                <a:cs typeface="Courier New" panose="02070309020205020404" pitchFamily="49" charset="0"/>
              </a:rPr>
              <a:t>;</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hitzefeld</a:t>
            </a:r>
            <a:r>
              <a:rPr lang="de-DE" sz="1000" dirty="0">
                <a:latin typeface="Courier New" panose="02070309020205020404" pitchFamily="49" charset="0"/>
                <a:ea typeface="Times New Roman" panose="02020603050405020304" pitchFamily="18" charset="0"/>
                <a:cs typeface="Courier New" panose="02070309020205020404" pitchFamily="49" charset="0"/>
              </a:rPr>
              <a:t>[3]= </a:t>
            </a:r>
            <a:r>
              <a:rPr lang="de-DE" sz="1000" dirty="0" err="1">
                <a:latin typeface="Courier New" panose="02070309020205020404" pitchFamily="49" charset="0"/>
                <a:ea typeface="Times New Roman" panose="02020603050405020304" pitchFamily="18" charset="0"/>
                <a:cs typeface="Courier New" panose="02070309020205020404" pitchFamily="49" charset="0"/>
              </a:rPr>
              <a:t>temperaturen</a:t>
            </a:r>
            <a:r>
              <a:rPr lang="de-DE" sz="1000" dirty="0">
                <a:latin typeface="Courier New" panose="02070309020205020404" pitchFamily="49" charset="0"/>
                <a:ea typeface="Times New Roman" panose="02020603050405020304" pitchFamily="18" charset="0"/>
                <a:cs typeface="Courier New" panose="02070309020205020404" pitchFamily="49" charset="0"/>
              </a:rPr>
              <a:t>;</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*(hitzefeld+1)=&amp;bierverbrauch[0];</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printf</a:t>
            </a:r>
            <a:r>
              <a:rPr lang="de-DE" sz="1000" dirty="0">
                <a:latin typeface="Courier New" panose="02070309020205020404" pitchFamily="49" charset="0"/>
                <a:ea typeface="Times New Roman" panose="02020603050405020304" pitchFamily="18" charset="0"/>
                <a:cs typeface="Courier New" panose="02070309020205020404" pitchFamily="49" charset="0"/>
              </a:rPr>
              <a:t> ("%c\n",*(motto+2));</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printf</a:t>
            </a:r>
            <a:r>
              <a:rPr lang="de-DE" sz="1000" dirty="0">
                <a:latin typeface="Courier New" panose="02070309020205020404" pitchFamily="49" charset="0"/>
                <a:ea typeface="Times New Roman" panose="02020603050405020304" pitchFamily="18" charset="0"/>
                <a:cs typeface="Courier New" panose="02070309020205020404" pitchFamily="49" charset="0"/>
              </a:rPr>
              <a:t> ("%i\n",*(hitzefeld+1));</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printf</a:t>
            </a:r>
            <a:r>
              <a:rPr lang="de-DE" sz="1000" dirty="0">
                <a:latin typeface="Courier New" panose="02070309020205020404" pitchFamily="49" charset="0"/>
                <a:ea typeface="Times New Roman" panose="02020603050405020304" pitchFamily="18" charset="0"/>
                <a:cs typeface="Courier New" panose="02070309020205020404" pitchFamily="49" charset="0"/>
              </a:rPr>
              <a:t> ("%i\n",**</a:t>
            </a:r>
            <a:r>
              <a:rPr lang="de-DE" sz="1000" dirty="0" err="1">
                <a:latin typeface="Courier New" panose="02070309020205020404" pitchFamily="49" charset="0"/>
                <a:ea typeface="Times New Roman" panose="02020603050405020304" pitchFamily="18" charset="0"/>
                <a:cs typeface="Courier New" panose="02070309020205020404" pitchFamily="49" charset="0"/>
              </a:rPr>
              <a:t>hitzefeld</a:t>
            </a:r>
            <a:r>
              <a:rPr lang="de-DE" sz="1000" dirty="0">
                <a:latin typeface="Courier New" panose="02070309020205020404" pitchFamily="49" charset="0"/>
                <a:ea typeface="Times New Roman" panose="02020603050405020304" pitchFamily="18" charset="0"/>
                <a:cs typeface="Courier New" panose="02070309020205020404" pitchFamily="49" charset="0"/>
              </a:rPr>
              <a:t>);</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printf</a:t>
            </a:r>
            <a:r>
              <a:rPr lang="de-DE" sz="1000" dirty="0">
                <a:latin typeface="Courier New" panose="02070309020205020404" pitchFamily="49" charset="0"/>
                <a:ea typeface="Times New Roman" panose="02020603050405020304" pitchFamily="18" charset="0"/>
                <a:cs typeface="Courier New" panose="02070309020205020404" pitchFamily="49" charset="0"/>
              </a:rPr>
              <a:t> ("%i\n",*(</a:t>
            </a:r>
            <a:r>
              <a:rPr lang="de-DE" sz="1000" dirty="0" err="1">
                <a:latin typeface="Courier New" panose="02070309020205020404" pitchFamily="49" charset="0"/>
                <a:ea typeface="Times New Roman" panose="02020603050405020304" pitchFamily="18" charset="0"/>
                <a:cs typeface="Courier New" panose="02070309020205020404" pitchFamily="49" charset="0"/>
              </a:rPr>
              <a:t>hitzefeld</a:t>
            </a:r>
            <a:r>
              <a:rPr lang="de-DE" sz="1000" dirty="0">
                <a:latin typeface="Courier New" panose="02070309020205020404" pitchFamily="49" charset="0"/>
                <a:ea typeface="Times New Roman" panose="02020603050405020304" pitchFamily="18" charset="0"/>
                <a:cs typeface="Courier New" panose="02070309020205020404" pitchFamily="49" charset="0"/>
              </a:rPr>
              <a:t>[3]+1));</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de-DE" sz="1000" dirty="0" err="1">
                <a:latin typeface="Courier New" panose="02070309020205020404" pitchFamily="49" charset="0"/>
                <a:ea typeface="Times New Roman" panose="02020603050405020304" pitchFamily="18" charset="0"/>
                <a:cs typeface="Courier New" panose="02070309020205020404" pitchFamily="49" charset="0"/>
              </a:rPr>
              <a:t>printf</a:t>
            </a:r>
            <a:r>
              <a:rPr lang="de-DE" sz="1000" dirty="0">
                <a:latin typeface="Courier New" panose="02070309020205020404" pitchFamily="49" charset="0"/>
                <a:ea typeface="Times New Roman" panose="02020603050405020304" pitchFamily="18" charset="0"/>
                <a:cs typeface="Courier New" panose="02070309020205020404" pitchFamily="49" charset="0"/>
              </a:rPr>
              <a:t> ("%c\n", </a:t>
            </a:r>
            <a:r>
              <a:rPr lang="de-DE" sz="1000" dirty="0" err="1">
                <a:latin typeface="Courier New" panose="02070309020205020404" pitchFamily="49" charset="0"/>
                <a:ea typeface="Times New Roman" panose="02020603050405020304" pitchFamily="18" charset="0"/>
                <a:cs typeface="Courier New" panose="02070309020205020404" pitchFamily="49" charset="0"/>
              </a:rPr>
              <a:t>motto</a:t>
            </a:r>
            <a:r>
              <a:rPr lang="de-DE" sz="1000" dirty="0">
                <a:latin typeface="Courier New" panose="02070309020205020404" pitchFamily="49" charset="0"/>
                <a:ea typeface="Times New Roman" panose="02020603050405020304" pitchFamily="18" charset="0"/>
                <a:cs typeface="Courier New" panose="02070309020205020404" pitchFamily="49" charset="0"/>
              </a:rPr>
              <a:t>[1]);</a:t>
            </a:r>
          </a:p>
          <a:p>
            <a:pPr>
              <a:spcAft>
                <a:spcPts val="0"/>
              </a:spcAft>
            </a:pPr>
            <a:r>
              <a:rPr lang="de-DE" sz="1000" dirty="0">
                <a:latin typeface="Courier New" panose="02070309020205020404" pitchFamily="49" charset="0"/>
                <a:ea typeface="Times New Roman" panose="02020603050405020304" pitchFamily="18" charset="0"/>
                <a:cs typeface="Courier New" panose="02070309020205020404" pitchFamily="49" charset="0"/>
              </a:rPr>
              <a:t>   </a:t>
            </a:r>
            <a:r>
              <a:rPr lang="en-GB" sz="1000" dirty="0" err="1">
                <a:latin typeface="Courier New" panose="02070309020205020404" pitchFamily="49" charset="0"/>
                <a:ea typeface="Times New Roman" panose="02020603050405020304" pitchFamily="18" charset="0"/>
                <a:cs typeface="Courier New" panose="02070309020205020404" pitchFamily="49" charset="0"/>
              </a:rPr>
              <a:t>printf</a:t>
            </a:r>
            <a:r>
              <a:rPr lang="en-GB" sz="1000" dirty="0">
                <a:latin typeface="Courier New" panose="02070309020205020404" pitchFamily="49" charset="0"/>
                <a:ea typeface="Times New Roman" panose="02020603050405020304" pitchFamily="18" charset="0"/>
                <a:cs typeface="Courier New" panose="02070309020205020404" pitchFamily="49" charset="0"/>
              </a:rPr>
              <a:t> ("%</a:t>
            </a:r>
            <a:r>
              <a:rPr lang="en-GB" sz="1000" dirty="0" err="1">
                <a:latin typeface="Courier New" panose="02070309020205020404" pitchFamily="49" charset="0"/>
                <a:ea typeface="Times New Roman" panose="02020603050405020304" pitchFamily="18" charset="0"/>
                <a:cs typeface="Courier New" panose="02070309020205020404" pitchFamily="49" charset="0"/>
              </a:rPr>
              <a:t>i</a:t>
            </a:r>
            <a:r>
              <a:rPr lang="en-GB" sz="1000" dirty="0">
                <a:latin typeface="Courier New" panose="02070309020205020404" pitchFamily="49" charset="0"/>
                <a:ea typeface="Times New Roman" panose="02020603050405020304" pitchFamily="18" charset="0"/>
                <a:cs typeface="Courier New" panose="02070309020205020404" pitchFamily="49" charset="0"/>
              </a:rPr>
              <a:t>\n", </a:t>
            </a:r>
            <a:r>
              <a:rPr lang="en-GB" sz="1000" dirty="0" err="1">
                <a:latin typeface="Courier New" panose="02070309020205020404" pitchFamily="49" charset="0"/>
                <a:ea typeface="Times New Roman" panose="02020603050405020304" pitchFamily="18" charset="0"/>
                <a:cs typeface="Courier New" panose="02070309020205020404" pitchFamily="49" charset="0"/>
              </a:rPr>
              <a:t>hitzefeld</a:t>
            </a:r>
            <a:r>
              <a:rPr lang="en-GB" sz="1000" dirty="0">
                <a:latin typeface="Courier New" panose="02070309020205020404" pitchFamily="49" charset="0"/>
                <a:ea typeface="Times New Roman" panose="02020603050405020304" pitchFamily="18" charset="0"/>
                <a:cs typeface="Courier New" panose="02070309020205020404" pitchFamily="49" charset="0"/>
              </a:rPr>
              <a:t>[2][1]);</a:t>
            </a:r>
            <a:endParaRPr lang="de-DE" sz="1000" dirty="0">
              <a:latin typeface="Courier New" panose="02070309020205020404" pitchFamily="49" charset="0"/>
              <a:ea typeface="Times New Roman" panose="02020603050405020304" pitchFamily="18" charset="0"/>
              <a:cs typeface="Courier New" panose="02070309020205020404" pitchFamily="49" charset="0"/>
            </a:endParaRPr>
          </a:p>
          <a:p>
            <a:pPr>
              <a:spcAft>
                <a:spcPts val="0"/>
              </a:spcAft>
            </a:pPr>
            <a:r>
              <a:rPr lang="en-GB" sz="1000" dirty="0">
                <a:latin typeface="Courier New" panose="02070309020205020404" pitchFamily="49" charset="0"/>
                <a:ea typeface="Times New Roman" panose="02020603050405020304" pitchFamily="18" charset="0"/>
                <a:cs typeface="Courier New" panose="02070309020205020404" pitchFamily="49" charset="0"/>
              </a:rPr>
              <a:t>   </a:t>
            </a:r>
            <a:r>
              <a:rPr lang="en-GB" sz="1000" dirty="0" err="1">
                <a:latin typeface="Courier New" panose="02070309020205020404" pitchFamily="49" charset="0"/>
                <a:ea typeface="Times New Roman" panose="02020603050405020304" pitchFamily="18" charset="0"/>
                <a:cs typeface="Courier New" panose="02070309020205020404" pitchFamily="49" charset="0"/>
              </a:rPr>
              <a:t>printf</a:t>
            </a:r>
            <a:r>
              <a:rPr lang="en-GB" sz="1000" dirty="0">
                <a:latin typeface="Courier New" panose="02070309020205020404" pitchFamily="49" charset="0"/>
                <a:ea typeface="Times New Roman" panose="02020603050405020304" pitchFamily="18" charset="0"/>
                <a:cs typeface="Courier New" panose="02070309020205020404" pitchFamily="49" charset="0"/>
              </a:rPr>
              <a:t> ("%</a:t>
            </a:r>
            <a:r>
              <a:rPr lang="en-GB" sz="1000" dirty="0" err="1">
                <a:latin typeface="Courier New" panose="02070309020205020404" pitchFamily="49" charset="0"/>
                <a:ea typeface="Times New Roman" panose="02020603050405020304" pitchFamily="18" charset="0"/>
                <a:cs typeface="Courier New" panose="02070309020205020404" pitchFamily="49" charset="0"/>
              </a:rPr>
              <a:t>i</a:t>
            </a:r>
            <a:r>
              <a:rPr lang="en-GB" sz="1000" dirty="0">
                <a:latin typeface="Courier New" panose="02070309020205020404" pitchFamily="49" charset="0"/>
                <a:ea typeface="Times New Roman" panose="02020603050405020304" pitchFamily="18" charset="0"/>
                <a:cs typeface="Courier New" panose="02070309020205020404" pitchFamily="49" charset="0"/>
              </a:rPr>
              <a:t>\n",*(*(hitzefeld+1)+1));</a:t>
            </a:r>
            <a:endParaRPr lang="de-DE" sz="1000" dirty="0">
              <a:effectLst/>
              <a:latin typeface="Courier New" panose="02070309020205020404" pitchFamily="49" charset="0"/>
              <a:ea typeface="Times New Roman" panose="02020603050405020304" pitchFamily="18" charset="0"/>
              <a:cs typeface="Courier New" panose="02070309020205020404" pitchFamily="49" charset="0"/>
            </a:endParaRPr>
          </a:p>
        </p:txBody>
      </p:sp>
      <p:sp>
        <p:nvSpPr>
          <p:cNvPr id="5" name="Textfeld 4">
            <a:extLst>
              <a:ext uri="{FF2B5EF4-FFF2-40B4-BE49-F238E27FC236}">
                <a16:creationId xmlns:a16="http://schemas.microsoft.com/office/drawing/2014/main" id="{987FA88F-6223-40C2-A0C1-94F6E4A42608}"/>
              </a:ext>
            </a:extLst>
          </p:cNvPr>
          <p:cNvSpPr txBox="1"/>
          <p:nvPr/>
        </p:nvSpPr>
        <p:spPr>
          <a:xfrm>
            <a:off x="588793" y="992932"/>
            <a:ext cx="729687" cy="369332"/>
          </a:xfrm>
          <a:prstGeom prst="rect">
            <a:avLst/>
          </a:prstGeom>
          <a:noFill/>
        </p:spPr>
        <p:txBody>
          <a:bodyPr wrap="none" rtlCol="0">
            <a:spAutoFit/>
          </a:bodyPr>
          <a:lstStyle/>
          <a:p>
            <a:r>
              <a:rPr lang="de-DE" dirty="0">
                <a:latin typeface="Calibri" panose="020F0502020204030204" pitchFamily="34" charset="0"/>
                <a:cs typeface="Calibri" panose="020F0502020204030204" pitchFamily="34" charset="0"/>
              </a:rPr>
              <a:t>Code:</a:t>
            </a:r>
          </a:p>
        </p:txBody>
      </p:sp>
      <p:sp>
        <p:nvSpPr>
          <p:cNvPr id="28" name="Textfeld 27">
            <a:extLst>
              <a:ext uri="{FF2B5EF4-FFF2-40B4-BE49-F238E27FC236}">
                <a16:creationId xmlns:a16="http://schemas.microsoft.com/office/drawing/2014/main" id="{1C93542A-1CB8-4F41-A35F-7117650C849E}"/>
              </a:ext>
            </a:extLst>
          </p:cNvPr>
          <p:cNvSpPr txBox="1"/>
          <p:nvPr/>
        </p:nvSpPr>
        <p:spPr>
          <a:xfrm>
            <a:off x="557946" y="4661297"/>
            <a:ext cx="2183611" cy="369332"/>
          </a:xfrm>
          <a:prstGeom prst="rect">
            <a:avLst/>
          </a:prstGeom>
          <a:noFill/>
        </p:spPr>
        <p:txBody>
          <a:bodyPr wrap="none" rtlCol="0">
            <a:spAutoFit/>
          </a:bodyPr>
          <a:lstStyle/>
          <a:p>
            <a:r>
              <a:rPr lang="de-DE" dirty="0">
                <a:latin typeface="Calibri" panose="020F0502020204030204" pitchFamily="34" charset="0"/>
                <a:cs typeface="Calibri" panose="020F0502020204030204" pitchFamily="34" charset="0"/>
              </a:rPr>
              <a:t>Blick in </a:t>
            </a:r>
            <a:r>
              <a:rPr lang="de-DE">
                <a:latin typeface="Calibri" panose="020F0502020204030204" pitchFamily="34" charset="0"/>
                <a:cs typeface="Calibri" panose="020F0502020204030204" pitchFamily="34" charset="0"/>
              </a:rPr>
              <a:t>den Speicher:</a:t>
            </a:r>
            <a:endParaRPr lang="de-D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611154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liennummernplatzhalter 2">
            <a:extLst>
              <a:ext uri="{FF2B5EF4-FFF2-40B4-BE49-F238E27FC236}">
                <a16:creationId xmlns:a16="http://schemas.microsoft.com/office/drawing/2014/main" id="{82841205-786A-4057-A54D-7A4F631783C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62AF0F7D-085E-4E96-BFB8-94339097FB08}" type="slidenum">
              <a:rPr lang="de-DE" altLang="de-DE" sz="1400" smtClean="0"/>
              <a:pPr>
                <a:spcBef>
                  <a:spcPct val="0"/>
                </a:spcBef>
                <a:buFontTx/>
                <a:buNone/>
              </a:pPr>
              <a:t>53</a:t>
            </a:fld>
            <a:endParaRPr lang="de-DE" altLang="de-DE" sz="1400"/>
          </a:p>
        </p:txBody>
      </p:sp>
      <p:sp>
        <p:nvSpPr>
          <p:cNvPr id="10243" name="Rectangle 3">
            <a:extLst>
              <a:ext uri="{FF2B5EF4-FFF2-40B4-BE49-F238E27FC236}">
                <a16:creationId xmlns:a16="http://schemas.microsoft.com/office/drawing/2014/main" id="{A8673FF3-238B-48E4-BA1F-E1D96C0AF67C}"/>
              </a:ext>
            </a:extLst>
          </p:cNvPr>
          <p:cNvSpPr>
            <a:spLocks noGrp="1" noChangeArrowheads="1"/>
          </p:cNvSpPr>
          <p:nvPr>
            <p:ph type="title"/>
          </p:nvPr>
        </p:nvSpPr>
        <p:spPr/>
        <p:txBody>
          <a:bodyPr/>
          <a:lstStyle/>
          <a:p>
            <a:pPr eaLnBrk="1" hangingPunct="1"/>
            <a:r>
              <a:rPr lang="de-DE" altLang="de-DE" sz="2800" dirty="0">
                <a:latin typeface="Calibri" panose="020F0502020204030204" pitchFamily="34" charset="0"/>
                <a:cs typeface="Calibri" panose="020F0502020204030204" pitchFamily="34" charset="0"/>
              </a:rPr>
              <a:t>7. Felder von Zeigern: Wofür? </a:t>
            </a:r>
          </a:p>
        </p:txBody>
      </p:sp>
      <p:sp>
        <p:nvSpPr>
          <p:cNvPr id="10244" name="Text Box 4">
            <a:extLst>
              <a:ext uri="{FF2B5EF4-FFF2-40B4-BE49-F238E27FC236}">
                <a16:creationId xmlns:a16="http://schemas.microsoft.com/office/drawing/2014/main" id="{2EC32868-1621-4FD7-91C8-15783C2D68C5}"/>
              </a:ext>
            </a:extLst>
          </p:cNvPr>
          <p:cNvSpPr txBox="1">
            <a:spLocks noChangeArrowheads="1"/>
          </p:cNvSpPr>
          <p:nvPr/>
        </p:nvSpPr>
        <p:spPr bwMode="auto">
          <a:xfrm>
            <a:off x="335286" y="1163142"/>
            <a:ext cx="859662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2000" dirty="0">
                <a:latin typeface="Calibri" panose="020F0502020204030204" pitchFamily="34" charset="0"/>
                <a:cs typeface="Calibri" panose="020F0502020204030204" pitchFamily="34" charset="0"/>
              </a:rPr>
              <a:t>Zum Beispiel fürs Wörter sortieren ohne die Wörter selbst im Speicher zu bewegen</a:t>
            </a:r>
          </a:p>
        </p:txBody>
      </p:sp>
      <p:grpSp>
        <p:nvGrpSpPr>
          <p:cNvPr id="2" name="Group 24">
            <a:extLst>
              <a:ext uri="{FF2B5EF4-FFF2-40B4-BE49-F238E27FC236}">
                <a16:creationId xmlns:a16="http://schemas.microsoft.com/office/drawing/2014/main" id="{0A22F67E-CA42-4D71-933C-533D7F5F0DF6}"/>
              </a:ext>
            </a:extLst>
          </p:cNvPr>
          <p:cNvGrpSpPr>
            <a:grpSpLocks/>
          </p:cNvGrpSpPr>
          <p:nvPr/>
        </p:nvGrpSpPr>
        <p:grpSpPr bwMode="auto">
          <a:xfrm>
            <a:off x="566738" y="3459163"/>
            <a:ext cx="1287462" cy="1785937"/>
            <a:chOff x="2021" y="2515"/>
            <a:chExt cx="1219" cy="1125"/>
          </a:xfrm>
        </p:grpSpPr>
        <p:sp>
          <p:nvSpPr>
            <p:cNvPr id="10278" name="Rectangle 20">
              <a:extLst>
                <a:ext uri="{FF2B5EF4-FFF2-40B4-BE49-F238E27FC236}">
                  <a16:creationId xmlns:a16="http://schemas.microsoft.com/office/drawing/2014/main" id="{B39F325B-6516-4427-B116-A26E1027C77E}"/>
                </a:ext>
              </a:extLst>
            </p:cNvPr>
            <p:cNvSpPr>
              <a:spLocks noChangeArrowheads="1"/>
            </p:cNvSpPr>
            <p:nvPr/>
          </p:nvSpPr>
          <p:spPr bwMode="auto">
            <a:xfrm>
              <a:off x="2021" y="2515"/>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Hallo</a:t>
              </a:r>
            </a:p>
          </p:txBody>
        </p:sp>
        <p:sp>
          <p:nvSpPr>
            <p:cNvPr id="10279" name="Rectangle 21">
              <a:extLst>
                <a:ext uri="{FF2B5EF4-FFF2-40B4-BE49-F238E27FC236}">
                  <a16:creationId xmlns:a16="http://schemas.microsoft.com/office/drawing/2014/main" id="{107B6846-12F8-40C7-AE9B-501B951D0380}"/>
                </a:ext>
              </a:extLst>
            </p:cNvPr>
            <p:cNvSpPr>
              <a:spLocks noChangeArrowheads="1"/>
            </p:cNvSpPr>
            <p:nvPr/>
          </p:nvSpPr>
          <p:spPr bwMode="auto">
            <a:xfrm>
              <a:off x="2021" y="2790"/>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Test</a:t>
              </a:r>
            </a:p>
          </p:txBody>
        </p:sp>
        <p:sp>
          <p:nvSpPr>
            <p:cNvPr id="10280" name="Rectangle 22">
              <a:extLst>
                <a:ext uri="{FF2B5EF4-FFF2-40B4-BE49-F238E27FC236}">
                  <a16:creationId xmlns:a16="http://schemas.microsoft.com/office/drawing/2014/main" id="{10F294F1-4C40-4DAB-83A3-44B81EE6A3BA}"/>
                </a:ext>
              </a:extLst>
            </p:cNvPr>
            <p:cNvSpPr>
              <a:spLocks noChangeArrowheads="1"/>
            </p:cNvSpPr>
            <p:nvPr/>
          </p:nvSpPr>
          <p:spPr bwMode="auto">
            <a:xfrm>
              <a:off x="2021" y="3074"/>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abc</a:t>
              </a:r>
            </a:p>
          </p:txBody>
        </p:sp>
        <p:sp>
          <p:nvSpPr>
            <p:cNvPr id="10281" name="Rectangle 23">
              <a:extLst>
                <a:ext uri="{FF2B5EF4-FFF2-40B4-BE49-F238E27FC236}">
                  <a16:creationId xmlns:a16="http://schemas.microsoft.com/office/drawing/2014/main" id="{CEF17E10-9E72-4A55-A05F-E6801F4FEA6D}"/>
                </a:ext>
              </a:extLst>
            </p:cNvPr>
            <p:cNvSpPr>
              <a:spLocks noChangeArrowheads="1"/>
            </p:cNvSpPr>
            <p:nvPr/>
          </p:nvSpPr>
          <p:spPr bwMode="auto">
            <a:xfrm>
              <a:off x="2021" y="3357"/>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Irene</a:t>
              </a:r>
            </a:p>
          </p:txBody>
        </p:sp>
      </p:grpSp>
      <p:sp>
        <p:nvSpPr>
          <p:cNvPr id="545817" name="Text Box 25">
            <a:extLst>
              <a:ext uri="{FF2B5EF4-FFF2-40B4-BE49-F238E27FC236}">
                <a16:creationId xmlns:a16="http://schemas.microsoft.com/office/drawing/2014/main" id="{98D3BECA-10FD-4F8E-80A5-B0A0404BA3BC}"/>
              </a:ext>
            </a:extLst>
          </p:cNvPr>
          <p:cNvSpPr txBox="1">
            <a:spLocks noChangeArrowheads="1"/>
          </p:cNvSpPr>
          <p:nvPr/>
        </p:nvSpPr>
        <p:spPr bwMode="auto">
          <a:xfrm>
            <a:off x="415925" y="2830513"/>
            <a:ext cx="19511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Ausgangssituation:</a:t>
            </a:r>
          </a:p>
        </p:txBody>
      </p:sp>
      <p:grpSp>
        <p:nvGrpSpPr>
          <p:cNvPr id="3" name="Group 26">
            <a:extLst>
              <a:ext uri="{FF2B5EF4-FFF2-40B4-BE49-F238E27FC236}">
                <a16:creationId xmlns:a16="http://schemas.microsoft.com/office/drawing/2014/main" id="{EC995248-D806-4212-BD3D-B1850D190D65}"/>
              </a:ext>
            </a:extLst>
          </p:cNvPr>
          <p:cNvGrpSpPr>
            <a:grpSpLocks/>
          </p:cNvGrpSpPr>
          <p:nvPr/>
        </p:nvGrpSpPr>
        <p:grpSpPr bwMode="auto">
          <a:xfrm>
            <a:off x="2957513" y="3446463"/>
            <a:ext cx="1893887" cy="1785937"/>
            <a:chOff x="1047" y="1403"/>
            <a:chExt cx="2041" cy="1125"/>
          </a:xfrm>
        </p:grpSpPr>
        <p:sp>
          <p:nvSpPr>
            <p:cNvPr id="10266" name="Rectangle 27">
              <a:extLst>
                <a:ext uri="{FF2B5EF4-FFF2-40B4-BE49-F238E27FC236}">
                  <a16:creationId xmlns:a16="http://schemas.microsoft.com/office/drawing/2014/main" id="{D1822D5C-1ADF-4F4C-9E53-C79CD19006D8}"/>
                </a:ext>
              </a:extLst>
            </p:cNvPr>
            <p:cNvSpPr>
              <a:spLocks noChangeArrowheads="1"/>
            </p:cNvSpPr>
            <p:nvPr/>
          </p:nvSpPr>
          <p:spPr bwMode="auto">
            <a:xfrm>
              <a:off x="1047" y="1416"/>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67" name="Rectangle 28">
              <a:extLst>
                <a:ext uri="{FF2B5EF4-FFF2-40B4-BE49-F238E27FC236}">
                  <a16:creationId xmlns:a16="http://schemas.microsoft.com/office/drawing/2014/main" id="{0C959636-71E1-4D1A-9B8A-A8A964E740F7}"/>
                </a:ext>
              </a:extLst>
            </p:cNvPr>
            <p:cNvSpPr>
              <a:spLocks noChangeArrowheads="1"/>
            </p:cNvSpPr>
            <p:nvPr/>
          </p:nvSpPr>
          <p:spPr bwMode="auto">
            <a:xfrm>
              <a:off x="1047" y="1688"/>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68" name="Rectangle 29">
              <a:extLst>
                <a:ext uri="{FF2B5EF4-FFF2-40B4-BE49-F238E27FC236}">
                  <a16:creationId xmlns:a16="http://schemas.microsoft.com/office/drawing/2014/main" id="{509EF76F-3328-43AC-8763-BF941B49514C}"/>
                </a:ext>
              </a:extLst>
            </p:cNvPr>
            <p:cNvSpPr>
              <a:spLocks noChangeArrowheads="1"/>
            </p:cNvSpPr>
            <p:nvPr/>
          </p:nvSpPr>
          <p:spPr bwMode="auto">
            <a:xfrm>
              <a:off x="1047" y="1962"/>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69" name="Rectangle 30">
              <a:extLst>
                <a:ext uri="{FF2B5EF4-FFF2-40B4-BE49-F238E27FC236}">
                  <a16:creationId xmlns:a16="http://schemas.microsoft.com/office/drawing/2014/main" id="{39501A4B-378B-4163-806E-2485C8B9E835}"/>
                </a:ext>
              </a:extLst>
            </p:cNvPr>
            <p:cNvSpPr>
              <a:spLocks noChangeArrowheads="1"/>
            </p:cNvSpPr>
            <p:nvPr/>
          </p:nvSpPr>
          <p:spPr bwMode="auto">
            <a:xfrm>
              <a:off x="1047" y="2240"/>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70" name="Rectangle 31">
              <a:extLst>
                <a:ext uri="{FF2B5EF4-FFF2-40B4-BE49-F238E27FC236}">
                  <a16:creationId xmlns:a16="http://schemas.microsoft.com/office/drawing/2014/main" id="{59733023-00A6-4753-A79E-2C43B15BD8F1}"/>
                </a:ext>
              </a:extLst>
            </p:cNvPr>
            <p:cNvSpPr>
              <a:spLocks noChangeArrowheads="1"/>
            </p:cNvSpPr>
            <p:nvPr/>
          </p:nvSpPr>
          <p:spPr bwMode="auto">
            <a:xfrm>
              <a:off x="1869" y="1403"/>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Hallo</a:t>
              </a:r>
            </a:p>
          </p:txBody>
        </p:sp>
        <p:sp>
          <p:nvSpPr>
            <p:cNvPr id="10271" name="Rectangle 32">
              <a:extLst>
                <a:ext uri="{FF2B5EF4-FFF2-40B4-BE49-F238E27FC236}">
                  <a16:creationId xmlns:a16="http://schemas.microsoft.com/office/drawing/2014/main" id="{C311F552-76E2-44F0-BEDF-AFF69547C65B}"/>
                </a:ext>
              </a:extLst>
            </p:cNvPr>
            <p:cNvSpPr>
              <a:spLocks noChangeArrowheads="1"/>
            </p:cNvSpPr>
            <p:nvPr/>
          </p:nvSpPr>
          <p:spPr bwMode="auto">
            <a:xfrm>
              <a:off x="1869" y="1678"/>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Test</a:t>
              </a:r>
            </a:p>
          </p:txBody>
        </p:sp>
        <p:sp>
          <p:nvSpPr>
            <p:cNvPr id="10272" name="Rectangle 33">
              <a:extLst>
                <a:ext uri="{FF2B5EF4-FFF2-40B4-BE49-F238E27FC236}">
                  <a16:creationId xmlns:a16="http://schemas.microsoft.com/office/drawing/2014/main" id="{376C0DA4-82F2-4170-A07D-101D848C5B35}"/>
                </a:ext>
              </a:extLst>
            </p:cNvPr>
            <p:cNvSpPr>
              <a:spLocks noChangeArrowheads="1"/>
            </p:cNvSpPr>
            <p:nvPr/>
          </p:nvSpPr>
          <p:spPr bwMode="auto">
            <a:xfrm>
              <a:off x="1869" y="1962"/>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abc</a:t>
              </a:r>
            </a:p>
          </p:txBody>
        </p:sp>
        <p:sp>
          <p:nvSpPr>
            <p:cNvPr id="10273" name="Rectangle 34">
              <a:extLst>
                <a:ext uri="{FF2B5EF4-FFF2-40B4-BE49-F238E27FC236}">
                  <a16:creationId xmlns:a16="http://schemas.microsoft.com/office/drawing/2014/main" id="{B6CE5B6A-B827-4F66-949F-04CB14F3263A}"/>
                </a:ext>
              </a:extLst>
            </p:cNvPr>
            <p:cNvSpPr>
              <a:spLocks noChangeArrowheads="1"/>
            </p:cNvSpPr>
            <p:nvPr/>
          </p:nvSpPr>
          <p:spPr bwMode="auto">
            <a:xfrm>
              <a:off x="1869" y="2245"/>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Irene</a:t>
              </a:r>
            </a:p>
          </p:txBody>
        </p:sp>
        <p:sp>
          <p:nvSpPr>
            <p:cNvPr id="10274" name="Line 35">
              <a:extLst>
                <a:ext uri="{FF2B5EF4-FFF2-40B4-BE49-F238E27FC236}">
                  <a16:creationId xmlns:a16="http://schemas.microsoft.com/office/drawing/2014/main" id="{96FC6A23-E833-4E7B-8B5C-4B2BC8E96921}"/>
                </a:ext>
              </a:extLst>
            </p:cNvPr>
            <p:cNvSpPr>
              <a:spLocks noChangeShapeType="1"/>
            </p:cNvSpPr>
            <p:nvPr/>
          </p:nvSpPr>
          <p:spPr bwMode="auto">
            <a:xfrm>
              <a:off x="1190" y="1539"/>
              <a:ext cx="679"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0275" name="Line 36">
              <a:extLst>
                <a:ext uri="{FF2B5EF4-FFF2-40B4-BE49-F238E27FC236}">
                  <a16:creationId xmlns:a16="http://schemas.microsoft.com/office/drawing/2014/main" id="{1D5CFC70-4830-4D0F-9463-4FD55EB5349A}"/>
                </a:ext>
              </a:extLst>
            </p:cNvPr>
            <p:cNvSpPr>
              <a:spLocks noChangeShapeType="1"/>
            </p:cNvSpPr>
            <p:nvPr/>
          </p:nvSpPr>
          <p:spPr bwMode="auto">
            <a:xfrm>
              <a:off x="1213" y="1830"/>
              <a:ext cx="656"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0276" name="Line 37">
              <a:extLst>
                <a:ext uri="{FF2B5EF4-FFF2-40B4-BE49-F238E27FC236}">
                  <a16:creationId xmlns:a16="http://schemas.microsoft.com/office/drawing/2014/main" id="{94BE8E9F-3185-4C3B-A7C5-3317305637A8}"/>
                </a:ext>
              </a:extLst>
            </p:cNvPr>
            <p:cNvSpPr>
              <a:spLocks noChangeShapeType="1"/>
            </p:cNvSpPr>
            <p:nvPr/>
          </p:nvSpPr>
          <p:spPr bwMode="auto">
            <a:xfrm>
              <a:off x="1175" y="2137"/>
              <a:ext cx="690"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0277" name="Line 38">
              <a:extLst>
                <a:ext uri="{FF2B5EF4-FFF2-40B4-BE49-F238E27FC236}">
                  <a16:creationId xmlns:a16="http://schemas.microsoft.com/office/drawing/2014/main" id="{6DD6F2BD-D3C2-49FB-A80F-0D473DEE3B4A}"/>
                </a:ext>
              </a:extLst>
            </p:cNvPr>
            <p:cNvSpPr>
              <a:spLocks noChangeShapeType="1"/>
            </p:cNvSpPr>
            <p:nvPr/>
          </p:nvSpPr>
          <p:spPr bwMode="auto">
            <a:xfrm>
              <a:off x="1194" y="2403"/>
              <a:ext cx="675"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grpSp>
      <p:sp>
        <p:nvSpPr>
          <p:cNvPr id="545831" name="Text Box 39">
            <a:extLst>
              <a:ext uri="{FF2B5EF4-FFF2-40B4-BE49-F238E27FC236}">
                <a16:creationId xmlns:a16="http://schemas.microsoft.com/office/drawing/2014/main" id="{7D1E32C9-A4E2-4475-AA8A-EBF417286A7A}"/>
              </a:ext>
            </a:extLst>
          </p:cNvPr>
          <p:cNvSpPr txBox="1">
            <a:spLocks noChangeArrowheads="1"/>
          </p:cNvSpPr>
          <p:nvPr/>
        </p:nvSpPr>
        <p:spPr bwMode="auto">
          <a:xfrm>
            <a:off x="2892425" y="2817813"/>
            <a:ext cx="25869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Verwendung von Zeigern:</a:t>
            </a:r>
          </a:p>
        </p:txBody>
      </p:sp>
      <p:sp>
        <p:nvSpPr>
          <p:cNvPr id="10250" name="Line 40">
            <a:extLst>
              <a:ext uri="{FF2B5EF4-FFF2-40B4-BE49-F238E27FC236}">
                <a16:creationId xmlns:a16="http://schemas.microsoft.com/office/drawing/2014/main" id="{9114A8C2-415D-478F-B315-C359F9297BDF}"/>
              </a:ext>
            </a:extLst>
          </p:cNvPr>
          <p:cNvSpPr>
            <a:spLocks noChangeShapeType="1"/>
          </p:cNvSpPr>
          <p:nvPr/>
        </p:nvSpPr>
        <p:spPr bwMode="auto">
          <a:xfrm>
            <a:off x="2578100" y="2781300"/>
            <a:ext cx="0" cy="3111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0251" name="Line 41">
            <a:extLst>
              <a:ext uri="{FF2B5EF4-FFF2-40B4-BE49-F238E27FC236}">
                <a16:creationId xmlns:a16="http://schemas.microsoft.com/office/drawing/2014/main" id="{F068713E-34EA-44CA-AD58-317855DD0298}"/>
              </a:ext>
            </a:extLst>
          </p:cNvPr>
          <p:cNvSpPr>
            <a:spLocks noChangeShapeType="1"/>
          </p:cNvSpPr>
          <p:nvPr/>
        </p:nvSpPr>
        <p:spPr bwMode="auto">
          <a:xfrm>
            <a:off x="5727700" y="2730500"/>
            <a:ext cx="0" cy="3111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nvGrpSpPr>
          <p:cNvPr id="4" name="Group 42">
            <a:extLst>
              <a:ext uri="{FF2B5EF4-FFF2-40B4-BE49-F238E27FC236}">
                <a16:creationId xmlns:a16="http://schemas.microsoft.com/office/drawing/2014/main" id="{381EAA30-FE64-4CFA-A140-54071E7C647A}"/>
              </a:ext>
            </a:extLst>
          </p:cNvPr>
          <p:cNvGrpSpPr>
            <a:grpSpLocks/>
          </p:cNvGrpSpPr>
          <p:nvPr/>
        </p:nvGrpSpPr>
        <p:grpSpPr bwMode="auto">
          <a:xfrm>
            <a:off x="5903913" y="3471863"/>
            <a:ext cx="2198687" cy="1785937"/>
            <a:chOff x="1047" y="1403"/>
            <a:chExt cx="2041" cy="1125"/>
          </a:xfrm>
        </p:grpSpPr>
        <p:sp>
          <p:nvSpPr>
            <p:cNvPr id="10254" name="Rectangle 43">
              <a:extLst>
                <a:ext uri="{FF2B5EF4-FFF2-40B4-BE49-F238E27FC236}">
                  <a16:creationId xmlns:a16="http://schemas.microsoft.com/office/drawing/2014/main" id="{73FDE0AF-0FEB-4420-9EB6-5B1E3FA20B06}"/>
                </a:ext>
              </a:extLst>
            </p:cNvPr>
            <p:cNvSpPr>
              <a:spLocks noChangeArrowheads="1"/>
            </p:cNvSpPr>
            <p:nvPr/>
          </p:nvSpPr>
          <p:spPr bwMode="auto">
            <a:xfrm>
              <a:off x="1047" y="1416"/>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55" name="Rectangle 44">
              <a:extLst>
                <a:ext uri="{FF2B5EF4-FFF2-40B4-BE49-F238E27FC236}">
                  <a16:creationId xmlns:a16="http://schemas.microsoft.com/office/drawing/2014/main" id="{23D7F9AF-39A9-430A-AE13-F8FF93EFA6A8}"/>
                </a:ext>
              </a:extLst>
            </p:cNvPr>
            <p:cNvSpPr>
              <a:spLocks noChangeArrowheads="1"/>
            </p:cNvSpPr>
            <p:nvPr/>
          </p:nvSpPr>
          <p:spPr bwMode="auto">
            <a:xfrm>
              <a:off x="1047" y="1688"/>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56" name="Rectangle 45">
              <a:extLst>
                <a:ext uri="{FF2B5EF4-FFF2-40B4-BE49-F238E27FC236}">
                  <a16:creationId xmlns:a16="http://schemas.microsoft.com/office/drawing/2014/main" id="{1CC236B6-4430-4B35-8539-2DEB7DAC5B7F}"/>
                </a:ext>
              </a:extLst>
            </p:cNvPr>
            <p:cNvSpPr>
              <a:spLocks noChangeArrowheads="1"/>
            </p:cNvSpPr>
            <p:nvPr/>
          </p:nvSpPr>
          <p:spPr bwMode="auto">
            <a:xfrm>
              <a:off x="1047" y="1962"/>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57" name="Rectangle 46">
              <a:extLst>
                <a:ext uri="{FF2B5EF4-FFF2-40B4-BE49-F238E27FC236}">
                  <a16:creationId xmlns:a16="http://schemas.microsoft.com/office/drawing/2014/main" id="{DBEDA29D-E13B-4ABB-8C72-D67A597FE025}"/>
                </a:ext>
              </a:extLst>
            </p:cNvPr>
            <p:cNvSpPr>
              <a:spLocks noChangeArrowheads="1"/>
            </p:cNvSpPr>
            <p:nvPr/>
          </p:nvSpPr>
          <p:spPr bwMode="auto">
            <a:xfrm>
              <a:off x="1047" y="2240"/>
              <a:ext cx="274" cy="283"/>
            </a:xfrm>
            <a:prstGeom prst="rect">
              <a:avLst/>
            </a:prstGeom>
            <a:solidFill>
              <a:srgbClr val="FFCCCC"/>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258" name="Rectangle 47">
              <a:extLst>
                <a:ext uri="{FF2B5EF4-FFF2-40B4-BE49-F238E27FC236}">
                  <a16:creationId xmlns:a16="http://schemas.microsoft.com/office/drawing/2014/main" id="{E5C9CD14-FFBC-4A24-8741-444E1A2D73B2}"/>
                </a:ext>
              </a:extLst>
            </p:cNvPr>
            <p:cNvSpPr>
              <a:spLocks noChangeArrowheads="1"/>
            </p:cNvSpPr>
            <p:nvPr/>
          </p:nvSpPr>
          <p:spPr bwMode="auto">
            <a:xfrm>
              <a:off x="1869" y="1403"/>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Hallo</a:t>
              </a:r>
            </a:p>
          </p:txBody>
        </p:sp>
        <p:sp>
          <p:nvSpPr>
            <p:cNvPr id="10259" name="Rectangle 48">
              <a:extLst>
                <a:ext uri="{FF2B5EF4-FFF2-40B4-BE49-F238E27FC236}">
                  <a16:creationId xmlns:a16="http://schemas.microsoft.com/office/drawing/2014/main" id="{3EB42536-E45D-4B14-A466-102F9E45B276}"/>
                </a:ext>
              </a:extLst>
            </p:cNvPr>
            <p:cNvSpPr>
              <a:spLocks noChangeArrowheads="1"/>
            </p:cNvSpPr>
            <p:nvPr/>
          </p:nvSpPr>
          <p:spPr bwMode="auto">
            <a:xfrm>
              <a:off x="1869" y="1678"/>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Test</a:t>
              </a:r>
            </a:p>
          </p:txBody>
        </p:sp>
        <p:sp>
          <p:nvSpPr>
            <p:cNvPr id="10260" name="Rectangle 49">
              <a:extLst>
                <a:ext uri="{FF2B5EF4-FFF2-40B4-BE49-F238E27FC236}">
                  <a16:creationId xmlns:a16="http://schemas.microsoft.com/office/drawing/2014/main" id="{2DBB5194-95DF-424F-8F2C-383288D37A41}"/>
                </a:ext>
              </a:extLst>
            </p:cNvPr>
            <p:cNvSpPr>
              <a:spLocks noChangeArrowheads="1"/>
            </p:cNvSpPr>
            <p:nvPr/>
          </p:nvSpPr>
          <p:spPr bwMode="auto">
            <a:xfrm>
              <a:off x="1869" y="1962"/>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abc</a:t>
              </a:r>
            </a:p>
          </p:txBody>
        </p:sp>
        <p:sp>
          <p:nvSpPr>
            <p:cNvPr id="10261" name="Rectangle 50">
              <a:extLst>
                <a:ext uri="{FF2B5EF4-FFF2-40B4-BE49-F238E27FC236}">
                  <a16:creationId xmlns:a16="http://schemas.microsoft.com/office/drawing/2014/main" id="{348B7A5B-2FC1-49FC-A022-6AFE880E971E}"/>
                </a:ext>
              </a:extLst>
            </p:cNvPr>
            <p:cNvSpPr>
              <a:spLocks noChangeArrowheads="1"/>
            </p:cNvSpPr>
            <p:nvPr/>
          </p:nvSpPr>
          <p:spPr bwMode="auto">
            <a:xfrm>
              <a:off x="1869" y="2245"/>
              <a:ext cx="1219" cy="283"/>
            </a:xfrm>
            <a:prstGeom prst="rect">
              <a:avLst/>
            </a:prstGeom>
            <a:solidFill>
              <a:schemeClr val="bg1"/>
            </a:solidFill>
            <a:ln w="9525" algn="ctr">
              <a:solidFill>
                <a:schemeClr val="tx1"/>
              </a:solidFill>
              <a:miter lim="800000"/>
              <a:headEnd/>
              <a:tailEnd/>
            </a:ln>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ctr" eaLnBrk="1" hangingPunct="1">
                <a:spcBef>
                  <a:spcPct val="0"/>
                </a:spcBef>
                <a:buFontTx/>
                <a:buNone/>
              </a:pPr>
              <a:r>
                <a:rPr lang="de-DE" altLang="de-DE" sz="1800">
                  <a:latin typeface="Arial Unicode MS" pitchFamily="34" charset="-128"/>
                </a:rPr>
                <a:t>Irene</a:t>
              </a:r>
            </a:p>
          </p:txBody>
        </p:sp>
        <p:sp>
          <p:nvSpPr>
            <p:cNvPr id="10262" name="Line 51">
              <a:extLst>
                <a:ext uri="{FF2B5EF4-FFF2-40B4-BE49-F238E27FC236}">
                  <a16:creationId xmlns:a16="http://schemas.microsoft.com/office/drawing/2014/main" id="{25D406C1-25E0-4565-8AFF-DFEEBAC12CD6}"/>
                </a:ext>
              </a:extLst>
            </p:cNvPr>
            <p:cNvSpPr>
              <a:spLocks noChangeShapeType="1"/>
            </p:cNvSpPr>
            <p:nvPr/>
          </p:nvSpPr>
          <p:spPr bwMode="auto">
            <a:xfrm>
              <a:off x="1190" y="1539"/>
              <a:ext cx="679" cy="547"/>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0263" name="Line 52">
              <a:extLst>
                <a:ext uri="{FF2B5EF4-FFF2-40B4-BE49-F238E27FC236}">
                  <a16:creationId xmlns:a16="http://schemas.microsoft.com/office/drawing/2014/main" id="{3BAAAF6F-ABA8-4809-B1A6-3E563FB4579F}"/>
                </a:ext>
              </a:extLst>
            </p:cNvPr>
            <p:cNvSpPr>
              <a:spLocks noChangeShapeType="1"/>
            </p:cNvSpPr>
            <p:nvPr/>
          </p:nvSpPr>
          <p:spPr bwMode="auto">
            <a:xfrm flipV="1">
              <a:off x="1213" y="1538"/>
              <a:ext cx="656" cy="292"/>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0264" name="Line 53">
              <a:extLst>
                <a:ext uri="{FF2B5EF4-FFF2-40B4-BE49-F238E27FC236}">
                  <a16:creationId xmlns:a16="http://schemas.microsoft.com/office/drawing/2014/main" id="{32F99193-A43B-4FDF-8E43-3C393B6628A8}"/>
                </a:ext>
              </a:extLst>
            </p:cNvPr>
            <p:cNvSpPr>
              <a:spLocks noChangeShapeType="1"/>
            </p:cNvSpPr>
            <p:nvPr/>
          </p:nvSpPr>
          <p:spPr bwMode="auto">
            <a:xfrm>
              <a:off x="1175" y="2137"/>
              <a:ext cx="694" cy="236"/>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sp>
          <p:nvSpPr>
            <p:cNvPr id="10265" name="Line 54">
              <a:extLst>
                <a:ext uri="{FF2B5EF4-FFF2-40B4-BE49-F238E27FC236}">
                  <a16:creationId xmlns:a16="http://schemas.microsoft.com/office/drawing/2014/main" id="{41B8A101-18A3-43A4-8D30-1FF6BC62E48D}"/>
                </a:ext>
              </a:extLst>
            </p:cNvPr>
            <p:cNvSpPr>
              <a:spLocks noChangeShapeType="1"/>
            </p:cNvSpPr>
            <p:nvPr/>
          </p:nvSpPr>
          <p:spPr bwMode="auto">
            <a:xfrm flipV="1">
              <a:off x="1194" y="1789"/>
              <a:ext cx="675" cy="614"/>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wrap="none" anchor="ctr"/>
            <a:lstStyle/>
            <a:p>
              <a:endParaRPr lang="de-DE"/>
            </a:p>
          </p:txBody>
        </p:sp>
      </p:grpSp>
      <p:sp>
        <p:nvSpPr>
          <p:cNvPr id="545847" name="Text Box 55">
            <a:extLst>
              <a:ext uri="{FF2B5EF4-FFF2-40B4-BE49-F238E27FC236}">
                <a16:creationId xmlns:a16="http://schemas.microsoft.com/office/drawing/2014/main" id="{2534A9E0-6911-41E9-9B6E-97FEDB8CB8D5}"/>
              </a:ext>
            </a:extLst>
          </p:cNvPr>
          <p:cNvSpPr txBox="1">
            <a:spLocks noChangeArrowheads="1"/>
          </p:cNvSpPr>
          <p:nvPr/>
        </p:nvSpPr>
        <p:spPr bwMode="auto">
          <a:xfrm>
            <a:off x="6029325" y="2817813"/>
            <a:ext cx="12330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Sortierung:</a:t>
            </a:r>
          </a:p>
        </p:txBody>
      </p:sp>
      <p:sp>
        <p:nvSpPr>
          <p:cNvPr id="5" name="Textfeld 4">
            <a:extLst>
              <a:ext uri="{FF2B5EF4-FFF2-40B4-BE49-F238E27FC236}">
                <a16:creationId xmlns:a16="http://schemas.microsoft.com/office/drawing/2014/main" id="{7856D0CE-CC1F-4D10-B416-C2A400179CF3}"/>
              </a:ext>
            </a:extLst>
          </p:cNvPr>
          <p:cNvSpPr txBox="1"/>
          <p:nvPr/>
        </p:nvSpPr>
        <p:spPr>
          <a:xfrm>
            <a:off x="335286" y="5751453"/>
            <a:ext cx="4072525" cy="400110"/>
          </a:xfrm>
          <a:prstGeom prst="rect">
            <a:avLst/>
          </a:prstGeom>
          <a:noFill/>
        </p:spPr>
        <p:txBody>
          <a:bodyPr wrap="none" rtlCol="0">
            <a:spAutoFit/>
          </a:bodyPr>
          <a:lstStyle/>
          <a:p>
            <a:r>
              <a:rPr lang="de-DE" altLang="de-DE" sz="2000" dirty="0">
                <a:latin typeface="Calibri" panose="020F0502020204030204" pitchFamily="34" charset="0"/>
                <a:cs typeface="Calibri" panose="020F0502020204030204" pitchFamily="34" charset="0"/>
              </a:rPr>
              <a:t>In Präsenz: siehe </a:t>
            </a:r>
            <a:r>
              <a:rPr lang="de-DE" altLang="de-DE" dirty="0" err="1">
                <a:latin typeface="Calibri" panose="020F0502020204030204" pitchFamily="34" charset="0"/>
                <a:cs typeface="Calibri" panose="020F0502020204030204" pitchFamily="34" charset="0"/>
              </a:rPr>
              <a:t>ZeigerSortierBeispiel.c</a:t>
            </a:r>
            <a:endParaRPr lang="de-D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710343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58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583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58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817" grpId="0"/>
      <p:bldP spid="545831" grpId="0"/>
      <p:bldP spid="54584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2">
            <a:extLst>
              <a:ext uri="{FF2B5EF4-FFF2-40B4-BE49-F238E27FC236}">
                <a16:creationId xmlns:a16="http://schemas.microsoft.com/office/drawing/2014/main" id="{E95E3218-4C13-452F-A54F-958BF9274D2B}"/>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r" eaLnBrk="1" hangingPunct="1">
              <a:spcBef>
                <a:spcPct val="0"/>
              </a:spcBef>
              <a:buFontTx/>
              <a:buNone/>
            </a:pPr>
            <a:r>
              <a:rPr lang="de-DE" altLang="de-DE" sz="1400"/>
              <a:t>54</a:t>
            </a:r>
            <a:endParaRPr lang="de-DE" altLang="de-DE" sz="1400" dirty="0"/>
          </a:p>
        </p:txBody>
      </p:sp>
      <p:sp>
        <p:nvSpPr>
          <p:cNvPr id="102403" name="Text Box 3">
            <a:extLst>
              <a:ext uri="{FF2B5EF4-FFF2-40B4-BE49-F238E27FC236}">
                <a16:creationId xmlns:a16="http://schemas.microsoft.com/office/drawing/2014/main" id="{64B538B9-CF47-46F1-B993-A4AA34E7C49F}"/>
              </a:ext>
            </a:extLst>
          </p:cNvPr>
          <p:cNvSpPr txBox="1">
            <a:spLocks noChangeArrowheads="1"/>
          </p:cNvSpPr>
          <p:nvPr/>
        </p:nvSpPr>
        <p:spPr bwMode="auto">
          <a:xfrm>
            <a:off x="304800" y="177800"/>
            <a:ext cx="822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eaLnBrk="1" hangingPunct="1">
              <a:spcBef>
                <a:spcPct val="0"/>
              </a:spcBef>
              <a:buFontTx/>
              <a:buNone/>
            </a:pPr>
            <a:r>
              <a:rPr lang="de-DE" altLang="de-DE" sz="3200" dirty="0">
                <a:latin typeface="Calibri" panose="020F0502020204030204" pitchFamily="34" charset="0"/>
                <a:cs typeface="Calibri" panose="020F0502020204030204" pitchFamily="34" charset="0"/>
              </a:rPr>
              <a:t>Sortierbeispiel: </a:t>
            </a:r>
            <a:r>
              <a:rPr lang="de-DE" altLang="de-DE" sz="3200" dirty="0" err="1">
                <a:latin typeface="Calibri" panose="020F0502020204030204" pitchFamily="34" charset="0"/>
                <a:cs typeface="Calibri" panose="020F0502020204030204" pitchFamily="34" charset="0"/>
              </a:rPr>
              <a:t>Bubblesort</a:t>
            </a:r>
            <a:r>
              <a:rPr lang="de-DE" altLang="de-DE" sz="3200" dirty="0">
                <a:latin typeface="Calibri" panose="020F0502020204030204" pitchFamily="34" charset="0"/>
                <a:cs typeface="Calibri" panose="020F0502020204030204" pitchFamily="34" charset="0"/>
              </a:rPr>
              <a:t> aus </a:t>
            </a:r>
            <a:r>
              <a:rPr lang="de-DE" altLang="de-DE" sz="3200" dirty="0" err="1">
                <a:latin typeface="Calibri" panose="020F0502020204030204" pitchFamily="34" charset="0"/>
                <a:cs typeface="Calibri" panose="020F0502020204030204" pitchFamily="34" charset="0"/>
              </a:rPr>
              <a:t>WiSe</a:t>
            </a:r>
            <a:endParaRPr lang="de-DE" altLang="de-DE" sz="3200" dirty="0">
              <a:latin typeface="Calibri" panose="020F0502020204030204" pitchFamily="34" charset="0"/>
              <a:cs typeface="Calibri" panose="020F0502020204030204" pitchFamily="34" charset="0"/>
            </a:endParaRPr>
          </a:p>
        </p:txBody>
      </p:sp>
      <p:sp>
        <p:nvSpPr>
          <p:cNvPr id="102404" name="Text Box 4">
            <a:extLst>
              <a:ext uri="{FF2B5EF4-FFF2-40B4-BE49-F238E27FC236}">
                <a16:creationId xmlns:a16="http://schemas.microsoft.com/office/drawing/2014/main" id="{CBA5E0F4-7B30-4671-ACD4-417A00084760}"/>
              </a:ext>
            </a:extLst>
          </p:cNvPr>
          <p:cNvSpPr txBox="1">
            <a:spLocks noChangeArrowheads="1"/>
          </p:cNvSpPr>
          <p:nvPr/>
        </p:nvSpPr>
        <p:spPr bwMode="auto">
          <a:xfrm>
            <a:off x="530225" y="1084263"/>
            <a:ext cx="8108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Clr>
                <a:srgbClr val="000000"/>
              </a:buClr>
              <a:buFont typeface="Times New Roman" panose="02020603050405020304" pitchFamily="18" charset="0"/>
              <a:buNone/>
            </a:pPr>
            <a:endParaRPr lang="de-DE" altLang="de-DE" sz="1800">
              <a:solidFill>
                <a:schemeClr val="bg1"/>
              </a:solidFill>
              <a:ea typeface="Arial Unicode MS" pitchFamily="34" charset="-128"/>
            </a:endParaRPr>
          </a:p>
        </p:txBody>
      </p:sp>
      <p:sp>
        <p:nvSpPr>
          <p:cNvPr id="102405" name="Text Box 5">
            <a:extLst>
              <a:ext uri="{FF2B5EF4-FFF2-40B4-BE49-F238E27FC236}">
                <a16:creationId xmlns:a16="http://schemas.microsoft.com/office/drawing/2014/main" id="{49F456F8-7084-4519-A52B-42ED658BB05C}"/>
              </a:ext>
            </a:extLst>
          </p:cNvPr>
          <p:cNvSpPr txBox="1">
            <a:spLocks noChangeArrowheads="1"/>
          </p:cNvSpPr>
          <p:nvPr/>
        </p:nvSpPr>
        <p:spPr bwMode="auto">
          <a:xfrm>
            <a:off x="282575" y="928688"/>
            <a:ext cx="8769350" cy="496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buFontTx/>
              <a:buNone/>
            </a:pPr>
            <a:r>
              <a:rPr lang="en-US" altLang="de-DE" sz="1400" b="1">
                <a:latin typeface="Courier New" panose="02070309020205020404" pitchFamily="49" charset="0"/>
                <a:cs typeface="Courier New" panose="02070309020205020404" pitchFamily="49" charset="0"/>
              </a:rPr>
              <a:t>void bubblesort (int f[], int anz) {</a:t>
            </a:r>
          </a:p>
          <a:p>
            <a:pPr>
              <a:buFontTx/>
              <a:buNone/>
            </a:pPr>
            <a:r>
              <a:rPr lang="en-US" altLang="de-DE" sz="1400" b="1">
                <a:latin typeface="Courier New" panose="02070309020205020404" pitchFamily="49" charset="0"/>
                <a:cs typeface="Courier New" panose="02070309020205020404" pitchFamily="49" charset="0"/>
              </a:rPr>
              <a:t>     int i,j,hilfe,sortiert=0;</a:t>
            </a:r>
          </a:p>
          <a:p>
            <a:pPr>
              <a:buFontTx/>
              <a:buNone/>
            </a:pPr>
            <a:r>
              <a:rPr lang="en-US" altLang="de-DE" sz="1400" b="1">
                <a:latin typeface="Courier New" panose="02070309020205020404" pitchFamily="49" charset="0"/>
                <a:cs typeface="Courier New" panose="02070309020205020404" pitchFamily="49" charset="0"/>
              </a:rPr>
              <a:t>     for ( i=0 ; i&lt;anz; i=i+1 ) {</a:t>
            </a:r>
          </a:p>
          <a:p>
            <a:pPr>
              <a:buFontTx/>
              <a:buNone/>
            </a:pPr>
            <a:r>
              <a:rPr lang="en-US" altLang="de-DE" sz="1400" b="1">
                <a:latin typeface="Courier New" panose="02070309020205020404" pitchFamily="49" charset="0"/>
                <a:cs typeface="Courier New" panose="02070309020205020404" pitchFamily="49" charset="0"/>
              </a:rPr>
              <a:t>        if ( sortiert == 0 ) {</a:t>
            </a:r>
          </a:p>
          <a:p>
            <a:pPr>
              <a:buFontTx/>
              <a:buNone/>
            </a:pPr>
            <a:r>
              <a:rPr lang="en-US" altLang="de-DE" sz="1400" b="1">
                <a:latin typeface="Courier New" panose="02070309020205020404" pitchFamily="49" charset="0"/>
                <a:cs typeface="Courier New" panose="02070309020205020404" pitchFamily="49" charset="0"/>
              </a:rPr>
              <a:t>            // Annahme, dass Folge sortiert ist</a:t>
            </a:r>
          </a:p>
          <a:p>
            <a:pPr>
              <a:buFontTx/>
              <a:buNone/>
            </a:pPr>
            <a:r>
              <a:rPr lang="en-US" altLang="de-DE" sz="1400" b="1">
                <a:latin typeface="Courier New" panose="02070309020205020404" pitchFamily="49" charset="0"/>
                <a:cs typeface="Courier New" panose="02070309020205020404" pitchFamily="49" charset="0"/>
              </a:rPr>
              <a:t>            sortiert = 1; </a:t>
            </a:r>
          </a:p>
          <a:p>
            <a:pPr>
              <a:buFontTx/>
              <a:buNone/>
            </a:pPr>
            <a:r>
              <a:rPr lang="en-US" altLang="de-DE" sz="1400" b="1">
                <a:latin typeface="Courier New" panose="02070309020205020404" pitchFamily="49" charset="0"/>
                <a:cs typeface="Courier New" panose="02070309020205020404" pitchFamily="49" charset="0"/>
              </a:rPr>
              <a:t>            for ( j=0 ; j&lt;anz-1 ; j=j+1 ){</a:t>
            </a:r>
          </a:p>
          <a:p>
            <a:pPr>
              <a:buFontTx/>
              <a:buNone/>
            </a:pPr>
            <a:r>
              <a:rPr lang="en-US" altLang="de-DE" sz="1400" b="1">
                <a:latin typeface="Courier New" panose="02070309020205020404" pitchFamily="49" charset="0"/>
                <a:cs typeface="Courier New" panose="02070309020205020404" pitchFamily="49" charset="0"/>
              </a:rPr>
              <a:t>               if ( f[j] &gt; f[j+1] ) { </a:t>
            </a:r>
          </a:p>
          <a:p>
            <a:pPr>
              <a:buFontTx/>
              <a:buNone/>
            </a:pPr>
            <a:r>
              <a:rPr lang="en-US" altLang="de-DE" sz="1400" b="1">
                <a:latin typeface="Courier New" panose="02070309020205020404" pitchFamily="49" charset="0"/>
                <a:cs typeface="Courier New" panose="02070309020205020404" pitchFamily="49" charset="0"/>
              </a:rPr>
              <a:t>                  // Vertauschung notwendig</a:t>
            </a:r>
          </a:p>
          <a:p>
            <a:pPr>
              <a:buFontTx/>
              <a:buNone/>
            </a:pPr>
            <a:r>
              <a:rPr lang="en-US" altLang="de-DE" sz="1400" b="1">
                <a:latin typeface="Courier New" panose="02070309020205020404" pitchFamily="49" charset="0"/>
                <a:cs typeface="Courier New" panose="02070309020205020404" pitchFamily="49" charset="0"/>
              </a:rPr>
              <a:t>                  hilfe = f[j];</a:t>
            </a:r>
          </a:p>
          <a:p>
            <a:pPr>
              <a:buFontTx/>
              <a:buNone/>
            </a:pPr>
            <a:r>
              <a:rPr lang="en-US" altLang="de-DE" sz="1400" b="1">
                <a:latin typeface="Courier New" panose="02070309020205020404" pitchFamily="49" charset="0"/>
                <a:cs typeface="Courier New" panose="02070309020205020404" pitchFamily="49" charset="0"/>
              </a:rPr>
              <a:t>                  f[j]= f[j+1];</a:t>
            </a:r>
          </a:p>
          <a:p>
            <a:pPr>
              <a:buFontTx/>
              <a:buNone/>
            </a:pPr>
            <a:r>
              <a:rPr lang="en-US" altLang="de-DE" sz="1400" b="1">
                <a:latin typeface="Courier New" panose="02070309020205020404" pitchFamily="49" charset="0"/>
                <a:cs typeface="Courier New" panose="02070309020205020404" pitchFamily="49" charset="0"/>
              </a:rPr>
              <a:t>                  f[j+1]= hilfe;</a:t>
            </a:r>
          </a:p>
          <a:p>
            <a:pPr>
              <a:buFontTx/>
              <a:buNone/>
            </a:pPr>
            <a:r>
              <a:rPr lang="en-US" altLang="de-DE" sz="1400" b="1">
                <a:latin typeface="Courier New" panose="02070309020205020404" pitchFamily="49" charset="0"/>
                <a:cs typeface="Courier New" panose="02070309020205020404" pitchFamily="49" charset="0"/>
              </a:rPr>
              <a:t>                  // Folge war doch nicht sortiert</a:t>
            </a:r>
          </a:p>
          <a:p>
            <a:pPr>
              <a:buFontTx/>
              <a:buNone/>
            </a:pPr>
            <a:r>
              <a:rPr lang="en-US" altLang="de-DE" sz="1400" b="1">
                <a:latin typeface="Courier New" panose="02070309020205020404" pitchFamily="49" charset="0"/>
                <a:cs typeface="Courier New" panose="02070309020205020404" pitchFamily="49" charset="0"/>
              </a:rPr>
              <a:t>                  sortiert=0; </a:t>
            </a:r>
          </a:p>
          <a:p>
            <a:pPr>
              <a:buFontTx/>
              <a:buNone/>
            </a:pPr>
            <a:r>
              <a:rPr lang="en-US" altLang="de-DE" sz="1400" b="1">
                <a:latin typeface="Courier New" panose="02070309020205020404" pitchFamily="49" charset="0"/>
                <a:cs typeface="Courier New" panose="02070309020205020404" pitchFamily="49" charset="0"/>
              </a:rPr>
              <a:t>               }</a:t>
            </a:r>
          </a:p>
          <a:p>
            <a:pPr>
              <a:buFontTx/>
              <a:buNone/>
            </a:pPr>
            <a:r>
              <a:rPr lang="en-US" altLang="de-DE" sz="1400" b="1">
                <a:latin typeface="Courier New" panose="02070309020205020404" pitchFamily="49" charset="0"/>
                <a:cs typeface="Courier New" panose="02070309020205020404" pitchFamily="49" charset="0"/>
              </a:rPr>
              <a:t>            }</a:t>
            </a:r>
          </a:p>
          <a:p>
            <a:pPr>
              <a:buFontTx/>
              <a:buNone/>
            </a:pPr>
            <a:r>
              <a:rPr lang="en-US" altLang="de-DE" sz="1400" b="1">
                <a:latin typeface="Courier New" panose="02070309020205020404" pitchFamily="49" charset="0"/>
                <a:cs typeface="Courier New" panose="02070309020205020404" pitchFamily="49" charset="0"/>
              </a:rPr>
              <a:t>         }</a:t>
            </a:r>
          </a:p>
          <a:p>
            <a:pPr>
              <a:buFontTx/>
              <a:buNone/>
            </a:pPr>
            <a:r>
              <a:rPr lang="en-US" altLang="de-DE" sz="1400" b="1">
                <a:latin typeface="Courier New" panose="02070309020205020404" pitchFamily="49" charset="0"/>
                <a:cs typeface="Courier New" panose="02070309020205020404" pitchFamily="49" charset="0"/>
              </a:rPr>
              <a:t>      }</a:t>
            </a:r>
          </a:p>
          <a:p>
            <a:pPr>
              <a:buFontTx/>
              <a:buNone/>
            </a:pPr>
            <a:r>
              <a:rPr lang="en-US" altLang="de-DE" sz="1400" b="1">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898455968"/>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Foliennummernplatzhalter 3">
            <a:extLst>
              <a:ext uri="{FF2B5EF4-FFF2-40B4-BE49-F238E27FC236}">
                <a16:creationId xmlns:a16="http://schemas.microsoft.com/office/drawing/2014/main" id="{204E76D1-4B82-4555-B59A-52183DA84FF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881BF632-5143-4413-9830-45C077F973AA}" type="slidenum">
              <a:rPr lang="de-DE" altLang="de-DE" sz="1400" smtClean="0"/>
              <a:pPr>
                <a:spcBef>
                  <a:spcPct val="0"/>
                </a:spcBef>
                <a:buFontTx/>
                <a:buNone/>
              </a:pPr>
              <a:t>55</a:t>
            </a:fld>
            <a:endParaRPr lang="de-DE" altLang="de-DE" sz="1400"/>
          </a:p>
        </p:txBody>
      </p:sp>
      <p:sp>
        <p:nvSpPr>
          <p:cNvPr id="104451" name="Rectangle 2">
            <a:extLst>
              <a:ext uri="{FF2B5EF4-FFF2-40B4-BE49-F238E27FC236}">
                <a16:creationId xmlns:a16="http://schemas.microsoft.com/office/drawing/2014/main" id="{6012CC5C-5173-4BDE-8BE7-3681FEE774D1}"/>
              </a:ext>
            </a:extLst>
          </p:cNvPr>
          <p:cNvSpPr>
            <a:spLocks noGrp="1" noChangeArrowheads="1"/>
          </p:cNvSpPr>
          <p:nvPr>
            <p:ph type="title"/>
          </p:nvPr>
        </p:nvSpPr>
        <p:spPr>
          <a:xfrm>
            <a:off x="225425" y="260350"/>
            <a:ext cx="8461375" cy="1000125"/>
          </a:xfrm>
        </p:spPr>
        <p:txBody>
          <a:bodyPr/>
          <a:lstStyle/>
          <a:p>
            <a:pPr eaLnBrk="1" hangingPunct="1"/>
            <a:r>
              <a:rPr lang="de-DE" altLang="de-DE" dirty="0">
                <a:solidFill>
                  <a:schemeClr val="tx1"/>
                </a:solidFill>
                <a:latin typeface="Calibri" panose="020F0502020204030204" pitchFamily="34" charset="0"/>
                <a:cs typeface="Calibri" panose="020F0502020204030204" pitchFamily="34" charset="0"/>
              </a:rPr>
              <a:t>Hauptprogramm von damals (</a:t>
            </a:r>
            <a:r>
              <a:rPr lang="de-DE" altLang="de-DE" dirty="0" err="1">
                <a:solidFill>
                  <a:schemeClr val="tx1"/>
                </a:solidFill>
                <a:latin typeface="Calibri" panose="020F0502020204030204" pitchFamily="34" charset="0"/>
                <a:cs typeface="Calibri" panose="020F0502020204030204" pitchFamily="34" charset="0"/>
              </a:rPr>
              <a:t>WiSe</a:t>
            </a:r>
            <a:r>
              <a:rPr lang="de-DE" altLang="de-DE" dirty="0">
                <a:solidFill>
                  <a:schemeClr val="tx1"/>
                </a:solidFill>
                <a:latin typeface="Calibri" panose="020F0502020204030204" pitchFamily="34" charset="0"/>
                <a:cs typeface="Calibri" panose="020F0502020204030204" pitchFamily="34" charset="0"/>
              </a:rPr>
              <a:t>)</a:t>
            </a:r>
          </a:p>
        </p:txBody>
      </p:sp>
      <p:sp>
        <p:nvSpPr>
          <p:cNvPr id="104452" name="Text Box 3">
            <a:extLst>
              <a:ext uri="{FF2B5EF4-FFF2-40B4-BE49-F238E27FC236}">
                <a16:creationId xmlns:a16="http://schemas.microsoft.com/office/drawing/2014/main" id="{F85D6092-D9E5-4915-B0F3-8B16E6CA839C}"/>
              </a:ext>
            </a:extLst>
          </p:cNvPr>
          <p:cNvSpPr txBox="1">
            <a:spLocks noChangeArrowheads="1"/>
          </p:cNvSpPr>
          <p:nvPr/>
        </p:nvSpPr>
        <p:spPr bwMode="auto">
          <a:xfrm>
            <a:off x="0" y="1071563"/>
            <a:ext cx="8108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endParaRPr lang="de-DE" altLang="de-DE" sz="1800"/>
          </a:p>
        </p:txBody>
      </p:sp>
      <p:sp>
        <p:nvSpPr>
          <p:cNvPr id="104453" name="Text Box 4">
            <a:extLst>
              <a:ext uri="{FF2B5EF4-FFF2-40B4-BE49-F238E27FC236}">
                <a16:creationId xmlns:a16="http://schemas.microsoft.com/office/drawing/2014/main" id="{C197F6A6-43CD-41EB-8A98-CCE4B3DD41E4}"/>
              </a:ext>
            </a:extLst>
          </p:cNvPr>
          <p:cNvSpPr txBox="1">
            <a:spLocks noChangeArrowheads="1"/>
          </p:cNvSpPr>
          <p:nvPr/>
        </p:nvSpPr>
        <p:spPr bwMode="auto">
          <a:xfrm>
            <a:off x="650875" y="1643063"/>
            <a:ext cx="5781675" cy="31130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b="1">
                <a:latin typeface="Courier New" panose="02070309020205020404" pitchFamily="49" charset="0"/>
              </a:rPr>
              <a:t>int main(){</a:t>
            </a:r>
          </a:p>
          <a:p>
            <a:pPr eaLnBrk="1" hangingPunct="1">
              <a:spcBef>
                <a:spcPct val="0"/>
              </a:spcBef>
              <a:buFontTx/>
              <a:buNone/>
            </a:pPr>
            <a:r>
              <a:rPr lang="de-DE" altLang="de-DE" sz="1800" b="1">
                <a:latin typeface="Courier New" panose="02070309020205020404" pitchFamily="49" charset="0"/>
              </a:rPr>
              <a:t>     int folge[6] = {4,6,5,1,2,9};</a:t>
            </a:r>
          </a:p>
          <a:p>
            <a:pPr eaLnBrk="1" hangingPunct="1">
              <a:spcBef>
                <a:spcPct val="0"/>
              </a:spcBef>
              <a:buFontTx/>
              <a:buNone/>
            </a:pPr>
            <a:r>
              <a:rPr lang="de-DE" altLang="de-DE" sz="1800" b="1">
                <a:latin typeface="Courier New" panose="02070309020205020404" pitchFamily="49" charset="0"/>
              </a:rPr>
              <a:t>     int anzahl = 6;</a:t>
            </a:r>
          </a:p>
          <a:p>
            <a:pPr eaLnBrk="1" hangingPunct="1">
              <a:spcBef>
                <a:spcPct val="0"/>
              </a:spcBef>
              <a:buFontTx/>
              <a:buNone/>
            </a:pPr>
            <a:r>
              <a:rPr lang="de-DE" altLang="de-DE" sz="1800" b="1">
                <a:latin typeface="Courier New" panose="02070309020205020404" pitchFamily="49" charset="0"/>
              </a:rPr>
              <a:t>     int i;</a:t>
            </a:r>
          </a:p>
          <a:p>
            <a:pPr eaLnBrk="1" hangingPunct="1">
              <a:spcBef>
                <a:spcPct val="0"/>
              </a:spcBef>
              <a:buFontTx/>
              <a:buNone/>
            </a:pPr>
            <a:r>
              <a:rPr lang="de-DE" altLang="de-DE" sz="1800" b="1">
                <a:latin typeface="Courier New" panose="02070309020205020404" pitchFamily="49" charset="0"/>
              </a:rPr>
              <a:t>     bubblesort(folge, anzahl);</a:t>
            </a:r>
          </a:p>
          <a:p>
            <a:pPr eaLnBrk="1" hangingPunct="1">
              <a:spcBef>
                <a:spcPct val="0"/>
              </a:spcBef>
              <a:buFontTx/>
              <a:buNone/>
            </a:pPr>
            <a:r>
              <a:rPr lang="de-DE" altLang="de-DE" sz="1800" b="1">
                <a:latin typeface="Courier New" panose="02070309020205020404" pitchFamily="49" charset="0"/>
              </a:rPr>
              <a:t>     for (i=0; i&lt;anzahl; i=i+1) {</a:t>
            </a:r>
          </a:p>
          <a:p>
            <a:pPr eaLnBrk="1" hangingPunct="1">
              <a:spcBef>
                <a:spcPct val="0"/>
              </a:spcBef>
              <a:buFontTx/>
              <a:buNone/>
            </a:pPr>
            <a:r>
              <a:rPr lang="de-DE" altLang="de-DE" sz="1800" b="1">
                <a:latin typeface="Courier New" panose="02070309020205020404" pitchFamily="49" charset="0"/>
              </a:rPr>
              <a:t>          printf("Folge: %i\n",folge[i]);</a:t>
            </a:r>
          </a:p>
          <a:p>
            <a:pPr eaLnBrk="1" hangingPunct="1">
              <a:spcBef>
                <a:spcPct val="0"/>
              </a:spcBef>
              <a:buFontTx/>
              <a:buNone/>
            </a:pPr>
            <a:r>
              <a:rPr lang="de-DE" altLang="de-DE" sz="1800" b="1">
                <a:latin typeface="Courier New" panose="02070309020205020404" pitchFamily="49" charset="0"/>
              </a:rPr>
              <a:t>     }</a:t>
            </a:r>
          </a:p>
          <a:p>
            <a:pPr eaLnBrk="1" hangingPunct="1">
              <a:spcBef>
                <a:spcPct val="0"/>
              </a:spcBef>
              <a:buFontTx/>
              <a:buNone/>
            </a:pPr>
            <a:r>
              <a:rPr lang="de-DE" altLang="de-DE" sz="1800" b="1">
                <a:latin typeface="Courier New" panose="02070309020205020404" pitchFamily="49" charset="0"/>
              </a:rPr>
              <a:t>     return 0;</a:t>
            </a:r>
          </a:p>
          <a:p>
            <a:pPr eaLnBrk="1" hangingPunct="1">
              <a:spcBef>
                <a:spcPct val="0"/>
              </a:spcBef>
              <a:buFontTx/>
              <a:buNone/>
            </a:pPr>
            <a:r>
              <a:rPr lang="de-DE" altLang="de-DE" sz="1800" b="1">
                <a:latin typeface="Courier New" panose="02070309020205020404" pitchFamily="49" charset="0"/>
              </a:rPr>
              <a:t>    </a:t>
            </a:r>
          </a:p>
          <a:p>
            <a:pPr eaLnBrk="1" hangingPunct="1">
              <a:spcBef>
                <a:spcPct val="0"/>
              </a:spcBef>
              <a:buFontTx/>
              <a:buNone/>
            </a:pPr>
            <a:r>
              <a:rPr lang="de-DE" altLang="de-DE" sz="1800" b="1">
                <a:latin typeface="Courier New" panose="02070309020205020404" pitchFamily="49" charset="0"/>
              </a:rPr>
              <a:t>}</a:t>
            </a:r>
          </a:p>
        </p:txBody>
      </p:sp>
    </p:spTree>
    <p:extLst>
      <p:ext uri="{BB962C8B-B14F-4D97-AF65-F5344CB8AC3E}">
        <p14:creationId xmlns:p14="http://schemas.microsoft.com/office/powerpoint/2010/main" val="29447642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a:extLst>
              <a:ext uri="{FF2B5EF4-FFF2-40B4-BE49-F238E27FC236}">
                <a16:creationId xmlns:a16="http://schemas.microsoft.com/office/drawing/2014/main" id="{C235A4FD-6354-4E85-AE9D-10C184264ADE}"/>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r" eaLnBrk="1" hangingPunct="1">
              <a:spcBef>
                <a:spcPct val="0"/>
              </a:spcBef>
              <a:buFontTx/>
              <a:buNone/>
            </a:pPr>
            <a:fld id="{3E28F94F-89BD-4731-BE62-882C835AB7AD}" type="slidenum">
              <a:rPr lang="de-DE" altLang="de-DE" sz="1400"/>
              <a:pPr algn="r" eaLnBrk="1" hangingPunct="1">
                <a:spcBef>
                  <a:spcPct val="0"/>
                </a:spcBef>
                <a:buFontTx/>
                <a:buNone/>
              </a:pPr>
              <a:t>56</a:t>
            </a:fld>
            <a:endParaRPr lang="de-DE" altLang="de-DE" sz="1400"/>
          </a:p>
        </p:txBody>
      </p:sp>
      <p:sp>
        <p:nvSpPr>
          <p:cNvPr id="106499" name="Text Box 3">
            <a:extLst>
              <a:ext uri="{FF2B5EF4-FFF2-40B4-BE49-F238E27FC236}">
                <a16:creationId xmlns:a16="http://schemas.microsoft.com/office/drawing/2014/main" id="{0A09947F-0953-4FA5-994B-84E52A763046}"/>
              </a:ext>
            </a:extLst>
          </p:cNvPr>
          <p:cNvSpPr txBox="1">
            <a:spLocks noChangeArrowheads="1"/>
          </p:cNvSpPr>
          <p:nvPr/>
        </p:nvSpPr>
        <p:spPr bwMode="auto">
          <a:xfrm>
            <a:off x="304800" y="177800"/>
            <a:ext cx="822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eaLnBrk="1" hangingPunct="1">
              <a:spcBef>
                <a:spcPct val="0"/>
              </a:spcBef>
              <a:buFontTx/>
              <a:buNone/>
            </a:pPr>
            <a:r>
              <a:rPr lang="de-DE" altLang="de-DE" sz="3200" dirty="0">
                <a:latin typeface="Calibri" panose="020F0502020204030204" pitchFamily="34" charset="0"/>
                <a:cs typeface="Calibri" panose="020F0502020204030204" pitchFamily="34" charset="0"/>
              </a:rPr>
              <a:t>Sortierbeispiel: Hauptprogramm</a:t>
            </a:r>
          </a:p>
        </p:txBody>
      </p:sp>
      <p:sp>
        <p:nvSpPr>
          <p:cNvPr id="106500" name="Text Box 4">
            <a:extLst>
              <a:ext uri="{FF2B5EF4-FFF2-40B4-BE49-F238E27FC236}">
                <a16:creationId xmlns:a16="http://schemas.microsoft.com/office/drawing/2014/main" id="{48C5B379-5176-4C40-BF62-4598586BC37D}"/>
              </a:ext>
            </a:extLst>
          </p:cNvPr>
          <p:cNvSpPr txBox="1">
            <a:spLocks noChangeArrowheads="1"/>
          </p:cNvSpPr>
          <p:nvPr/>
        </p:nvSpPr>
        <p:spPr bwMode="auto">
          <a:xfrm>
            <a:off x="530225" y="1084263"/>
            <a:ext cx="8108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Clr>
                <a:srgbClr val="000000"/>
              </a:buClr>
              <a:buFont typeface="Times New Roman" panose="02020603050405020304" pitchFamily="18" charset="0"/>
              <a:buNone/>
            </a:pPr>
            <a:endParaRPr lang="de-DE" altLang="de-DE" sz="1800">
              <a:solidFill>
                <a:schemeClr val="bg1"/>
              </a:solidFill>
              <a:ea typeface="Arial Unicode MS" pitchFamily="34" charset="-128"/>
            </a:endParaRPr>
          </a:p>
        </p:txBody>
      </p:sp>
      <p:sp>
        <p:nvSpPr>
          <p:cNvPr id="106501" name="Text Box 5">
            <a:extLst>
              <a:ext uri="{FF2B5EF4-FFF2-40B4-BE49-F238E27FC236}">
                <a16:creationId xmlns:a16="http://schemas.microsoft.com/office/drawing/2014/main" id="{190495A2-65DB-4372-B5BD-87C81656F8F9}"/>
              </a:ext>
            </a:extLst>
          </p:cNvPr>
          <p:cNvSpPr txBox="1">
            <a:spLocks noChangeArrowheads="1"/>
          </p:cNvSpPr>
          <p:nvPr/>
        </p:nvSpPr>
        <p:spPr bwMode="auto">
          <a:xfrm>
            <a:off x="282575" y="928688"/>
            <a:ext cx="8769350" cy="5222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buFontTx/>
              <a:buNone/>
            </a:pPr>
            <a:r>
              <a:rPr lang="en-US" altLang="de-DE" sz="1400" b="1" dirty="0">
                <a:latin typeface="Courier New" panose="02070309020205020404" pitchFamily="49" charset="0"/>
                <a:cs typeface="Courier New" panose="02070309020205020404" pitchFamily="49" charset="0"/>
              </a:rPr>
              <a:t>	#include&lt;</a:t>
            </a:r>
            <a:r>
              <a:rPr lang="en-US" altLang="de-DE" sz="1400" b="1" dirty="0" err="1">
                <a:latin typeface="Courier New" panose="02070309020205020404" pitchFamily="49" charset="0"/>
                <a:cs typeface="Courier New" panose="02070309020205020404" pitchFamily="49" charset="0"/>
              </a:rPr>
              <a:t>stdio.h</a:t>
            </a:r>
            <a:r>
              <a:rPr lang="en-US" altLang="de-DE" sz="1400" b="1" dirty="0">
                <a:latin typeface="Courier New" panose="02070309020205020404" pitchFamily="49" charset="0"/>
                <a:cs typeface="Courier New" panose="02070309020205020404" pitchFamily="49" charset="0"/>
              </a:rPr>
              <a:t>&gt;</a:t>
            </a:r>
          </a:p>
          <a:p>
            <a:pPr>
              <a:buFontTx/>
              <a:buNone/>
            </a:pPr>
            <a:r>
              <a:rPr lang="en-US" altLang="de-DE" sz="1400" b="1" dirty="0">
                <a:latin typeface="Courier New" panose="02070309020205020404" pitchFamily="49" charset="0"/>
                <a:cs typeface="Courier New" panose="02070309020205020404" pitchFamily="49" charset="0"/>
              </a:rPr>
              <a:t>int main(){</a:t>
            </a:r>
          </a:p>
          <a:p>
            <a:pPr>
              <a:buFontTx/>
              <a:buNone/>
            </a:pPr>
            <a:r>
              <a:rPr lang="en-US" altLang="de-DE" sz="1400" b="1" dirty="0">
                <a:latin typeface="Courier New" panose="02070309020205020404" pitchFamily="49" charset="0"/>
                <a:cs typeface="Courier New" panose="02070309020205020404" pitchFamily="49" charset="0"/>
              </a:rPr>
              <a:t>  int </a:t>
            </a:r>
            <a:r>
              <a:rPr lang="en-US" altLang="de-DE" sz="1400" b="1" dirty="0" err="1">
                <a:latin typeface="Courier New" panose="02070309020205020404" pitchFamily="49" charset="0"/>
                <a:cs typeface="Courier New" panose="02070309020205020404" pitchFamily="49" charset="0"/>
              </a:rPr>
              <a:t>i</a:t>
            </a:r>
            <a:r>
              <a:rPr lang="en-US" altLang="de-DE" sz="1400" b="1" dirty="0">
                <a:latin typeface="Courier New" panose="02070309020205020404" pitchFamily="49" charset="0"/>
                <a:cs typeface="Courier New" panose="02070309020205020404" pitchFamily="49" charset="0"/>
              </a:rPr>
              <a:t>;</a:t>
            </a:r>
          </a:p>
          <a:p>
            <a:pPr>
              <a:buFontTx/>
              <a:buNone/>
            </a:pPr>
            <a:r>
              <a:rPr lang="en-US" altLang="de-DE" sz="1400" b="1" dirty="0">
                <a:latin typeface="Courier New" panose="02070309020205020404" pitchFamily="49" charset="0"/>
                <a:cs typeface="Courier New" panose="02070309020205020404" pitchFamily="49" charset="0"/>
              </a:rPr>
              <a:t>	  int </a:t>
            </a:r>
            <a:r>
              <a:rPr lang="en-US" altLang="de-DE" sz="1400" b="1" dirty="0" err="1">
                <a:latin typeface="Courier New" panose="02070309020205020404" pitchFamily="49" charset="0"/>
                <a:cs typeface="Courier New" panose="02070309020205020404" pitchFamily="49" charset="0"/>
              </a:rPr>
              <a:t>anz</a:t>
            </a:r>
            <a:r>
              <a:rPr lang="en-US" altLang="de-DE" sz="1400" b="1" dirty="0">
                <a:latin typeface="Courier New" panose="02070309020205020404" pitchFamily="49" charset="0"/>
                <a:cs typeface="Courier New" panose="02070309020205020404" pitchFamily="49" charset="0"/>
              </a:rPr>
              <a:t>=4;</a:t>
            </a:r>
          </a:p>
          <a:p>
            <a:pPr>
              <a:buFontTx/>
              <a:buNone/>
            </a:pPr>
            <a:r>
              <a:rPr lang="en-US" altLang="de-DE" sz="1400" b="1" dirty="0">
                <a:latin typeface="Courier New" panose="02070309020205020404" pitchFamily="49" charset="0"/>
                <a:cs typeface="Courier New" panose="02070309020205020404" pitchFamily="49" charset="0"/>
              </a:rPr>
              <a:t>	  char wort1[]="Irene";</a:t>
            </a:r>
          </a:p>
          <a:p>
            <a:pPr>
              <a:buFontTx/>
              <a:buNone/>
            </a:pPr>
            <a:r>
              <a:rPr lang="en-US" altLang="de-DE" sz="1400" b="1" dirty="0">
                <a:latin typeface="Courier New" panose="02070309020205020404" pitchFamily="49" charset="0"/>
                <a:cs typeface="Courier New" panose="02070309020205020404" pitchFamily="49" charset="0"/>
              </a:rPr>
              <a:t>	  char wort2[]="Hallo";</a:t>
            </a:r>
          </a:p>
          <a:p>
            <a:pPr>
              <a:buFontTx/>
              <a:buNone/>
            </a:pPr>
            <a:r>
              <a:rPr lang="en-US" altLang="de-DE" sz="1400" b="1" dirty="0">
                <a:latin typeface="Courier New" panose="02070309020205020404" pitchFamily="49" charset="0"/>
                <a:cs typeface="Courier New" panose="02070309020205020404" pitchFamily="49" charset="0"/>
              </a:rPr>
              <a:t>	  char wort3[]="Test";</a:t>
            </a:r>
          </a:p>
          <a:p>
            <a:pPr>
              <a:buFontTx/>
              <a:buNone/>
            </a:pPr>
            <a:r>
              <a:rPr lang="en-US" altLang="de-DE" sz="1400" b="1" dirty="0">
                <a:latin typeface="Courier New" panose="02070309020205020404" pitchFamily="49" charset="0"/>
                <a:cs typeface="Courier New" panose="02070309020205020404" pitchFamily="49" charset="0"/>
              </a:rPr>
              <a:t>	  char wort4[]="</a:t>
            </a:r>
            <a:r>
              <a:rPr lang="en-US" altLang="de-DE" sz="1400" b="1" dirty="0" err="1">
                <a:latin typeface="Courier New" panose="02070309020205020404" pitchFamily="49" charset="0"/>
                <a:cs typeface="Courier New" panose="02070309020205020404" pitchFamily="49" charset="0"/>
              </a:rPr>
              <a:t>abc</a:t>
            </a:r>
            <a:r>
              <a:rPr lang="en-US" altLang="de-DE" sz="1400" b="1" dirty="0">
                <a:latin typeface="Courier New" panose="02070309020205020404" pitchFamily="49" charset="0"/>
                <a:cs typeface="Courier New" panose="02070309020205020404" pitchFamily="49" charset="0"/>
              </a:rPr>
              <a:t>";</a:t>
            </a:r>
          </a:p>
          <a:p>
            <a:pPr>
              <a:buFontTx/>
              <a:buNone/>
            </a:pP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Zeigerfeld</a:t>
            </a:r>
            <a:endParaRPr lang="en-US" altLang="de-DE" sz="1400" b="1" dirty="0">
              <a:latin typeface="Courier New" panose="02070309020205020404" pitchFamily="49" charset="0"/>
              <a:cs typeface="Courier New" panose="02070309020205020404" pitchFamily="49" charset="0"/>
            </a:endParaRPr>
          </a:p>
          <a:p>
            <a:pPr>
              <a:buFontTx/>
              <a:buNone/>
            </a:pPr>
            <a:r>
              <a:rPr lang="en-US" altLang="de-DE" sz="1400" b="1" dirty="0">
                <a:latin typeface="Courier New" panose="02070309020205020404" pitchFamily="49" charset="0"/>
                <a:cs typeface="Courier New" panose="02070309020205020404" pitchFamily="49" charset="0"/>
              </a:rPr>
              <a:t>	  char *</a:t>
            </a:r>
            <a:r>
              <a:rPr lang="en-US" altLang="de-DE" sz="1400" b="1" dirty="0" err="1">
                <a:latin typeface="Courier New" panose="02070309020205020404" pitchFamily="49" charset="0"/>
                <a:cs typeface="Courier New" panose="02070309020205020404" pitchFamily="49" charset="0"/>
              </a:rPr>
              <a:t>sortierfeld</a:t>
            </a:r>
            <a:r>
              <a:rPr lang="en-US" altLang="de-DE" sz="1400" b="1" dirty="0">
                <a:latin typeface="Courier New" panose="02070309020205020404" pitchFamily="49" charset="0"/>
                <a:cs typeface="Courier New" panose="02070309020205020404" pitchFamily="49" charset="0"/>
              </a:rPr>
              <a:t>[4];</a:t>
            </a:r>
          </a:p>
          <a:p>
            <a:pPr>
              <a:buFontTx/>
              <a:buNone/>
            </a:pP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Zuweisung</a:t>
            </a:r>
            <a:r>
              <a:rPr lang="en-US" altLang="de-DE" sz="1400" b="1" dirty="0">
                <a:latin typeface="Courier New" panose="02070309020205020404" pitchFamily="49" charset="0"/>
                <a:cs typeface="Courier New" panose="02070309020205020404" pitchFamily="49" charset="0"/>
              </a:rPr>
              <a:t> der </a:t>
            </a:r>
            <a:r>
              <a:rPr lang="en-US" altLang="de-DE" sz="1400" b="1" dirty="0" err="1">
                <a:latin typeface="Courier New" panose="02070309020205020404" pitchFamily="49" charset="0"/>
                <a:cs typeface="Courier New" panose="02070309020205020404" pitchFamily="49" charset="0"/>
              </a:rPr>
              <a:t>Wörter</a:t>
            </a: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aufs</a:t>
            </a: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Zeigerfeld</a:t>
            </a:r>
            <a:endParaRPr lang="en-US" altLang="de-DE" sz="1400" b="1" dirty="0">
              <a:latin typeface="Courier New" panose="02070309020205020404" pitchFamily="49" charset="0"/>
              <a:cs typeface="Courier New" panose="02070309020205020404" pitchFamily="49" charset="0"/>
            </a:endParaRPr>
          </a:p>
          <a:p>
            <a:pPr>
              <a:buFontTx/>
              <a:buNone/>
            </a:pP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sortierfeld</a:t>
            </a:r>
            <a:r>
              <a:rPr lang="en-US" altLang="de-DE" sz="1400" b="1" dirty="0">
                <a:latin typeface="Courier New" panose="02070309020205020404" pitchFamily="49" charset="0"/>
                <a:cs typeface="Courier New" panose="02070309020205020404" pitchFamily="49" charset="0"/>
              </a:rPr>
              <a:t>[0]=wort1;</a:t>
            </a:r>
          </a:p>
          <a:p>
            <a:pPr>
              <a:buFontTx/>
              <a:buNone/>
            </a:pP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sortierfeld</a:t>
            </a:r>
            <a:r>
              <a:rPr lang="en-US" altLang="de-DE" sz="1400" b="1" dirty="0">
                <a:latin typeface="Courier New" panose="02070309020205020404" pitchFamily="49" charset="0"/>
                <a:cs typeface="Courier New" panose="02070309020205020404" pitchFamily="49" charset="0"/>
              </a:rPr>
              <a:t>[1]=wort2;</a:t>
            </a:r>
          </a:p>
          <a:p>
            <a:pPr>
              <a:buFontTx/>
              <a:buNone/>
            </a:pP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sortierfeld</a:t>
            </a:r>
            <a:r>
              <a:rPr lang="en-US" altLang="de-DE" sz="1400" b="1" dirty="0">
                <a:latin typeface="Courier New" panose="02070309020205020404" pitchFamily="49" charset="0"/>
                <a:cs typeface="Courier New" panose="02070309020205020404" pitchFamily="49" charset="0"/>
              </a:rPr>
              <a:t>[2]=wort3;</a:t>
            </a:r>
          </a:p>
          <a:p>
            <a:pPr>
              <a:buFontTx/>
              <a:buNone/>
            </a:pP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sortierfeld</a:t>
            </a:r>
            <a:r>
              <a:rPr lang="en-US" altLang="de-DE" sz="1400" b="1" dirty="0">
                <a:latin typeface="Courier New" panose="02070309020205020404" pitchFamily="49" charset="0"/>
                <a:cs typeface="Courier New" panose="02070309020205020404" pitchFamily="49" charset="0"/>
              </a:rPr>
              <a:t>[3]=wort4;</a:t>
            </a:r>
          </a:p>
          <a:p>
            <a:pPr>
              <a:buFontTx/>
              <a:buNone/>
            </a:pPr>
            <a:endParaRPr lang="en-US" altLang="de-DE" sz="1400" b="1" dirty="0">
              <a:latin typeface="Courier New" panose="02070309020205020404" pitchFamily="49" charset="0"/>
              <a:cs typeface="Courier New" panose="02070309020205020404" pitchFamily="49" charset="0"/>
            </a:endParaRPr>
          </a:p>
          <a:p>
            <a:pPr>
              <a:buFontTx/>
              <a:buNone/>
            </a:pPr>
            <a:r>
              <a:rPr lang="en-US" altLang="de-DE" sz="1400" b="1" dirty="0">
                <a:latin typeface="Courier New" panose="02070309020205020404" pitchFamily="49" charset="0"/>
                <a:cs typeface="Courier New" panose="02070309020205020404" pitchFamily="49" charset="0"/>
              </a:rPr>
              <a:t>	  </a:t>
            </a:r>
            <a:r>
              <a:rPr lang="en-US" altLang="de-DE" sz="1400" b="1" dirty="0" err="1">
                <a:latin typeface="Courier New" panose="02070309020205020404" pitchFamily="49" charset="0"/>
                <a:cs typeface="Courier New" panose="02070309020205020404" pitchFamily="49" charset="0"/>
              </a:rPr>
              <a:t>bubblesort</a:t>
            </a:r>
            <a:r>
              <a:rPr lang="en-US" altLang="de-DE" sz="1400" b="1" dirty="0">
                <a:latin typeface="Courier New" panose="02070309020205020404" pitchFamily="49" charset="0"/>
                <a:cs typeface="Courier New" panose="02070309020205020404" pitchFamily="49" charset="0"/>
              </a:rPr>
              <a:t>(sortierfeld,4);</a:t>
            </a:r>
          </a:p>
          <a:p>
            <a:pPr>
              <a:buFontTx/>
              <a:buNone/>
            </a:pPr>
            <a:endParaRPr lang="en-US" altLang="de-DE" sz="1400" b="1" dirty="0">
              <a:latin typeface="Courier New" panose="02070309020205020404" pitchFamily="49" charset="0"/>
              <a:cs typeface="Courier New" panose="02070309020205020404" pitchFamily="49" charset="0"/>
            </a:endParaRPr>
          </a:p>
          <a:p>
            <a:pPr>
              <a:buFontTx/>
              <a:buNone/>
            </a:pPr>
            <a:r>
              <a:rPr lang="en-US" altLang="de-DE" sz="1400" b="1" dirty="0">
                <a:latin typeface="Courier New" panose="02070309020205020404" pitchFamily="49" charset="0"/>
                <a:cs typeface="Courier New" panose="02070309020205020404" pitchFamily="49" charset="0"/>
              </a:rPr>
              <a:t>  return 0;</a:t>
            </a:r>
          </a:p>
          <a:p>
            <a:pPr>
              <a:buFontTx/>
              <a:buNone/>
            </a:pPr>
            <a:r>
              <a:rPr lang="en-US" altLang="de-DE"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178639415"/>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a:extLst>
              <a:ext uri="{FF2B5EF4-FFF2-40B4-BE49-F238E27FC236}">
                <a16:creationId xmlns:a16="http://schemas.microsoft.com/office/drawing/2014/main" id="{1F58294F-686D-4D91-9256-DF0C08DE099C}"/>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r" eaLnBrk="1" hangingPunct="1">
              <a:spcBef>
                <a:spcPct val="0"/>
              </a:spcBef>
              <a:buFontTx/>
              <a:buNone/>
            </a:pPr>
            <a:fld id="{81977C70-0C90-4A4C-8BA1-5E41BB9277FC}" type="slidenum">
              <a:rPr lang="de-DE" altLang="de-DE" sz="1400"/>
              <a:pPr algn="r" eaLnBrk="1" hangingPunct="1">
                <a:spcBef>
                  <a:spcPct val="0"/>
                </a:spcBef>
                <a:buFontTx/>
                <a:buNone/>
              </a:pPr>
              <a:t>57</a:t>
            </a:fld>
            <a:endParaRPr lang="de-DE" altLang="de-DE" sz="1400"/>
          </a:p>
        </p:txBody>
      </p:sp>
      <p:sp>
        <p:nvSpPr>
          <p:cNvPr id="108547" name="Text Box 3">
            <a:extLst>
              <a:ext uri="{FF2B5EF4-FFF2-40B4-BE49-F238E27FC236}">
                <a16:creationId xmlns:a16="http://schemas.microsoft.com/office/drawing/2014/main" id="{823138C3-7D2F-4087-B992-22855378FA8E}"/>
              </a:ext>
            </a:extLst>
          </p:cNvPr>
          <p:cNvSpPr txBox="1">
            <a:spLocks noChangeArrowheads="1"/>
          </p:cNvSpPr>
          <p:nvPr/>
        </p:nvSpPr>
        <p:spPr bwMode="auto">
          <a:xfrm>
            <a:off x="304800" y="177800"/>
            <a:ext cx="822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eaLnBrk="1" hangingPunct="1">
              <a:spcBef>
                <a:spcPct val="0"/>
              </a:spcBef>
              <a:buFontTx/>
              <a:buNone/>
            </a:pPr>
            <a:r>
              <a:rPr lang="de-DE" altLang="de-DE" sz="3200" dirty="0">
                <a:latin typeface="Calibri" panose="020F0502020204030204" pitchFamily="34" charset="0"/>
                <a:cs typeface="Calibri" panose="020F0502020204030204" pitchFamily="34" charset="0"/>
              </a:rPr>
              <a:t>Sortierbeispiel: veränderter </a:t>
            </a:r>
            <a:r>
              <a:rPr lang="de-DE" altLang="de-DE" sz="3200" dirty="0" err="1">
                <a:latin typeface="Calibri" panose="020F0502020204030204" pitchFamily="34" charset="0"/>
                <a:cs typeface="Calibri" panose="020F0502020204030204" pitchFamily="34" charset="0"/>
              </a:rPr>
              <a:t>Bubblesort</a:t>
            </a:r>
            <a:endParaRPr lang="de-DE" altLang="de-DE" sz="3200" dirty="0">
              <a:latin typeface="Calibri" panose="020F0502020204030204" pitchFamily="34" charset="0"/>
              <a:cs typeface="Calibri" panose="020F0502020204030204" pitchFamily="34" charset="0"/>
            </a:endParaRPr>
          </a:p>
        </p:txBody>
      </p:sp>
      <p:sp>
        <p:nvSpPr>
          <p:cNvPr id="108548" name="Text Box 4">
            <a:extLst>
              <a:ext uri="{FF2B5EF4-FFF2-40B4-BE49-F238E27FC236}">
                <a16:creationId xmlns:a16="http://schemas.microsoft.com/office/drawing/2014/main" id="{4CD8EA11-B0D3-4F48-AC28-F7CD6AC5F0BF}"/>
              </a:ext>
            </a:extLst>
          </p:cNvPr>
          <p:cNvSpPr txBox="1">
            <a:spLocks noChangeArrowheads="1"/>
          </p:cNvSpPr>
          <p:nvPr/>
        </p:nvSpPr>
        <p:spPr bwMode="auto">
          <a:xfrm>
            <a:off x="530225" y="1084263"/>
            <a:ext cx="8108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Clr>
                <a:srgbClr val="000000"/>
              </a:buClr>
              <a:buFont typeface="Times New Roman" panose="02020603050405020304" pitchFamily="18" charset="0"/>
              <a:buNone/>
            </a:pPr>
            <a:endParaRPr lang="de-DE" altLang="de-DE" sz="1800">
              <a:solidFill>
                <a:schemeClr val="bg1"/>
              </a:solidFill>
              <a:ea typeface="Arial Unicode MS" pitchFamily="34" charset="-128"/>
            </a:endParaRPr>
          </a:p>
        </p:txBody>
      </p:sp>
      <p:sp>
        <p:nvSpPr>
          <p:cNvPr id="108549" name="Text Box 5">
            <a:extLst>
              <a:ext uri="{FF2B5EF4-FFF2-40B4-BE49-F238E27FC236}">
                <a16:creationId xmlns:a16="http://schemas.microsoft.com/office/drawing/2014/main" id="{51EC5262-2044-4AC7-B7FB-06B56880F194}"/>
              </a:ext>
            </a:extLst>
          </p:cNvPr>
          <p:cNvSpPr txBox="1">
            <a:spLocks noChangeArrowheads="1"/>
          </p:cNvSpPr>
          <p:nvPr/>
        </p:nvSpPr>
        <p:spPr bwMode="auto">
          <a:xfrm>
            <a:off x="160338" y="835025"/>
            <a:ext cx="8848725" cy="514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buFontTx/>
              <a:buNone/>
            </a:pPr>
            <a:r>
              <a:rPr lang="en-US" altLang="de-DE" sz="1400" b="1" dirty="0">
                <a:latin typeface="Courier New" panose="02070309020205020404" pitchFamily="49" charset="0"/>
                <a:cs typeface="Courier New" panose="02070309020205020404" pitchFamily="49" charset="0"/>
              </a:rPr>
              <a:t>	</a:t>
            </a:r>
            <a:r>
              <a:rPr lang="en-US" altLang="de-DE" sz="1200" b="1" dirty="0">
                <a:latin typeface="Courier New" panose="02070309020205020404" pitchFamily="49" charset="0"/>
                <a:cs typeface="Courier New" panose="02070309020205020404" pitchFamily="49" charset="0"/>
              </a:rPr>
              <a:t>void </a:t>
            </a:r>
            <a:r>
              <a:rPr lang="en-US" altLang="de-DE" sz="1200" b="1" dirty="0" err="1">
                <a:latin typeface="Courier New" panose="02070309020205020404" pitchFamily="49" charset="0"/>
                <a:cs typeface="Courier New" panose="02070309020205020404" pitchFamily="49" charset="0"/>
              </a:rPr>
              <a:t>bubblesort</a:t>
            </a:r>
            <a:r>
              <a:rPr lang="en-US" altLang="de-DE" sz="1200" b="1" dirty="0">
                <a:latin typeface="Courier New" panose="02070309020205020404" pitchFamily="49" charset="0"/>
                <a:cs typeface="Courier New" panose="02070309020205020404" pitchFamily="49" charset="0"/>
              </a:rPr>
              <a:t> (char </a:t>
            </a:r>
            <a:r>
              <a:rPr lang="en-US" altLang="de-DE" sz="1200" b="1" dirty="0">
                <a:solidFill>
                  <a:srgbClr val="FF0000"/>
                </a:solidFill>
                <a:latin typeface="Courier New" panose="02070309020205020404" pitchFamily="49" charset="0"/>
                <a:cs typeface="Courier New" panose="02070309020205020404" pitchFamily="49" charset="0"/>
              </a:rPr>
              <a:t>*</a:t>
            </a:r>
            <a:r>
              <a:rPr lang="en-US" altLang="de-DE" sz="1200" b="1" dirty="0">
                <a:latin typeface="Courier New" panose="02070309020205020404" pitchFamily="49" charset="0"/>
                <a:cs typeface="Courier New" panose="02070309020205020404" pitchFamily="49" charset="0"/>
              </a:rPr>
              <a:t>f[], int </a:t>
            </a:r>
            <a:r>
              <a:rPr lang="en-US" altLang="de-DE" sz="1200" b="1" dirty="0" err="1">
                <a:latin typeface="Courier New" panose="02070309020205020404" pitchFamily="49" charset="0"/>
                <a:cs typeface="Courier New" panose="02070309020205020404" pitchFamily="49" charset="0"/>
              </a:rPr>
              <a:t>anz</a:t>
            </a: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int </a:t>
            </a:r>
            <a:r>
              <a:rPr lang="en-US" altLang="de-DE" sz="1200" b="1" dirty="0" err="1">
                <a:latin typeface="Courier New" panose="02070309020205020404" pitchFamily="49" charset="0"/>
                <a:cs typeface="Courier New" panose="02070309020205020404" pitchFamily="49" charset="0"/>
              </a:rPr>
              <a:t>i,j,sortiert</a:t>
            </a:r>
            <a:r>
              <a:rPr lang="en-US" altLang="de-DE" sz="1200" b="1" dirty="0">
                <a:latin typeface="Courier New" panose="02070309020205020404" pitchFamily="49" charset="0"/>
                <a:cs typeface="Courier New" panose="02070309020205020404" pitchFamily="49" charset="0"/>
              </a:rPr>
              <a:t>=0;</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a:solidFill>
                  <a:srgbClr val="FF0000"/>
                </a:solidFill>
                <a:latin typeface="Courier New" panose="02070309020205020404" pitchFamily="49" charset="0"/>
                <a:cs typeface="Courier New" panose="02070309020205020404" pitchFamily="49" charset="0"/>
              </a:rPr>
              <a:t>char *</a:t>
            </a:r>
            <a:r>
              <a:rPr lang="en-US" altLang="de-DE" sz="1200" b="1" dirty="0" err="1">
                <a:solidFill>
                  <a:srgbClr val="FF0000"/>
                </a:solidFill>
                <a:latin typeface="Courier New" panose="02070309020205020404" pitchFamily="49" charset="0"/>
                <a:cs typeface="Courier New" panose="02070309020205020404" pitchFamily="49" charset="0"/>
              </a:rPr>
              <a:t>hilfe</a:t>
            </a:r>
            <a:r>
              <a:rPr lang="en-US" altLang="de-DE" sz="1200" b="1" dirty="0">
                <a:latin typeface="Courier New" panose="02070309020205020404" pitchFamily="49" charset="0"/>
                <a:cs typeface="Courier New" panose="02070309020205020404" pitchFamily="49" charset="0"/>
              </a:rPr>
              <a:t>;//muss </a:t>
            </a:r>
            <a:r>
              <a:rPr lang="en-US" altLang="de-DE" sz="1200" b="1" dirty="0" err="1">
                <a:latin typeface="Courier New" panose="02070309020205020404" pitchFamily="49" charset="0"/>
                <a:cs typeface="Courier New" panose="02070309020205020404" pitchFamily="49" charset="0"/>
              </a:rPr>
              <a:t>jetzt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eine</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Adresse</a:t>
            </a:r>
            <a:r>
              <a:rPr lang="en-US" altLang="de-DE" sz="1200" b="1" dirty="0">
                <a:latin typeface="Courier New" panose="02070309020205020404" pitchFamily="49" charset="0"/>
                <a:cs typeface="Courier New" panose="02070309020205020404" pitchFamily="49" charset="0"/>
              </a:rPr>
              <a:t> sein, da </a:t>
            </a:r>
            <a:r>
              <a:rPr lang="en-US" altLang="de-DE" sz="1200" b="1" dirty="0" err="1">
                <a:latin typeface="Courier New" panose="02070309020205020404" pitchFamily="49" charset="0"/>
                <a:cs typeface="Courier New" panose="02070309020205020404" pitchFamily="49" charset="0"/>
              </a:rPr>
              <a:t>Adressen</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getauscht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werden</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sollen</a:t>
            </a:r>
            <a:endParaRPr lang="en-US" altLang="de-DE" sz="1200" b="1" dirty="0">
              <a:latin typeface="Courier New" panose="02070309020205020404" pitchFamily="49" charset="0"/>
              <a:cs typeface="Courier New" panose="02070309020205020404" pitchFamily="49" charset="0"/>
            </a:endParaRPr>
          </a:p>
          <a:p>
            <a:pPr>
              <a:buFontTx/>
              <a:buNone/>
            </a:pPr>
            <a:r>
              <a:rPr lang="en-US" altLang="de-DE" sz="1200" b="1" dirty="0">
                <a:latin typeface="Courier New" panose="02070309020205020404" pitchFamily="49" charset="0"/>
                <a:cs typeface="Courier New" panose="02070309020205020404" pitchFamily="49" charset="0"/>
              </a:rPr>
              <a:t>     for (</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=0;i&lt;</a:t>
            </a:r>
            <a:r>
              <a:rPr lang="en-US" altLang="de-DE" sz="1200" b="1" dirty="0" err="1">
                <a:latin typeface="Courier New" panose="02070309020205020404" pitchFamily="49" charset="0"/>
                <a:cs typeface="Courier New" panose="02070309020205020404" pitchFamily="49" charset="0"/>
              </a:rPr>
              <a:t>anz;i</a:t>
            </a:r>
            <a:r>
              <a:rPr lang="en-US" altLang="de-DE" sz="1200" b="1" dirty="0">
                <a:latin typeface="Courier New" panose="02070309020205020404" pitchFamily="49" charset="0"/>
                <a:cs typeface="Courier New" panose="02070309020205020404" pitchFamily="49" charset="0"/>
              </a:rPr>
              <a:t>=i+1) {</a:t>
            </a:r>
          </a:p>
          <a:p>
            <a:pPr>
              <a:buFontTx/>
              <a:buNone/>
            </a:pPr>
            <a:r>
              <a:rPr lang="en-US" altLang="de-DE" sz="1200" b="1" dirty="0">
                <a:latin typeface="Courier New" panose="02070309020205020404" pitchFamily="49" charset="0"/>
                <a:cs typeface="Courier New" panose="02070309020205020404" pitchFamily="49" charset="0"/>
              </a:rPr>
              <a:t>        if (</a:t>
            </a:r>
            <a:r>
              <a:rPr lang="en-US" altLang="de-DE" sz="1200" b="1" dirty="0" err="1">
                <a:latin typeface="Courier New" panose="02070309020205020404" pitchFamily="49" charset="0"/>
                <a:cs typeface="Courier New" panose="02070309020205020404" pitchFamily="49" charset="0"/>
              </a:rPr>
              <a:t>sortiert</a:t>
            </a:r>
            <a:r>
              <a:rPr lang="en-US" altLang="de-DE" sz="1200" b="1" dirty="0">
                <a:latin typeface="Courier New" panose="02070309020205020404" pitchFamily="49" charset="0"/>
                <a:cs typeface="Courier New" panose="02070309020205020404" pitchFamily="49" charset="0"/>
              </a:rPr>
              <a:t> == 0) {</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Annahme</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dass</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Folge</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sortiert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ist</a:t>
            </a:r>
            <a:endParaRPr lang="en-US" altLang="de-DE" sz="1200" b="1" dirty="0">
              <a:latin typeface="Courier New" panose="02070309020205020404" pitchFamily="49" charset="0"/>
              <a:cs typeface="Courier New" panose="02070309020205020404" pitchFamily="49" charset="0"/>
            </a:endParaRP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sortiert</a:t>
            </a:r>
            <a:r>
              <a:rPr lang="en-US" altLang="de-DE" sz="1200" b="1" dirty="0">
                <a:latin typeface="Courier New" panose="02070309020205020404" pitchFamily="49" charset="0"/>
                <a:cs typeface="Courier New" panose="02070309020205020404" pitchFamily="49" charset="0"/>
              </a:rPr>
              <a:t> = 1; </a:t>
            </a:r>
          </a:p>
          <a:p>
            <a:pPr>
              <a:buFontTx/>
              <a:buNone/>
            </a:pPr>
            <a:r>
              <a:rPr lang="en-US" altLang="de-DE" sz="1200" b="1" dirty="0">
                <a:latin typeface="Courier New" panose="02070309020205020404" pitchFamily="49" charset="0"/>
                <a:cs typeface="Courier New" panose="02070309020205020404" pitchFamily="49" charset="0"/>
              </a:rPr>
              <a:t>            for (j=0;j&lt;anz-1;j=j+1){</a:t>
            </a:r>
          </a:p>
          <a:p>
            <a:pPr>
              <a:buFontTx/>
              <a:buNone/>
            </a:pPr>
            <a:r>
              <a:rPr lang="en-US" altLang="de-DE" sz="1200" b="1" dirty="0">
                <a:latin typeface="Courier New" panose="02070309020205020404" pitchFamily="49" charset="0"/>
                <a:cs typeface="Courier New" panose="02070309020205020404" pitchFamily="49" charset="0"/>
              </a:rPr>
              <a:t>               //Test, </a:t>
            </a:r>
            <a:r>
              <a:rPr lang="en-US" altLang="de-DE" sz="1200" b="1" dirty="0" err="1">
                <a:latin typeface="Courier New" panose="02070309020205020404" pitchFamily="49" charset="0"/>
                <a:cs typeface="Courier New" panose="02070309020205020404" pitchFamily="49" charset="0"/>
              </a:rPr>
              <a:t>ob</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getauscht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werden</a:t>
            </a:r>
            <a:r>
              <a:rPr lang="en-US" altLang="de-DE" sz="1200" b="1" dirty="0">
                <a:latin typeface="Courier New" panose="02070309020205020404" pitchFamily="49" charset="0"/>
                <a:cs typeface="Courier New" panose="02070309020205020404" pitchFamily="49" charset="0"/>
              </a:rPr>
              <a:t> muss </a:t>
            </a:r>
            <a:r>
              <a:rPr lang="en-US" altLang="de-DE" sz="1200" b="1" dirty="0" err="1">
                <a:latin typeface="Courier New" panose="02070309020205020404" pitchFamily="49" charset="0"/>
                <a:cs typeface="Courier New" panose="02070309020205020404" pitchFamily="49" charset="0"/>
              </a:rPr>
              <a:t>abhängig</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vom</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Inhalt</a:t>
            </a:r>
            <a:r>
              <a:rPr lang="en-US" altLang="de-DE" sz="1200" b="1" dirty="0">
                <a:latin typeface="Courier New" panose="02070309020205020404" pitchFamily="49" charset="0"/>
                <a:cs typeface="Courier New" panose="02070309020205020404" pitchFamily="49" charset="0"/>
              </a:rPr>
              <a:t> der </a:t>
            </a:r>
            <a:r>
              <a:rPr lang="en-US" altLang="de-DE" sz="1200" b="1" dirty="0" err="1">
                <a:latin typeface="Courier New" panose="02070309020205020404" pitchFamily="49" charset="0"/>
                <a:cs typeface="Courier New" panose="02070309020205020404" pitchFamily="49" charset="0"/>
              </a:rPr>
              <a:t>Adresse</a:t>
            </a: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if (</a:t>
            </a:r>
            <a:r>
              <a:rPr lang="en-US" altLang="de-DE" sz="1200" b="1" dirty="0">
                <a:solidFill>
                  <a:srgbClr val="FF0000"/>
                </a:solidFill>
                <a:latin typeface="Courier New" panose="02070309020205020404" pitchFamily="49" charset="0"/>
                <a:cs typeface="Courier New" panose="02070309020205020404" pitchFamily="49" charset="0"/>
              </a:rPr>
              <a:t>*</a:t>
            </a:r>
            <a:r>
              <a:rPr lang="en-US" altLang="de-DE" sz="1200" b="1" dirty="0">
                <a:latin typeface="Courier New" panose="02070309020205020404" pitchFamily="49" charset="0"/>
                <a:cs typeface="Courier New" panose="02070309020205020404" pitchFamily="49" charset="0"/>
              </a:rPr>
              <a:t>f[j] &gt; </a:t>
            </a:r>
            <a:r>
              <a:rPr lang="en-US" altLang="de-DE" sz="1200" b="1" dirty="0">
                <a:solidFill>
                  <a:srgbClr val="FF0000"/>
                </a:solidFill>
                <a:latin typeface="Courier New" panose="02070309020205020404" pitchFamily="49" charset="0"/>
                <a:cs typeface="Courier New" panose="02070309020205020404" pitchFamily="49" charset="0"/>
              </a:rPr>
              <a:t>*</a:t>
            </a:r>
            <a:r>
              <a:rPr lang="en-US" altLang="de-DE" sz="1200" b="1" dirty="0">
                <a:latin typeface="Courier New" panose="02070309020205020404" pitchFamily="49" charset="0"/>
                <a:cs typeface="Courier New" panose="02070309020205020404" pitchFamily="49" charset="0"/>
              </a:rPr>
              <a:t>f[j+1]) { //ACHTUNG: </a:t>
            </a:r>
            <a:r>
              <a:rPr lang="en-US" altLang="de-DE" sz="1200" b="1" dirty="0" err="1">
                <a:latin typeface="Courier New" panose="02070309020205020404" pitchFamily="49" charset="0"/>
                <a:cs typeface="Courier New" panose="02070309020205020404" pitchFamily="49" charset="0"/>
              </a:rPr>
              <a:t>geht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nur</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wenn</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Anfangsbuchstaben</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verschieden</a:t>
            </a:r>
            <a:endParaRPr lang="en-US" altLang="de-DE" sz="1200" b="1" dirty="0">
              <a:latin typeface="Courier New" panose="02070309020205020404" pitchFamily="49" charset="0"/>
              <a:cs typeface="Courier New" panose="02070309020205020404" pitchFamily="49" charset="0"/>
            </a:endParaRP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Vertauschung</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notwendig</a:t>
            </a:r>
            <a:endParaRPr lang="en-US" altLang="de-DE" sz="1200" b="1" dirty="0">
              <a:latin typeface="Courier New" panose="02070309020205020404" pitchFamily="49" charset="0"/>
              <a:cs typeface="Courier New" panose="02070309020205020404" pitchFamily="49" charset="0"/>
            </a:endParaRP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hier</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werden</a:t>
            </a:r>
            <a:r>
              <a:rPr lang="en-US" altLang="de-DE" sz="1200" b="1" dirty="0">
                <a:latin typeface="Courier New" panose="02070309020205020404" pitchFamily="49" charset="0"/>
                <a:cs typeface="Courier New" panose="02070309020205020404" pitchFamily="49" charset="0"/>
              </a:rPr>
              <a:t> die </a:t>
            </a:r>
            <a:r>
              <a:rPr lang="en-US" altLang="de-DE" sz="1200" b="1" dirty="0" err="1">
                <a:latin typeface="Courier New" panose="02070309020205020404" pitchFamily="49" charset="0"/>
                <a:cs typeface="Courier New" panose="02070309020205020404" pitchFamily="49" charset="0"/>
              </a:rPr>
              <a:t>Adressen</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getauscht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wenn</a:t>
            </a:r>
            <a:r>
              <a:rPr lang="en-US" altLang="de-DE" sz="1200" b="1" dirty="0">
                <a:latin typeface="Courier New" panose="02070309020205020404" pitchFamily="49" charset="0"/>
                <a:cs typeface="Courier New" panose="02070309020205020404" pitchFamily="49" charset="0"/>
              </a:rPr>
              <a:t> der </a:t>
            </a:r>
            <a:r>
              <a:rPr lang="en-US" altLang="de-DE" sz="1200" b="1" dirty="0" err="1">
                <a:latin typeface="Courier New" panose="02070309020205020404" pitchFamily="49" charset="0"/>
                <a:cs typeface="Courier New" panose="02070309020205020404" pitchFamily="49" charset="0"/>
              </a:rPr>
              <a:t>Inhalt</a:t>
            </a:r>
            <a:r>
              <a:rPr lang="en-US" altLang="de-DE" sz="1200" b="1" dirty="0">
                <a:latin typeface="Courier New" panose="02070309020205020404" pitchFamily="49" charset="0"/>
                <a:cs typeface="Courier New" panose="02070309020205020404" pitchFamily="49" charset="0"/>
              </a:rPr>
              <a:t> der </a:t>
            </a:r>
            <a:r>
              <a:rPr lang="en-US" altLang="de-DE" sz="1200" b="1" dirty="0" err="1">
                <a:latin typeface="Courier New" panose="02070309020205020404" pitchFamily="49" charset="0"/>
                <a:cs typeface="Courier New" panose="02070309020205020404" pitchFamily="49" charset="0"/>
              </a:rPr>
              <a:t>Adressen</a:t>
            </a:r>
            <a:r>
              <a:rPr lang="en-US" altLang="de-DE" sz="1200" b="1" dirty="0">
                <a:latin typeface="Courier New" panose="02070309020205020404" pitchFamily="49" charset="0"/>
                <a:cs typeface="Courier New" panose="02070309020205020404" pitchFamily="49" charset="0"/>
              </a:rPr>
              <a:t> das </a:t>
            </a:r>
            <a:br>
              <a:rPr lang="en-US" altLang="de-DE" sz="1200" b="1" dirty="0">
                <a:latin typeface="Courier New" panose="02070309020205020404" pitchFamily="49" charset="0"/>
                <a:cs typeface="Courier New" panose="02070309020205020404" pitchFamily="49" charset="0"/>
              </a:rPr>
            </a:b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alphabetisch</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erfordert</a:t>
            </a:r>
            <a:endParaRPr lang="en-US" altLang="de-DE" sz="1200" b="1" dirty="0">
              <a:latin typeface="Courier New" panose="02070309020205020404" pitchFamily="49" charset="0"/>
              <a:cs typeface="Courier New" panose="02070309020205020404" pitchFamily="49" charset="0"/>
            </a:endParaRP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hilfe</a:t>
            </a:r>
            <a:r>
              <a:rPr lang="en-US" altLang="de-DE" sz="1200" b="1" dirty="0">
                <a:latin typeface="Courier New" panose="02070309020205020404" pitchFamily="49" charset="0"/>
                <a:cs typeface="Courier New" panose="02070309020205020404" pitchFamily="49" charset="0"/>
              </a:rPr>
              <a:t> = f[j];</a:t>
            </a:r>
          </a:p>
          <a:p>
            <a:pPr>
              <a:buFontTx/>
              <a:buNone/>
            </a:pPr>
            <a:r>
              <a:rPr lang="en-US" altLang="de-DE" sz="1200" b="1" dirty="0">
                <a:latin typeface="Courier New" panose="02070309020205020404" pitchFamily="49" charset="0"/>
                <a:cs typeface="Courier New" panose="02070309020205020404" pitchFamily="49" charset="0"/>
              </a:rPr>
              <a:t>                  f[j]= f[j+1];</a:t>
            </a:r>
          </a:p>
          <a:p>
            <a:pPr>
              <a:buFontTx/>
              <a:buNone/>
            </a:pPr>
            <a:r>
              <a:rPr lang="en-US" altLang="de-DE" sz="1200" b="1" dirty="0">
                <a:latin typeface="Courier New" panose="02070309020205020404" pitchFamily="49" charset="0"/>
                <a:cs typeface="Courier New" panose="02070309020205020404" pitchFamily="49" charset="0"/>
              </a:rPr>
              <a:t>                  f[j+1]= </a:t>
            </a:r>
            <a:r>
              <a:rPr lang="en-US" altLang="de-DE" sz="1200" b="1" dirty="0" err="1">
                <a:latin typeface="Courier New" panose="02070309020205020404" pitchFamily="49" charset="0"/>
                <a:cs typeface="Courier New" panose="02070309020205020404" pitchFamily="49" charset="0"/>
              </a:rPr>
              <a:t>hilfe</a:t>
            </a:r>
            <a:r>
              <a:rPr lang="en-US" altLang="de-DE" sz="1200" b="1" dirty="0">
                <a:latin typeface="Courier New" panose="02070309020205020404" pitchFamily="49" charset="0"/>
                <a:cs typeface="Courier New" panose="02070309020205020404" pitchFamily="49" charset="0"/>
              </a:rPr>
              <a:t>;</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Folge</a:t>
            </a:r>
            <a:r>
              <a:rPr lang="en-US" altLang="de-DE" sz="1200" b="1" dirty="0">
                <a:latin typeface="Courier New" panose="02070309020205020404" pitchFamily="49" charset="0"/>
                <a:cs typeface="Courier New" panose="02070309020205020404" pitchFamily="49" charset="0"/>
              </a:rPr>
              <a:t> war </a:t>
            </a:r>
            <a:r>
              <a:rPr lang="en-US" altLang="de-DE" sz="1200" b="1" dirty="0" err="1">
                <a:latin typeface="Courier New" panose="02070309020205020404" pitchFamily="49" charset="0"/>
                <a:cs typeface="Courier New" panose="02070309020205020404" pitchFamily="49" charset="0"/>
              </a:rPr>
              <a:t>doch</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nicht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sortiert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sortiert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zurücksetzen</a:t>
            </a:r>
            <a:r>
              <a:rPr lang="en-US" altLang="de-DE" sz="1200" b="1" dirty="0">
                <a:latin typeface="Courier New" panose="02070309020205020404" pitchFamily="49" charset="0"/>
                <a:cs typeface="Courier New" panose="02070309020205020404" pitchFamily="49" charset="0"/>
              </a:rPr>
              <a:t> auf 0</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sortiert</a:t>
            </a:r>
            <a:r>
              <a:rPr lang="en-US" altLang="de-DE" sz="1200" b="1" dirty="0">
                <a:latin typeface="Courier New" panose="02070309020205020404" pitchFamily="49" charset="0"/>
                <a:cs typeface="Courier New" panose="02070309020205020404" pitchFamily="49" charset="0"/>
              </a:rPr>
              <a:t>=0; </a:t>
            </a:r>
          </a:p>
          <a:p>
            <a:pPr>
              <a:buFontTx/>
              <a:buNone/>
            </a:pP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a:t>
            </a:r>
          </a:p>
        </p:txBody>
      </p:sp>
      <p:sp>
        <p:nvSpPr>
          <p:cNvPr id="108550" name="Textfeld 1">
            <a:extLst>
              <a:ext uri="{FF2B5EF4-FFF2-40B4-BE49-F238E27FC236}">
                <a16:creationId xmlns:a16="http://schemas.microsoft.com/office/drawing/2014/main" id="{E1D0C83E-9148-4214-AE20-691B3BBD7FCB}"/>
              </a:ext>
            </a:extLst>
          </p:cNvPr>
          <p:cNvSpPr txBox="1">
            <a:spLocks noChangeArrowheads="1"/>
          </p:cNvSpPr>
          <p:nvPr/>
        </p:nvSpPr>
        <p:spPr bwMode="auto">
          <a:xfrm>
            <a:off x="346075" y="5818188"/>
            <a:ext cx="27767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r>
              <a:rPr lang="de-DE" altLang="de-DE" sz="1100" dirty="0"/>
              <a:t>In Präsenz: Siehe Bubblesortstring1,2,3.c</a:t>
            </a:r>
          </a:p>
        </p:txBody>
      </p:sp>
    </p:spTree>
    <p:extLst>
      <p:ext uri="{BB962C8B-B14F-4D97-AF65-F5344CB8AC3E}">
        <p14:creationId xmlns:p14="http://schemas.microsoft.com/office/powerpoint/2010/main" val="2836639887"/>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a:extLst>
              <a:ext uri="{FF2B5EF4-FFF2-40B4-BE49-F238E27FC236}">
                <a16:creationId xmlns:a16="http://schemas.microsoft.com/office/drawing/2014/main" id="{4BCA2E5E-7760-4C48-A65E-33EE6C63BE37}"/>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lgn="r" eaLnBrk="1" hangingPunct="1">
              <a:spcBef>
                <a:spcPct val="0"/>
              </a:spcBef>
              <a:buFontTx/>
              <a:buNone/>
            </a:pPr>
            <a:fld id="{F4B224CE-C7E2-428D-A466-5418C51C5D63}" type="slidenum">
              <a:rPr lang="de-DE" altLang="de-DE" sz="1400"/>
              <a:pPr algn="r" eaLnBrk="1" hangingPunct="1">
                <a:spcBef>
                  <a:spcPct val="0"/>
                </a:spcBef>
                <a:buFontTx/>
                <a:buNone/>
              </a:pPr>
              <a:t>58</a:t>
            </a:fld>
            <a:endParaRPr lang="de-DE" altLang="de-DE" sz="1400"/>
          </a:p>
        </p:txBody>
      </p:sp>
      <p:sp>
        <p:nvSpPr>
          <p:cNvPr id="110595" name="Text Box 3">
            <a:extLst>
              <a:ext uri="{FF2B5EF4-FFF2-40B4-BE49-F238E27FC236}">
                <a16:creationId xmlns:a16="http://schemas.microsoft.com/office/drawing/2014/main" id="{C271E303-ED2F-4EBE-9EEC-3B5B4AB37AA4}"/>
              </a:ext>
            </a:extLst>
          </p:cNvPr>
          <p:cNvSpPr txBox="1">
            <a:spLocks noChangeArrowheads="1"/>
          </p:cNvSpPr>
          <p:nvPr/>
        </p:nvSpPr>
        <p:spPr bwMode="auto">
          <a:xfrm>
            <a:off x="304800" y="177800"/>
            <a:ext cx="8229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eaLnBrk="1" hangingPunct="1">
              <a:spcBef>
                <a:spcPct val="0"/>
              </a:spcBef>
              <a:buFontTx/>
              <a:buNone/>
            </a:pPr>
            <a:r>
              <a:rPr lang="de-DE" altLang="de-DE" sz="3200" dirty="0">
                <a:latin typeface="Calibri" panose="020F0502020204030204" pitchFamily="34" charset="0"/>
                <a:cs typeface="Calibri" panose="020F0502020204030204" pitchFamily="34" charset="0"/>
              </a:rPr>
              <a:t>Sortierbeispiel: veränderter </a:t>
            </a:r>
            <a:r>
              <a:rPr lang="de-DE" altLang="de-DE" sz="3200" dirty="0" err="1">
                <a:latin typeface="Calibri" panose="020F0502020204030204" pitchFamily="34" charset="0"/>
                <a:cs typeface="Calibri" panose="020F0502020204030204" pitchFamily="34" charset="0"/>
              </a:rPr>
              <a:t>Bubblesort</a:t>
            </a:r>
            <a:endParaRPr lang="de-DE" altLang="de-DE" sz="3200" dirty="0">
              <a:latin typeface="Calibri" panose="020F0502020204030204" pitchFamily="34" charset="0"/>
              <a:cs typeface="Calibri" panose="020F0502020204030204" pitchFamily="34" charset="0"/>
            </a:endParaRPr>
          </a:p>
        </p:txBody>
      </p:sp>
      <p:sp>
        <p:nvSpPr>
          <p:cNvPr id="110596" name="Text Box 4">
            <a:extLst>
              <a:ext uri="{FF2B5EF4-FFF2-40B4-BE49-F238E27FC236}">
                <a16:creationId xmlns:a16="http://schemas.microsoft.com/office/drawing/2014/main" id="{5A6FD1AA-E3FA-4804-AEC6-3AA578DB51C6}"/>
              </a:ext>
            </a:extLst>
          </p:cNvPr>
          <p:cNvSpPr txBox="1">
            <a:spLocks noChangeArrowheads="1"/>
          </p:cNvSpPr>
          <p:nvPr/>
        </p:nvSpPr>
        <p:spPr bwMode="auto">
          <a:xfrm>
            <a:off x="530225" y="1084263"/>
            <a:ext cx="8108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Clr>
                <a:srgbClr val="000000"/>
              </a:buClr>
              <a:buFont typeface="Times New Roman" panose="02020603050405020304" pitchFamily="18" charset="0"/>
              <a:buNone/>
            </a:pPr>
            <a:endParaRPr lang="de-DE" altLang="de-DE" sz="1800">
              <a:solidFill>
                <a:schemeClr val="bg1"/>
              </a:solidFill>
              <a:ea typeface="Arial Unicode MS" pitchFamily="34" charset="-128"/>
            </a:endParaRPr>
          </a:p>
        </p:txBody>
      </p:sp>
      <p:sp>
        <p:nvSpPr>
          <p:cNvPr id="110597" name="Text Box 5">
            <a:extLst>
              <a:ext uri="{FF2B5EF4-FFF2-40B4-BE49-F238E27FC236}">
                <a16:creationId xmlns:a16="http://schemas.microsoft.com/office/drawing/2014/main" id="{0119CE7F-3F11-4EF9-AE71-4A0C80BAD691}"/>
              </a:ext>
            </a:extLst>
          </p:cNvPr>
          <p:cNvSpPr txBox="1">
            <a:spLocks noChangeArrowheads="1"/>
          </p:cNvSpPr>
          <p:nvPr/>
        </p:nvSpPr>
        <p:spPr bwMode="auto">
          <a:xfrm>
            <a:off x="160338" y="835025"/>
            <a:ext cx="8848725" cy="448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1pPr>
            <a:lvl2pPr marL="742950" indent="-28575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chemeClr val="tx1"/>
                </a:solidFill>
                <a:latin typeface="Arial" panose="020B0604020202020204" pitchFamily="34" charset="0"/>
              </a:defRPr>
            </a:lvl2pPr>
            <a:lvl3pPr marL="11430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3pPr>
            <a:lvl4pPr marL="16002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4pPr>
            <a:lvl5pPr marL="2057400" indent="-228600" defTabSz="449263">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5pPr>
            <a:lvl6pPr marL="25146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6pPr>
            <a:lvl7pPr marL="29718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7pPr>
            <a:lvl8pPr marL="34290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8pPr>
            <a:lvl9pPr marL="3886200" indent="-228600" defTabSz="449263"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chemeClr val="tx1"/>
                </a:solidFill>
                <a:latin typeface="Arial" panose="020B0604020202020204" pitchFamily="34" charset="0"/>
              </a:defRPr>
            </a:lvl9pPr>
          </a:lstStyle>
          <a:p>
            <a:pPr>
              <a:buFontTx/>
              <a:buNone/>
            </a:pPr>
            <a:r>
              <a:rPr lang="en-US" altLang="de-DE" sz="1400" b="1" dirty="0">
                <a:latin typeface="Courier New" panose="02070309020205020404" pitchFamily="49" charset="0"/>
                <a:cs typeface="Courier New" panose="02070309020205020404" pitchFamily="49" charset="0"/>
              </a:rPr>
              <a:t>	</a:t>
            </a:r>
            <a:r>
              <a:rPr lang="en-US" altLang="de-DE" sz="1200" b="1" dirty="0">
                <a:latin typeface="Courier New" panose="02070309020205020404" pitchFamily="49" charset="0"/>
                <a:cs typeface="Courier New" panose="02070309020205020404" pitchFamily="49" charset="0"/>
              </a:rPr>
              <a:t>void </a:t>
            </a:r>
            <a:r>
              <a:rPr lang="en-US" altLang="de-DE" sz="1200" b="1" dirty="0" err="1">
                <a:latin typeface="Courier New" panose="02070309020205020404" pitchFamily="49" charset="0"/>
                <a:cs typeface="Courier New" panose="02070309020205020404" pitchFamily="49" charset="0"/>
              </a:rPr>
              <a:t>bubblesort</a:t>
            </a:r>
            <a:r>
              <a:rPr lang="en-US" altLang="de-DE" sz="1200" b="1" dirty="0">
                <a:latin typeface="Courier New" panose="02070309020205020404" pitchFamily="49" charset="0"/>
                <a:cs typeface="Courier New" panose="02070309020205020404" pitchFamily="49" charset="0"/>
              </a:rPr>
              <a:t> (char </a:t>
            </a:r>
            <a:r>
              <a:rPr lang="en-US" altLang="de-DE" sz="1200" b="1" dirty="0">
                <a:solidFill>
                  <a:srgbClr val="FF0000"/>
                </a:solidFill>
                <a:latin typeface="Courier New" panose="02070309020205020404" pitchFamily="49" charset="0"/>
                <a:cs typeface="Courier New" panose="02070309020205020404" pitchFamily="49" charset="0"/>
              </a:rPr>
              <a:t>*</a:t>
            </a:r>
            <a:r>
              <a:rPr lang="en-US" altLang="de-DE" sz="1200" b="1" dirty="0">
                <a:latin typeface="Courier New" panose="02070309020205020404" pitchFamily="49" charset="0"/>
                <a:cs typeface="Courier New" panose="02070309020205020404" pitchFamily="49" charset="0"/>
              </a:rPr>
              <a:t>f[], int </a:t>
            </a:r>
            <a:r>
              <a:rPr lang="en-US" altLang="de-DE" sz="1200" b="1" dirty="0" err="1">
                <a:latin typeface="Courier New" panose="02070309020205020404" pitchFamily="49" charset="0"/>
                <a:cs typeface="Courier New" panose="02070309020205020404" pitchFamily="49" charset="0"/>
              </a:rPr>
              <a:t>anz</a:t>
            </a: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int </a:t>
            </a:r>
            <a:r>
              <a:rPr lang="en-US" altLang="de-DE" sz="1200" b="1" dirty="0" err="1">
                <a:latin typeface="Courier New" panose="02070309020205020404" pitchFamily="49" charset="0"/>
                <a:cs typeface="Courier New" panose="02070309020205020404" pitchFamily="49" charset="0"/>
              </a:rPr>
              <a:t>i,j,sortiert</a:t>
            </a:r>
            <a:r>
              <a:rPr lang="en-US" altLang="de-DE" sz="1200" b="1" dirty="0">
                <a:latin typeface="Courier New" panose="02070309020205020404" pitchFamily="49" charset="0"/>
                <a:cs typeface="Courier New" panose="02070309020205020404" pitchFamily="49" charset="0"/>
              </a:rPr>
              <a:t>=0;</a:t>
            </a:r>
          </a:p>
          <a:p>
            <a:pPr>
              <a:buFontTx/>
              <a:buNone/>
            </a:pPr>
            <a:r>
              <a:rPr lang="en-US" altLang="de-DE" sz="1200" b="1" dirty="0">
                <a:latin typeface="Courier New" panose="02070309020205020404" pitchFamily="49" charset="0"/>
                <a:cs typeface="Courier New" panose="02070309020205020404" pitchFamily="49" charset="0"/>
              </a:rPr>
              <a:t>     for (</a:t>
            </a:r>
            <a:r>
              <a:rPr lang="en-US" altLang="de-DE" sz="1200" b="1" dirty="0" err="1">
                <a:latin typeface="Courier New" panose="02070309020205020404" pitchFamily="49" charset="0"/>
                <a:cs typeface="Courier New" panose="02070309020205020404" pitchFamily="49" charset="0"/>
              </a:rPr>
              <a:t>i</a:t>
            </a:r>
            <a:r>
              <a:rPr lang="en-US" altLang="de-DE" sz="1200" b="1" dirty="0">
                <a:latin typeface="Courier New" panose="02070309020205020404" pitchFamily="49" charset="0"/>
                <a:cs typeface="Courier New" panose="02070309020205020404" pitchFamily="49" charset="0"/>
              </a:rPr>
              <a:t>=0;i&lt;</a:t>
            </a:r>
            <a:r>
              <a:rPr lang="en-US" altLang="de-DE" sz="1200" b="1" dirty="0" err="1">
                <a:latin typeface="Courier New" panose="02070309020205020404" pitchFamily="49" charset="0"/>
                <a:cs typeface="Courier New" panose="02070309020205020404" pitchFamily="49" charset="0"/>
              </a:rPr>
              <a:t>anz;i</a:t>
            </a:r>
            <a:r>
              <a:rPr lang="en-US" altLang="de-DE" sz="1200" b="1" dirty="0">
                <a:latin typeface="Courier New" panose="02070309020205020404" pitchFamily="49" charset="0"/>
                <a:cs typeface="Courier New" panose="02070309020205020404" pitchFamily="49" charset="0"/>
              </a:rPr>
              <a:t>=i+1) {</a:t>
            </a:r>
          </a:p>
          <a:p>
            <a:pPr>
              <a:buFontTx/>
              <a:buNone/>
            </a:pPr>
            <a:r>
              <a:rPr lang="en-US" altLang="de-DE" sz="1200" b="1" dirty="0">
                <a:latin typeface="Courier New" panose="02070309020205020404" pitchFamily="49" charset="0"/>
                <a:cs typeface="Courier New" panose="02070309020205020404" pitchFamily="49" charset="0"/>
              </a:rPr>
              <a:t>        if (</a:t>
            </a:r>
            <a:r>
              <a:rPr lang="en-US" altLang="de-DE" sz="1200" b="1" dirty="0" err="1">
                <a:latin typeface="Courier New" panose="02070309020205020404" pitchFamily="49" charset="0"/>
                <a:cs typeface="Courier New" panose="02070309020205020404" pitchFamily="49" charset="0"/>
              </a:rPr>
              <a:t>sortiert</a:t>
            </a:r>
            <a:r>
              <a:rPr lang="en-US" altLang="de-DE" sz="1200" b="1" dirty="0">
                <a:latin typeface="Courier New" panose="02070309020205020404" pitchFamily="49" charset="0"/>
                <a:cs typeface="Courier New" panose="02070309020205020404" pitchFamily="49" charset="0"/>
              </a:rPr>
              <a:t> == 0) {</a:t>
            </a:r>
          </a:p>
          <a:p>
            <a:pPr>
              <a:buFontTx/>
              <a:buNone/>
            </a:pPr>
            <a:r>
              <a:rPr lang="en-US" altLang="de-DE" sz="1200" b="1" dirty="0">
                <a:latin typeface="Courier New" panose="02070309020205020404" pitchFamily="49" charset="0"/>
                <a:cs typeface="Courier New" panose="02070309020205020404" pitchFamily="49" charset="0"/>
              </a:rPr>
              <a:t>            // </a:t>
            </a:r>
            <a:r>
              <a:rPr lang="en-US" altLang="de-DE" sz="1200" b="1" dirty="0" err="1">
                <a:latin typeface="Courier New" panose="02070309020205020404" pitchFamily="49" charset="0"/>
                <a:cs typeface="Courier New" panose="02070309020205020404" pitchFamily="49" charset="0"/>
              </a:rPr>
              <a:t>Annahme</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dass</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Folge</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sortiert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ist</a:t>
            </a:r>
            <a:endParaRPr lang="en-US" altLang="de-DE" sz="1200" b="1" dirty="0">
              <a:latin typeface="Courier New" panose="02070309020205020404" pitchFamily="49" charset="0"/>
              <a:cs typeface="Courier New" panose="02070309020205020404" pitchFamily="49" charset="0"/>
            </a:endParaRP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sortiert</a:t>
            </a:r>
            <a:r>
              <a:rPr lang="en-US" altLang="de-DE" sz="1200" b="1" dirty="0">
                <a:latin typeface="Courier New" panose="02070309020205020404" pitchFamily="49" charset="0"/>
                <a:cs typeface="Courier New" panose="02070309020205020404" pitchFamily="49" charset="0"/>
              </a:rPr>
              <a:t> = 1; </a:t>
            </a:r>
          </a:p>
          <a:p>
            <a:pPr>
              <a:buFontTx/>
              <a:buNone/>
            </a:pPr>
            <a:r>
              <a:rPr lang="en-US" altLang="de-DE" sz="1200" b="1" dirty="0">
                <a:latin typeface="Courier New" panose="02070309020205020404" pitchFamily="49" charset="0"/>
                <a:cs typeface="Courier New" panose="02070309020205020404" pitchFamily="49" charset="0"/>
              </a:rPr>
              <a:t>            for (j=0;j&lt;anz-1;j=j+1){</a:t>
            </a:r>
          </a:p>
          <a:p>
            <a:pPr>
              <a:buFontTx/>
              <a:buNone/>
            </a:pPr>
            <a:r>
              <a:rPr lang="en-US" altLang="de-DE" sz="1200" b="1" dirty="0">
                <a:latin typeface="Courier New" panose="02070309020205020404" pitchFamily="49" charset="0"/>
                <a:cs typeface="Courier New" panose="02070309020205020404" pitchFamily="49" charset="0"/>
              </a:rPr>
              <a:t>               //Test, </a:t>
            </a:r>
            <a:r>
              <a:rPr lang="en-US" altLang="de-DE" sz="1200" b="1" dirty="0" err="1">
                <a:latin typeface="Courier New" panose="02070309020205020404" pitchFamily="49" charset="0"/>
                <a:cs typeface="Courier New" panose="02070309020205020404" pitchFamily="49" charset="0"/>
              </a:rPr>
              <a:t>ob</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getauscht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werden</a:t>
            </a:r>
            <a:r>
              <a:rPr lang="en-US" altLang="de-DE" sz="1200" b="1" dirty="0">
                <a:latin typeface="Courier New" panose="02070309020205020404" pitchFamily="49" charset="0"/>
                <a:cs typeface="Courier New" panose="02070309020205020404" pitchFamily="49" charset="0"/>
              </a:rPr>
              <a:t> muss </a:t>
            </a:r>
            <a:r>
              <a:rPr lang="en-US" altLang="de-DE" sz="1200" b="1" dirty="0" err="1">
                <a:latin typeface="Courier New" panose="02070309020205020404" pitchFamily="49" charset="0"/>
                <a:cs typeface="Courier New" panose="02070309020205020404" pitchFamily="49" charset="0"/>
              </a:rPr>
              <a:t>abhängig</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vom</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Inhalt</a:t>
            </a:r>
            <a:r>
              <a:rPr lang="en-US" altLang="de-DE" sz="1200" b="1" dirty="0">
                <a:latin typeface="Courier New" panose="02070309020205020404" pitchFamily="49" charset="0"/>
                <a:cs typeface="Courier New" panose="02070309020205020404" pitchFamily="49" charset="0"/>
              </a:rPr>
              <a:t> der </a:t>
            </a:r>
            <a:r>
              <a:rPr lang="en-US" altLang="de-DE" sz="1200" b="1" dirty="0" err="1">
                <a:latin typeface="Courier New" panose="02070309020205020404" pitchFamily="49" charset="0"/>
                <a:cs typeface="Courier New" panose="02070309020205020404" pitchFamily="49" charset="0"/>
              </a:rPr>
              <a:t>Adresse</a:t>
            </a: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if (</a:t>
            </a:r>
            <a:r>
              <a:rPr lang="en-US" altLang="de-DE" sz="1200" b="1" dirty="0">
                <a:solidFill>
                  <a:srgbClr val="FF0000"/>
                </a:solidFill>
                <a:latin typeface="Courier New" panose="02070309020205020404" pitchFamily="49" charset="0"/>
                <a:cs typeface="Courier New" panose="02070309020205020404" pitchFamily="49" charset="0"/>
              </a:rPr>
              <a:t>*</a:t>
            </a:r>
            <a:r>
              <a:rPr lang="en-US" altLang="de-DE" sz="1200" b="1" dirty="0">
                <a:latin typeface="Courier New" panose="02070309020205020404" pitchFamily="49" charset="0"/>
                <a:cs typeface="Courier New" panose="02070309020205020404" pitchFamily="49" charset="0"/>
              </a:rPr>
              <a:t>f[j] &gt; </a:t>
            </a:r>
            <a:r>
              <a:rPr lang="en-US" altLang="de-DE" sz="1200" b="1" dirty="0">
                <a:solidFill>
                  <a:srgbClr val="FF0000"/>
                </a:solidFill>
                <a:latin typeface="Courier New" panose="02070309020205020404" pitchFamily="49" charset="0"/>
                <a:cs typeface="Courier New" panose="02070309020205020404" pitchFamily="49" charset="0"/>
              </a:rPr>
              <a:t>*</a:t>
            </a:r>
            <a:r>
              <a:rPr lang="en-US" altLang="de-DE" sz="1200" b="1" dirty="0">
                <a:latin typeface="Courier New" panose="02070309020205020404" pitchFamily="49" charset="0"/>
                <a:cs typeface="Courier New" panose="02070309020205020404" pitchFamily="49" charset="0"/>
              </a:rPr>
              <a:t>f[j+1]) { </a:t>
            </a:r>
          </a:p>
          <a:p>
            <a:pPr>
              <a:buFontTx/>
              <a:buNone/>
            </a:pPr>
            <a:r>
              <a:rPr lang="en-US" altLang="de-DE" sz="1200" b="1" dirty="0">
                <a:latin typeface="Courier New" panose="02070309020205020404" pitchFamily="49" charset="0"/>
                <a:cs typeface="Courier New" panose="02070309020205020404" pitchFamily="49" charset="0"/>
              </a:rPr>
              <a:t>                  // </a:t>
            </a:r>
            <a:r>
              <a:rPr lang="en-US" altLang="de-DE" sz="1200" b="1" dirty="0" err="1">
                <a:latin typeface="Courier New" panose="02070309020205020404" pitchFamily="49" charset="0"/>
                <a:cs typeface="Courier New" panose="02070309020205020404" pitchFamily="49" charset="0"/>
              </a:rPr>
              <a:t>Vertauschung</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notwendig</a:t>
            </a:r>
            <a:endParaRPr lang="en-US" altLang="de-DE" sz="1200" b="1" dirty="0">
              <a:latin typeface="Courier New" panose="02070309020205020404" pitchFamily="49" charset="0"/>
              <a:cs typeface="Courier New" panose="02070309020205020404" pitchFamily="49" charset="0"/>
            </a:endParaRP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hier</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werden</a:t>
            </a:r>
            <a:r>
              <a:rPr lang="en-US" altLang="de-DE" sz="1200" b="1" dirty="0">
                <a:latin typeface="Courier New" panose="02070309020205020404" pitchFamily="49" charset="0"/>
                <a:cs typeface="Courier New" panose="02070309020205020404" pitchFamily="49" charset="0"/>
              </a:rPr>
              <a:t> die </a:t>
            </a:r>
            <a:r>
              <a:rPr lang="en-US" altLang="de-DE" sz="1200" b="1" dirty="0" err="1">
                <a:latin typeface="Courier New" panose="02070309020205020404" pitchFamily="49" charset="0"/>
                <a:cs typeface="Courier New" panose="02070309020205020404" pitchFamily="49" charset="0"/>
              </a:rPr>
              <a:t>Adressen</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getauscht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wenn</a:t>
            </a:r>
            <a:r>
              <a:rPr lang="en-US" altLang="de-DE" sz="1200" b="1" dirty="0">
                <a:latin typeface="Courier New" panose="02070309020205020404" pitchFamily="49" charset="0"/>
                <a:cs typeface="Courier New" panose="02070309020205020404" pitchFamily="49" charset="0"/>
              </a:rPr>
              <a:t> der </a:t>
            </a:r>
            <a:r>
              <a:rPr lang="en-US" altLang="de-DE" sz="1200" b="1" dirty="0" err="1">
                <a:latin typeface="Courier New" panose="02070309020205020404" pitchFamily="49" charset="0"/>
                <a:cs typeface="Courier New" panose="02070309020205020404" pitchFamily="49" charset="0"/>
              </a:rPr>
              <a:t>Inhalt</a:t>
            </a:r>
            <a:r>
              <a:rPr lang="en-US" altLang="de-DE" sz="1200" b="1" dirty="0">
                <a:latin typeface="Courier New" panose="02070309020205020404" pitchFamily="49" charset="0"/>
                <a:cs typeface="Courier New" panose="02070309020205020404" pitchFamily="49" charset="0"/>
              </a:rPr>
              <a:t> der </a:t>
            </a:r>
            <a:r>
              <a:rPr lang="en-US" altLang="de-DE" sz="1200" b="1" dirty="0" err="1">
                <a:latin typeface="Courier New" panose="02070309020205020404" pitchFamily="49" charset="0"/>
                <a:cs typeface="Courier New" panose="02070309020205020404" pitchFamily="49" charset="0"/>
              </a:rPr>
              <a:t>Adressen</a:t>
            </a:r>
            <a:r>
              <a:rPr lang="en-US" altLang="de-DE" sz="1200" b="1" dirty="0">
                <a:latin typeface="Courier New" panose="02070309020205020404" pitchFamily="49" charset="0"/>
                <a:cs typeface="Courier New" panose="02070309020205020404" pitchFamily="49" charset="0"/>
              </a:rPr>
              <a:t> das </a:t>
            </a:r>
            <a:br>
              <a:rPr lang="en-US" altLang="de-DE" sz="1200" b="1" dirty="0">
                <a:latin typeface="Courier New" panose="02070309020205020404" pitchFamily="49" charset="0"/>
                <a:cs typeface="Courier New" panose="02070309020205020404" pitchFamily="49" charset="0"/>
              </a:rPr>
            </a:b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alphabetisch</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erfordert</a:t>
            </a:r>
            <a:endParaRPr lang="en-US" altLang="de-DE" sz="1200" b="1" dirty="0">
              <a:latin typeface="Courier New" panose="02070309020205020404" pitchFamily="49" charset="0"/>
              <a:cs typeface="Courier New" panose="02070309020205020404" pitchFamily="49" charset="0"/>
            </a:endParaRP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a:solidFill>
                  <a:srgbClr val="FF0000"/>
                </a:solidFill>
                <a:latin typeface="Courier New" panose="02070309020205020404" pitchFamily="49" charset="0"/>
                <a:cs typeface="Courier New" panose="02070309020205020404" pitchFamily="49" charset="0"/>
              </a:rPr>
              <a:t>tausch3(&amp;f[j],&amp;f[j+1]);</a:t>
            </a: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Folge</a:t>
            </a:r>
            <a:r>
              <a:rPr lang="en-US" altLang="de-DE" sz="1200" b="1" dirty="0">
                <a:latin typeface="Courier New" panose="02070309020205020404" pitchFamily="49" charset="0"/>
                <a:cs typeface="Courier New" panose="02070309020205020404" pitchFamily="49" charset="0"/>
              </a:rPr>
              <a:t> war </a:t>
            </a:r>
            <a:r>
              <a:rPr lang="en-US" altLang="de-DE" sz="1200" b="1" dirty="0" err="1">
                <a:latin typeface="Courier New" panose="02070309020205020404" pitchFamily="49" charset="0"/>
                <a:cs typeface="Courier New" panose="02070309020205020404" pitchFamily="49" charset="0"/>
              </a:rPr>
              <a:t>doch</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nicht</a:t>
            </a: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sortiert</a:t>
            </a:r>
            <a:endParaRPr lang="en-US" altLang="de-DE" sz="1200" b="1" dirty="0">
              <a:latin typeface="Courier New" panose="02070309020205020404" pitchFamily="49" charset="0"/>
              <a:cs typeface="Courier New" panose="02070309020205020404" pitchFamily="49" charset="0"/>
            </a:endParaRPr>
          </a:p>
          <a:p>
            <a:pPr>
              <a:buFontTx/>
              <a:buNone/>
            </a:pPr>
            <a:r>
              <a:rPr lang="en-US" altLang="de-DE" sz="1200" b="1" dirty="0">
                <a:latin typeface="Courier New" panose="02070309020205020404" pitchFamily="49" charset="0"/>
                <a:cs typeface="Courier New" panose="02070309020205020404" pitchFamily="49" charset="0"/>
              </a:rPr>
              <a:t>                  </a:t>
            </a:r>
            <a:r>
              <a:rPr lang="en-US" altLang="de-DE" sz="1200" b="1" dirty="0" err="1">
                <a:latin typeface="Courier New" panose="02070309020205020404" pitchFamily="49" charset="0"/>
                <a:cs typeface="Courier New" panose="02070309020205020404" pitchFamily="49" charset="0"/>
              </a:rPr>
              <a:t>sortiert</a:t>
            </a:r>
            <a:r>
              <a:rPr lang="en-US" altLang="de-DE" sz="1200" b="1" dirty="0">
                <a:latin typeface="Courier New" panose="02070309020205020404" pitchFamily="49" charset="0"/>
                <a:cs typeface="Courier New" panose="02070309020205020404" pitchFamily="49" charset="0"/>
              </a:rPr>
              <a:t>=0; </a:t>
            </a:r>
          </a:p>
          <a:p>
            <a:pPr>
              <a:buFontTx/>
              <a:buNone/>
            </a:pP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a:t>
            </a:r>
          </a:p>
          <a:p>
            <a:pPr>
              <a:buFontTx/>
              <a:buNone/>
            </a:pPr>
            <a:r>
              <a:rPr lang="en-US" altLang="de-DE" sz="1200" b="1" dirty="0">
                <a:latin typeface="Courier New" panose="02070309020205020404" pitchFamily="49" charset="0"/>
                <a:cs typeface="Courier New" panose="02070309020205020404" pitchFamily="49" charset="0"/>
              </a:rPr>
              <a:t>} </a:t>
            </a:r>
          </a:p>
        </p:txBody>
      </p:sp>
      <p:sp>
        <p:nvSpPr>
          <p:cNvPr id="110598" name="Textfeld 1">
            <a:extLst>
              <a:ext uri="{FF2B5EF4-FFF2-40B4-BE49-F238E27FC236}">
                <a16:creationId xmlns:a16="http://schemas.microsoft.com/office/drawing/2014/main" id="{C1161E66-B478-4CDC-96AB-08E055DD48CC}"/>
              </a:ext>
            </a:extLst>
          </p:cNvPr>
          <p:cNvSpPr txBox="1">
            <a:spLocks noChangeArrowheads="1"/>
          </p:cNvSpPr>
          <p:nvPr/>
        </p:nvSpPr>
        <p:spPr bwMode="auto">
          <a:xfrm>
            <a:off x="346075" y="5818188"/>
            <a:ext cx="2025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r>
              <a:rPr lang="de-DE" altLang="de-DE" sz="1100"/>
              <a:t>Siehe Bubblesortstring1,2,3.c</a:t>
            </a:r>
          </a:p>
        </p:txBody>
      </p:sp>
      <p:sp>
        <p:nvSpPr>
          <p:cNvPr id="110599" name="Textfeld 1">
            <a:extLst>
              <a:ext uri="{FF2B5EF4-FFF2-40B4-BE49-F238E27FC236}">
                <a16:creationId xmlns:a16="http://schemas.microsoft.com/office/drawing/2014/main" id="{23B685FC-394B-4BE4-8AC8-F221F60977D7}"/>
              </a:ext>
            </a:extLst>
          </p:cNvPr>
          <p:cNvSpPr txBox="1">
            <a:spLocks noChangeArrowheads="1"/>
          </p:cNvSpPr>
          <p:nvPr/>
        </p:nvSpPr>
        <p:spPr bwMode="auto">
          <a:xfrm>
            <a:off x="3795713" y="4194175"/>
            <a:ext cx="5016500"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r>
              <a:rPr lang="de-DE" altLang="de-DE" sz="1400" b="1" dirty="0" err="1">
                <a:latin typeface="Courier New" panose="02070309020205020404" pitchFamily="49" charset="0"/>
                <a:cs typeface="Courier New" panose="02070309020205020404" pitchFamily="49" charset="0"/>
              </a:rPr>
              <a:t>void</a:t>
            </a:r>
            <a:r>
              <a:rPr lang="de-DE" altLang="de-DE" sz="1400" b="1" dirty="0">
                <a:latin typeface="Courier New" panose="02070309020205020404" pitchFamily="49" charset="0"/>
                <a:cs typeface="Courier New" panose="02070309020205020404" pitchFamily="49" charset="0"/>
              </a:rPr>
              <a:t> tausch3(</a:t>
            </a:r>
            <a:r>
              <a:rPr lang="de-DE" altLang="de-DE" sz="1400" b="1" dirty="0" err="1">
                <a:latin typeface="Courier New" panose="02070309020205020404" pitchFamily="49" charset="0"/>
                <a:cs typeface="Courier New" panose="02070309020205020404" pitchFamily="49" charset="0"/>
              </a:rPr>
              <a:t>char</a:t>
            </a: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pa</a:t>
            </a: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char</a:t>
            </a: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pb</a:t>
            </a:r>
            <a:r>
              <a:rPr lang="de-DE" altLang="de-DE" sz="1400" b="1" dirty="0">
                <a:latin typeface="Courier New" panose="02070309020205020404" pitchFamily="49" charset="0"/>
                <a:cs typeface="Courier New" panose="02070309020205020404" pitchFamily="49" charset="0"/>
              </a:rPr>
              <a:t>){  </a:t>
            </a:r>
          </a:p>
          <a:p>
            <a:pPr>
              <a:spcBef>
                <a:spcPct val="0"/>
              </a:spcBef>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char</a:t>
            </a: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help</a:t>
            </a:r>
            <a:r>
              <a:rPr lang="de-DE" altLang="de-DE" sz="1400" b="1" dirty="0">
                <a:latin typeface="Courier New" panose="02070309020205020404" pitchFamily="49" charset="0"/>
                <a:cs typeface="Courier New" panose="02070309020205020404" pitchFamily="49" charset="0"/>
              </a:rPr>
              <a:t>; //es werden Adressen getauscht</a:t>
            </a:r>
          </a:p>
          <a:p>
            <a:pPr>
              <a:spcBef>
                <a:spcPct val="0"/>
              </a:spcBef>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help</a:t>
            </a:r>
            <a:r>
              <a:rPr lang="de-DE" altLang="de-DE" sz="1400" b="1" dirty="0">
                <a:latin typeface="Courier New" panose="02070309020205020404" pitchFamily="49" charset="0"/>
                <a:cs typeface="Courier New" panose="02070309020205020404" pitchFamily="49" charset="0"/>
              </a:rPr>
              <a:t> = *</a:t>
            </a:r>
            <a:r>
              <a:rPr lang="de-DE" altLang="de-DE" sz="1400" b="1" dirty="0" err="1">
                <a:latin typeface="Courier New" panose="02070309020205020404" pitchFamily="49" charset="0"/>
                <a:cs typeface="Courier New" panose="02070309020205020404" pitchFamily="49" charset="0"/>
              </a:rPr>
              <a:t>pa</a:t>
            </a:r>
            <a:r>
              <a:rPr lang="de-DE" altLang="de-DE" sz="1400" b="1" dirty="0">
                <a:latin typeface="Courier New" panose="02070309020205020404" pitchFamily="49" charset="0"/>
                <a:cs typeface="Courier New" panose="02070309020205020404" pitchFamily="49" charset="0"/>
              </a:rPr>
              <a:t>;</a:t>
            </a:r>
          </a:p>
          <a:p>
            <a:pPr>
              <a:spcBef>
                <a:spcPct val="0"/>
              </a:spcBef>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pa</a:t>
            </a:r>
            <a:r>
              <a:rPr lang="de-DE" altLang="de-DE" sz="1400" b="1" dirty="0">
                <a:latin typeface="Courier New" panose="02070309020205020404" pitchFamily="49" charset="0"/>
                <a:cs typeface="Courier New" panose="02070309020205020404" pitchFamily="49" charset="0"/>
              </a:rPr>
              <a:t>  = *</a:t>
            </a:r>
            <a:r>
              <a:rPr lang="de-DE" altLang="de-DE" sz="1400" b="1" dirty="0" err="1">
                <a:latin typeface="Courier New" panose="02070309020205020404" pitchFamily="49" charset="0"/>
                <a:cs typeface="Courier New" panose="02070309020205020404" pitchFamily="49" charset="0"/>
              </a:rPr>
              <a:t>pb</a:t>
            </a:r>
            <a:r>
              <a:rPr lang="de-DE" altLang="de-DE" sz="1400" b="1" dirty="0">
                <a:latin typeface="Courier New" panose="02070309020205020404" pitchFamily="49" charset="0"/>
                <a:cs typeface="Courier New" panose="02070309020205020404" pitchFamily="49" charset="0"/>
              </a:rPr>
              <a:t>;</a:t>
            </a:r>
          </a:p>
          <a:p>
            <a:pPr>
              <a:spcBef>
                <a:spcPct val="0"/>
              </a:spcBef>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pb</a:t>
            </a:r>
            <a:r>
              <a:rPr lang="de-DE" altLang="de-DE" sz="1400" b="1" dirty="0">
                <a:latin typeface="Courier New" panose="02070309020205020404" pitchFamily="49" charset="0"/>
                <a:cs typeface="Courier New" panose="02070309020205020404" pitchFamily="49" charset="0"/>
              </a:rPr>
              <a:t>  = </a:t>
            </a:r>
            <a:r>
              <a:rPr lang="de-DE" altLang="de-DE" sz="1400" b="1" dirty="0" err="1">
                <a:latin typeface="Courier New" panose="02070309020205020404" pitchFamily="49" charset="0"/>
                <a:cs typeface="Courier New" panose="02070309020205020404" pitchFamily="49" charset="0"/>
              </a:rPr>
              <a:t>help</a:t>
            </a:r>
            <a:r>
              <a:rPr lang="de-DE" altLang="de-DE" sz="1400" b="1" dirty="0">
                <a:latin typeface="Courier New" panose="02070309020205020404" pitchFamily="49" charset="0"/>
                <a:cs typeface="Courier New" panose="02070309020205020404" pitchFamily="49" charset="0"/>
              </a:rPr>
              <a:t>;</a:t>
            </a:r>
          </a:p>
          <a:p>
            <a:pPr>
              <a:spcBef>
                <a:spcPct val="0"/>
              </a:spcBef>
              <a:buFontTx/>
              <a:buNone/>
            </a:pPr>
            <a:r>
              <a:rPr lang="de-DE" altLang="de-DE" sz="14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440501669"/>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85FD96-1438-4A35-9AD7-33F8368E2E19}"/>
              </a:ext>
            </a:extLst>
          </p:cNvPr>
          <p:cNvSpPr>
            <a:spLocks noGrp="1" noChangeArrowheads="1"/>
          </p:cNvSpPr>
          <p:nvPr>
            <p:ph type="title"/>
          </p:nvPr>
        </p:nvSpPr>
        <p:spPr>
          <a:solidFill>
            <a:srgbClr val="FFC000"/>
          </a:solidFill>
        </p:spPr>
        <p:txBody>
          <a:bodyPr/>
          <a:lstStyle/>
          <a:p>
            <a:r>
              <a:rPr lang="de-DE" altLang="de-DE" sz="2800" dirty="0">
                <a:latin typeface="Calibri" panose="020F0502020204030204" pitchFamily="34" charset="0"/>
                <a:cs typeface="Calibri" panose="020F0502020204030204" pitchFamily="34" charset="0"/>
              </a:rPr>
              <a:t>Zeiger: Übung </a:t>
            </a:r>
          </a:p>
        </p:txBody>
      </p:sp>
      <p:sp>
        <p:nvSpPr>
          <p:cNvPr id="20483" name="Rectangle 3">
            <a:extLst>
              <a:ext uri="{FF2B5EF4-FFF2-40B4-BE49-F238E27FC236}">
                <a16:creationId xmlns:a16="http://schemas.microsoft.com/office/drawing/2014/main" id="{6EEBD1C3-5197-4418-BDFE-C80BCBE9F630}"/>
              </a:ext>
            </a:extLst>
          </p:cNvPr>
          <p:cNvSpPr>
            <a:spLocks noGrp="1" noChangeArrowheads="1"/>
          </p:cNvSpPr>
          <p:nvPr>
            <p:ph type="body" idx="1"/>
          </p:nvPr>
        </p:nvSpPr>
        <p:spPr>
          <a:xfrm>
            <a:off x="447675" y="904875"/>
            <a:ext cx="7729538" cy="5145088"/>
          </a:xfrm>
          <a:solidFill>
            <a:schemeClr val="bg1"/>
          </a:solidFill>
        </p:spPr>
        <p:txBody>
          <a:bodyPr/>
          <a:lstStyle/>
          <a:p>
            <a:pPr>
              <a:buFontTx/>
              <a:buAutoNum type="arabicPeriod"/>
            </a:pPr>
            <a:r>
              <a:rPr lang="en-US" altLang="de-DE" b="1" dirty="0">
                <a:latin typeface="Courier New" panose="02070309020205020404" pitchFamily="49" charset="0"/>
                <a:cs typeface="Courier New" panose="02070309020205020404" pitchFamily="49" charset="0"/>
              </a:rPr>
              <a:t>  int *pt1, *pt2;</a:t>
            </a:r>
            <a:endParaRPr lang="de-DE" altLang="de-DE" b="1" dirty="0">
              <a:latin typeface="Courier New" panose="02070309020205020404" pitchFamily="49" charset="0"/>
              <a:cs typeface="Courier New" panose="02070309020205020404" pitchFamily="49" charset="0"/>
            </a:endParaRPr>
          </a:p>
          <a:p>
            <a:pPr>
              <a:buFontTx/>
              <a:buAutoNum type="arabicPeriod"/>
            </a:pPr>
            <a:r>
              <a:rPr lang="en-US" altLang="de-DE" b="1" dirty="0">
                <a:latin typeface="Courier New" panose="02070309020205020404" pitchFamily="49" charset="0"/>
                <a:cs typeface="Courier New" panose="02070309020205020404" pitchFamily="49" charset="0"/>
              </a:rPr>
              <a:t>  </a:t>
            </a:r>
            <a:r>
              <a:rPr lang="de-DE" altLang="de-DE" b="1" dirty="0" err="1">
                <a:latin typeface="Courier New" panose="02070309020205020404" pitchFamily="49" charset="0"/>
                <a:cs typeface="Courier New" panose="02070309020205020404" pitchFamily="49" charset="0"/>
              </a:rPr>
              <a:t>int</a:t>
            </a:r>
            <a:r>
              <a:rPr lang="de-DE" altLang="de-DE" b="1" dirty="0">
                <a:latin typeface="Courier New" panose="02070309020205020404" pitchFamily="49" charset="0"/>
                <a:cs typeface="Courier New" panose="02070309020205020404" pitchFamily="49" charset="0"/>
              </a:rPr>
              <a:t> var1 = 10;</a:t>
            </a:r>
          </a:p>
          <a:p>
            <a:pPr>
              <a:buFontTx/>
              <a:buAutoNum type="arabicPeriod"/>
            </a:pPr>
            <a:r>
              <a:rPr lang="de-DE" altLang="de-DE" b="1" dirty="0">
                <a:latin typeface="Courier New" panose="02070309020205020404" pitchFamily="49" charset="0"/>
                <a:cs typeface="Courier New" panose="02070309020205020404" pitchFamily="49" charset="0"/>
              </a:rPr>
              <a:t>  </a:t>
            </a:r>
            <a:r>
              <a:rPr lang="de-DE" altLang="de-DE" b="1" dirty="0" err="1">
                <a:latin typeface="Courier New" panose="02070309020205020404" pitchFamily="49" charset="0"/>
                <a:cs typeface="Courier New" panose="02070309020205020404" pitchFamily="49" charset="0"/>
              </a:rPr>
              <a:t>int</a:t>
            </a:r>
            <a:r>
              <a:rPr lang="de-DE" altLang="de-DE" b="1" dirty="0">
                <a:latin typeface="Courier New" panose="02070309020205020404" pitchFamily="49" charset="0"/>
                <a:cs typeface="Courier New" panose="02070309020205020404" pitchFamily="49" charset="0"/>
              </a:rPr>
              <a:t> var2 = 20;</a:t>
            </a:r>
          </a:p>
          <a:p>
            <a:pPr>
              <a:buFontTx/>
              <a:buAutoNum type="arabicPeriod"/>
            </a:pPr>
            <a:r>
              <a:rPr lang="de-DE" altLang="de-DE" b="1" dirty="0">
                <a:latin typeface="Courier New" panose="02070309020205020404" pitchFamily="49" charset="0"/>
                <a:cs typeface="Courier New" panose="02070309020205020404" pitchFamily="49" charset="0"/>
              </a:rPr>
              <a:t> </a:t>
            </a:r>
          </a:p>
          <a:p>
            <a:pPr>
              <a:buFontTx/>
              <a:buAutoNum type="arabicPeriod"/>
            </a:pPr>
            <a:r>
              <a:rPr lang="de-DE" altLang="de-DE" b="1" dirty="0">
                <a:latin typeface="Courier New" panose="02070309020205020404" pitchFamily="49" charset="0"/>
                <a:cs typeface="Courier New" panose="02070309020205020404" pitchFamily="49" charset="0"/>
              </a:rPr>
              <a:t>  pt1  = &amp;var1; </a:t>
            </a:r>
          </a:p>
          <a:p>
            <a:pPr>
              <a:buFontTx/>
              <a:buAutoNum type="arabicPeriod"/>
            </a:pPr>
            <a:r>
              <a:rPr lang="de-DE" altLang="de-DE" b="1" dirty="0">
                <a:latin typeface="Courier New" panose="02070309020205020404" pitchFamily="49" charset="0"/>
                <a:cs typeface="Courier New" panose="02070309020205020404" pitchFamily="49" charset="0"/>
              </a:rPr>
              <a:t>  pt2  = pt1; </a:t>
            </a:r>
          </a:p>
          <a:p>
            <a:pPr>
              <a:buFontTx/>
              <a:buAutoNum type="arabicPeriod"/>
            </a:pPr>
            <a:r>
              <a:rPr lang="de-DE" altLang="de-DE" b="1" dirty="0">
                <a:latin typeface="Courier New" panose="02070309020205020404" pitchFamily="49" charset="0"/>
                <a:cs typeface="Courier New" panose="02070309020205020404" pitchFamily="49" charset="0"/>
              </a:rPr>
              <a:t>  *pt1 = *pt1 + 1; </a:t>
            </a:r>
          </a:p>
          <a:p>
            <a:pPr>
              <a:buFontTx/>
              <a:buAutoNum type="arabicPeriod"/>
            </a:pPr>
            <a:r>
              <a:rPr lang="de-DE" altLang="de-DE" b="1" dirty="0">
                <a:latin typeface="Courier New" panose="02070309020205020404" pitchFamily="49" charset="0"/>
                <a:cs typeface="Courier New" panose="02070309020205020404" pitchFamily="49" charset="0"/>
              </a:rPr>
              <a:t>  pt1  = &amp;var2; </a:t>
            </a:r>
          </a:p>
          <a:p>
            <a:pPr>
              <a:buFontTx/>
              <a:buAutoNum type="arabicPeriod"/>
            </a:pPr>
            <a:r>
              <a:rPr lang="de-DE" altLang="de-DE" b="1" dirty="0">
                <a:latin typeface="Courier New" panose="02070309020205020404" pitchFamily="49" charset="0"/>
                <a:cs typeface="Courier New" panose="02070309020205020404" pitchFamily="49" charset="0"/>
              </a:rPr>
              <a:t>  </a:t>
            </a:r>
            <a:r>
              <a:rPr lang="en-US" altLang="de-DE" b="1" dirty="0">
                <a:latin typeface="Courier New" panose="02070309020205020404" pitchFamily="49" charset="0"/>
                <a:cs typeface="Courier New" panose="02070309020205020404" pitchFamily="49" charset="0"/>
              </a:rPr>
              <a:t>(*pt1)++; </a:t>
            </a:r>
          </a:p>
          <a:p>
            <a:pPr>
              <a:buFontTx/>
              <a:buAutoNum type="arabicPeriod"/>
            </a:pPr>
            <a:r>
              <a:rPr lang="en-US" altLang="de-DE" b="1" dirty="0">
                <a:latin typeface="Courier New" panose="02070309020205020404" pitchFamily="49" charset="0"/>
                <a:cs typeface="Courier New" panose="02070309020205020404" pitchFamily="49" charset="0"/>
              </a:rPr>
              <a:t>  *pt2 = 15; </a:t>
            </a:r>
          </a:p>
          <a:p>
            <a:pPr>
              <a:buFontTx/>
              <a:buAutoNum type="arabicPeriod"/>
            </a:pPr>
            <a:r>
              <a:rPr lang="en-US" altLang="de-DE" b="1" dirty="0">
                <a:latin typeface="Courier New" panose="02070309020205020404" pitchFamily="49" charset="0"/>
                <a:cs typeface="Courier New" panose="02070309020205020404" pitchFamily="49" charset="0"/>
              </a:rPr>
              <a:t>  pt1 = &amp;var1;</a:t>
            </a:r>
            <a:r>
              <a:rPr lang="de-DE" altLang="de-DE" b="1" dirty="0">
                <a:latin typeface="Courier New" panose="02070309020205020404" pitchFamily="49" charset="0"/>
                <a:cs typeface="Courier New" panose="02070309020205020404" pitchFamily="49" charset="0"/>
              </a:rPr>
              <a:t> </a:t>
            </a:r>
          </a:p>
          <a:p>
            <a:pPr>
              <a:buFontTx/>
              <a:buAutoNum type="arabicPeriod"/>
            </a:pPr>
            <a:r>
              <a:rPr lang="de-DE" altLang="de-DE" b="1" dirty="0">
                <a:latin typeface="Courier New" panose="02070309020205020404" pitchFamily="49" charset="0"/>
                <a:cs typeface="Courier New" panose="02070309020205020404" pitchFamily="49" charset="0"/>
              </a:rPr>
              <a:t>  pt2  = &amp;var2; </a:t>
            </a:r>
          </a:p>
          <a:p>
            <a:pPr>
              <a:buFontTx/>
              <a:buAutoNum type="arabicPeriod"/>
            </a:pPr>
            <a:r>
              <a:rPr lang="de-DE" altLang="de-DE" b="1" dirty="0">
                <a:latin typeface="Courier New" panose="02070309020205020404" pitchFamily="49" charset="0"/>
                <a:cs typeface="Courier New" panose="02070309020205020404" pitchFamily="49" charset="0"/>
              </a:rPr>
              <a:t>  </a:t>
            </a:r>
            <a:r>
              <a:rPr lang="en-US" altLang="de-DE" b="1" dirty="0">
                <a:latin typeface="Courier New" panose="02070309020205020404" pitchFamily="49" charset="0"/>
                <a:cs typeface="Courier New" panose="02070309020205020404" pitchFamily="49" charset="0"/>
              </a:rPr>
              <a:t>*pt2 = *pt1; </a:t>
            </a:r>
          </a:p>
          <a:p>
            <a:pPr>
              <a:buFontTx/>
              <a:buAutoNum type="arabicPeriod"/>
            </a:pPr>
            <a:r>
              <a:rPr lang="en-US" altLang="de-DE" b="1" dirty="0">
                <a:latin typeface="Courier New" panose="02070309020205020404" pitchFamily="49" charset="0"/>
                <a:cs typeface="Courier New" panose="02070309020205020404" pitchFamily="49" charset="0"/>
              </a:rPr>
              <a:t>  *pt2 = 30; </a:t>
            </a:r>
          </a:p>
          <a:p>
            <a:pPr>
              <a:buFontTx/>
              <a:buAutoNum type="arabicPeriod"/>
            </a:pPr>
            <a:r>
              <a:rPr lang="en-US" altLang="de-DE" b="1" dirty="0">
                <a:latin typeface="Courier New" panose="02070309020205020404" pitchFamily="49" charset="0"/>
                <a:cs typeface="Courier New" panose="02070309020205020404" pitchFamily="49" charset="0"/>
              </a:rPr>
              <a:t>  </a:t>
            </a:r>
            <a:r>
              <a:rPr lang="de-DE" altLang="de-DE" b="1" dirty="0">
                <a:latin typeface="Courier New" panose="02070309020205020404" pitchFamily="49" charset="0"/>
                <a:cs typeface="Courier New" panose="02070309020205020404" pitchFamily="49" charset="0"/>
              </a:rPr>
              <a:t>pt2  = pt1; </a:t>
            </a:r>
          </a:p>
          <a:p>
            <a:pPr>
              <a:buFontTx/>
              <a:buAutoNum type="arabicPeriod"/>
            </a:pPr>
            <a:r>
              <a:rPr lang="de-DE" altLang="de-DE" b="1" dirty="0">
                <a:latin typeface="Courier New" panose="02070309020205020404" pitchFamily="49" charset="0"/>
                <a:cs typeface="Courier New" panose="02070309020205020404" pitchFamily="49" charset="0"/>
              </a:rPr>
              <a:t>  *pt2 = 30;          </a:t>
            </a:r>
            <a:endParaRPr lang="de-DE" altLang="de-DE" dirty="0"/>
          </a:p>
        </p:txBody>
      </p:sp>
      <p:sp>
        <p:nvSpPr>
          <p:cNvPr id="20484" name="Foliennummernplatzhalter 1">
            <a:extLst>
              <a:ext uri="{FF2B5EF4-FFF2-40B4-BE49-F238E27FC236}">
                <a16:creationId xmlns:a16="http://schemas.microsoft.com/office/drawing/2014/main" id="{76CB8DDD-9857-49EC-B287-0B50300AA72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ABAFD35B-2FB9-41DA-BC13-D7647FA2304B}" type="slidenum">
              <a:rPr lang="de-DE" altLang="de-DE" sz="1400" smtClean="0"/>
              <a:pPr>
                <a:spcBef>
                  <a:spcPct val="0"/>
                </a:spcBef>
                <a:buFontTx/>
                <a:buNone/>
              </a:pPr>
              <a:t>59</a:t>
            </a:fld>
            <a:endParaRPr lang="de-DE" altLang="de-DE" sz="1400"/>
          </a:p>
        </p:txBody>
      </p:sp>
      <p:sp>
        <p:nvSpPr>
          <p:cNvPr id="20485" name="Textfeld 1">
            <a:extLst>
              <a:ext uri="{FF2B5EF4-FFF2-40B4-BE49-F238E27FC236}">
                <a16:creationId xmlns:a16="http://schemas.microsoft.com/office/drawing/2014/main" id="{9D1CEBAD-CA3C-4F25-8F6E-6F92235501F0}"/>
              </a:ext>
            </a:extLst>
          </p:cNvPr>
          <p:cNvSpPr txBox="1">
            <a:spLocks noChangeArrowheads="1"/>
          </p:cNvSpPr>
          <p:nvPr/>
        </p:nvSpPr>
        <p:spPr bwMode="auto">
          <a:xfrm>
            <a:off x="447675" y="5691188"/>
            <a:ext cx="45681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r>
              <a:rPr lang="de-DE" altLang="de-DE" sz="1800" dirty="0">
                <a:latin typeface="Calibri" panose="020F0502020204030204" pitchFamily="34" charset="0"/>
                <a:cs typeface="Calibri" panose="020F0502020204030204" pitchFamily="34" charset="0"/>
              </a:rPr>
              <a:t>Frage: Sind </a:t>
            </a:r>
            <a:r>
              <a:rPr lang="de-DE" altLang="de-DE" sz="1800" b="1" dirty="0">
                <a:latin typeface="Courier New" panose="02070309020205020404" pitchFamily="49" charset="0"/>
                <a:cs typeface="Courier New" panose="02070309020205020404" pitchFamily="49" charset="0"/>
              </a:rPr>
              <a:t>var1</a:t>
            </a:r>
            <a:r>
              <a:rPr lang="de-DE" altLang="de-DE" sz="1800" dirty="0">
                <a:latin typeface="Calibri" panose="020F0502020204030204" pitchFamily="34" charset="0"/>
                <a:cs typeface="Calibri" panose="020F0502020204030204" pitchFamily="34" charset="0"/>
              </a:rPr>
              <a:t> und </a:t>
            </a:r>
            <a:r>
              <a:rPr lang="de-DE" altLang="de-DE" sz="1800" b="1" dirty="0">
                <a:latin typeface="Courier New" panose="02070309020205020404" pitchFamily="49" charset="0"/>
                <a:cs typeface="Courier New" panose="02070309020205020404" pitchFamily="49" charset="0"/>
              </a:rPr>
              <a:t>var2</a:t>
            </a:r>
            <a:r>
              <a:rPr lang="de-DE" altLang="de-DE" sz="1800" dirty="0">
                <a:latin typeface="Calibri" panose="020F0502020204030204" pitchFamily="34" charset="0"/>
                <a:cs typeface="Calibri" panose="020F0502020204030204" pitchFamily="34" charset="0"/>
              </a:rPr>
              <a:t> gleich oder nicht?</a:t>
            </a:r>
          </a:p>
        </p:txBody>
      </p:sp>
      <p:sp>
        <p:nvSpPr>
          <p:cNvPr id="2" name="Textfeld 1">
            <a:extLst>
              <a:ext uri="{FF2B5EF4-FFF2-40B4-BE49-F238E27FC236}">
                <a16:creationId xmlns:a16="http://schemas.microsoft.com/office/drawing/2014/main" id="{EF158947-BCFB-4E3A-8DB0-2043DE42C079}"/>
              </a:ext>
            </a:extLst>
          </p:cNvPr>
          <p:cNvSpPr txBox="1"/>
          <p:nvPr/>
        </p:nvSpPr>
        <p:spPr>
          <a:xfrm>
            <a:off x="5389210" y="5137190"/>
            <a:ext cx="3754790" cy="923330"/>
          </a:xfrm>
          <a:prstGeom prst="rect">
            <a:avLst/>
          </a:prstGeom>
          <a:noFill/>
        </p:spPr>
        <p:txBody>
          <a:bodyPr wrap="square" rtlCol="0">
            <a:spAutoFit/>
          </a:bodyPr>
          <a:lstStyle/>
          <a:p>
            <a:r>
              <a:rPr lang="de-DE" dirty="0">
                <a:latin typeface="Calibri" panose="020F0502020204030204" pitchFamily="34" charset="0"/>
                <a:cs typeface="Calibri" panose="020F0502020204030204" pitchFamily="34" charset="0"/>
              </a:rPr>
              <a:t>Bemerkung: Zur Überprüfung Ihrer Vermutung, führen Sie den Code einfach am Rechner aus.</a:t>
            </a:r>
          </a:p>
        </p:txBody>
      </p:sp>
    </p:spTree>
    <p:extLst>
      <p:ext uri="{BB962C8B-B14F-4D97-AF65-F5344CB8AC3E}">
        <p14:creationId xmlns:p14="http://schemas.microsoft.com/office/powerpoint/2010/main" val="17472607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92A440C5-2794-47E9-A673-9915ECB2C470}"/>
              </a:ext>
            </a:extLst>
          </p:cNvPr>
          <p:cNvSpPr>
            <a:spLocks noGrp="1" noChangeArrowheads="1"/>
          </p:cNvSpPr>
          <p:nvPr>
            <p:ph type="title" idx="4294967295"/>
          </p:nvPr>
        </p:nvSpPr>
        <p:spPr>
          <a:solidFill>
            <a:srgbClr val="FFC000"/>
          </a:solidFill>
        </p:spPr>
        <p:txBody>
          <a:bodyPr/>
          <a:lstStyle/>
          <a:p>
            <a:pPr eaLnBrk="1" hangingPunct="1"/>
            <a:r>
              <a:rPr lang="de-DE" altLang="de-DE" sz="2800" dirty="0">
                <a:latin typeface="Calibri" panose="020F0502020204030204" pitchFamily="34" charset="0"/>
                <a:cs typeface="Calibri" panose="020F0502020204030204" pitchFamily="34" charset="0"/>
              </a:rPr>
              <a:t>Zeiger auf Zeiger: Übung</a:t>
            </a:r>
          </a:p>
        </p:txBody>
      </p:sp>
      <p:sp>
        <p:nvSpPr>
          <p:cNvPr id="118787" name="Rectangle 3">
            <a:extLst>
              <a:ext uri="{FF2B5EF4-FFF2-40B4-BE49-F238E27FC236}">
                <a16:creationId xmlns:a16="http://schemas.microsoft.com/office/drawing/2014/main" id="{8D1AE324-009A-46F4-A905-D9803E039862}"/>
              </a:ext>
            </a:extLst>
          </p:cNvPr>
          <p:cNvSpPr>
            <a:spLocks noGrp="1" noChangeArrowheads="1"/>
          </p:cNvSpPr>
          <p:nvPr>
            <p:ph type="body" idx="4294967295"/>
          </p:nvPr>
        </p:nvSpPr>
        <p:spPr>
          <a:xfrm>
            <a:off x="457200" y="1038225"/>
            <a:ext cx="7729538" cy="4762500"/>
          </a:xfrm>
          <a:solidFill>
            <a:schemeClr val="bg1"/>
          </a:solidFill>
        </p:spPr>
        <p:txBody>
          <a:bodyPr/>
          <a:lstStyle/>
          <a:p>
            <a:pPr marL="0" indent="0" eaLnBrk="1" hangingPunct="1">
              <a:lnSpc>
                <a:spcPct val="90000"/>
              </a:lnSpc>
              <a:buFontTx/>
              <a:buNone/>
            </a:pPr>
            <a:r>
              <a:rPr lang="de-DE" altLang="de-DE" sz="1000" b="1" dirty="0">
                <a:latin typeface="Courier New" panose="02070309020205020404" pitchFamily="49" charset="0"/>
                <a:cs typeface="Courier New" panose="02070309020205020404" pitchFamily="49" charset="0"/>
              </a:rPr>
              <a:t>    </a:t>
            </a:r>
            <a:r>
              <a:rPr lang="de-DE" altLang="de-DE" sz="1400" b="1" dirty="0">
                <a:latin typeface="Courier New" panose="02070309020205020404" pitchFamily="49" charset="0"/>
                <a:cs typeface="Courier New" panose="02070309020205020404" pitchFamily="49" charset="0"/>
              </a:rPr>
              <a:t>1: </a:t>
            </a:r>
            <a:r>
              <a:rPr lang="de-DE" altLang="de-DE" sz="1400" b="1" dirty="0" err="1">
                <a:latin typeface="Courier New" panose="02070309020205020404" pitchFamily="49" charset="0"/>
                <a:cs typeface="Courier New" panose="02070309020205020404" pitchFamily="49" charset="0"/>
              </a:rPr>
              <a:t>int</a:t>
            </a: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gruselfeld</a:t>
            </a:r>
            <a:r>
              <a:rPr lang="de-DE" altLang="de-DE" sz="1400" b="1" dirty="0">
                <a:latin typeface="Courier New" panose="02070309020205020404" pitchFamily="49" charset="0"/>
                <a:cs typeface="Courier New" panose="02070309020205020404" pitchFamily="49" charset="0"/>
              </a:rPr>
              <a:t>[4];</a:t>
            </a:r>
          </a:p>
          <a:p>
            <a:pPr marL="0" indent="0" eaLnBrk="1" hangingPunct="1">
              <a:buFontTx/>
              <a:buNone/>
            </a:pPr>
            <a:r>
              <a:rPr lang="de-DE" altLang="de-DE" sz="1400" b="1" dirty="0">
                <a:latin typeface="Courier New" panose="02070309020205020404" pitchFamily="49" charset="0"/>
                <a:cs typeface="Courier New" panose="02070309020205020404" pitchFamily="49" charset="0"/>
              </a:rPr>
              <a:t>   2: </a:t>
            </a:r>
            <a:r>
              <a:rPr lang="de-DE" altLang="de-DE" sz="1400" b="1" dirty="0" err="1">
                <a:latin typeface="Courier New" panose="02070309020205020404" pitchFamily="49" charset="0"/>
                <a:cs typeface="Courier New" panose="02070309020205020404" pitchFamily="49" charset="0"/>
              </a:rPr>
              <a:t>int</a:t>
            </a:r>
            <a:r>
              <a:rPr lang="de-DE" altLang="de-DE" sz="1400" b="1" dirty="0">
                <a:latin typeface="Courier New" panose="02070309020205020404" pitchFamily="49" charset="0"/>
                <a:cs typeface="Courier New" panose="02070309020205020404" pitchFamily="49" charset="0"/>
              </a:rPr>
              <a:t> zahl;</a:t>
            </a:r>
          </a:p>
          <a:p>
            <a:pPr marL="0" indent="0" eaLnBrk="1" hangingPunct="1">
              <a:buFontTx/>
              <a:buNone/>
            </a:pPr>
            <a:r>
              <a:rPr lang="de-DE" altLang="de-DE" sz="1400" b="1" dirty="0">
                <a:latin typeface="Courier New" panose="02070309020205020404" pitchFamily="49" charset="0"/>
                <a:cs typeface="Courier New" panose="02070309020205020404" pitchFamily="49" charset="0"/>
              </a:rPr>
              <a:t>   3: </a:t>
            </a:r>
            <a:r>
              <a:rPr lang="de-DE" altLang="de-DE" sz="1400" b="1" dirty="0" err="1">
                <a:latin typeface="Courier New" panose="02070309020205020404" pitchFamily="49" charset="0"/>
                <a:cs typeface="Courier New" panose="02070309020205020404" pitchFamily="49" charset="0"/>
              </a:rPr>
              <a:t>int</a:t>
            </a:r>
            <a:r>
              <a:rPr lang="de-DE" altLang="de-DE" sz="1400" b="1" dirty="0">
                <a:latin typeface="Courier New" panose="02070309020205020404" pitchFamily="49" charset="0"/>
                <a:cs typeface="Courier New" panose="02070309020205020404" pitchFamily="49" charset="0"/>
              </a:rPr>
              <a:t> zisch[]={3,2,1};</a:t>
            </a:r>
          </a:p>
          <a:p>
            <a:pPr marL="0" indent="0" eaLnBrk="1" hangingPunct="1">
              <a:buFontTx/>
              <a:buNone/>
            </a:pPr>
            <a:r>
              <a:rPr lang="de-DE" altLang="de-DE" sz="1400" b="1" dirty="0">
                <a:latin typeface="Courier New" panose="02070309020205020404" pitchFamily="49" charset="0"/>
                <a:cs typeface="Courier New" panose="02070309020205020404" pitchFamily="49" charset="0"/>
              </a:rPr>
              <a:t>   4: </a:t>
            </a:r>
            <a:r>
              <a:rPr lang="de-DE" altLang="de-DE" sz="1400" b="1" dirty="0" err="1">
                <a:latin typeface="Courier New" panose="02070309020205020404" pitchFamily="49" charset="0"/>
                <a:cs typeface="Courier New" panose="02070309020205020404" pitchFamily="49" charset="0"/>
              </a:rPr>
              <a:t>int</a:t>
            </a:r>
            <a:r>
              <a:rPr lang="de-DE" altLang="de-DE" sz="1400" b="1" dirty="0">
                <a:latin typeface="Courier New" panose="02070309020205020404" pitchFamily="49" charset="0"/>
                <a:cs typeface="Courier New" panose="02070309020205020404" pitchFamily="49" charset="0"/>
              </a:rPr>
              <a:t> zapp[]={9,8};</a:t>
            </a:r>
          </a:p>
          <a:p>
            <a:pPr marL="0" indent="0" eaLnBrk="1" hangingPunct="1">
              <a:buFontTx/>
              <a:buNone/>
            </a:pPr>
            <a:r>
              <a:rPr lang="de-DE" altLang="de-DE" sz="1400" b="1" dirty="0">
                <a:latin typeface="Courier New" panose="02070309020205020404" pitchFamily="49" charset="0"/>
                <a:cs typeface="Courier New" panose="02070309020205020404" pitchFamily="49" charset="0"/>
              </a:rPr>
              <a:t>   5: </a:t>
            </a:r>
            <a:r>
              <a:rPr lang="de-DE" altLang="de-DE" sz="1400" b="1" dirty="0" err="1">
                <a:latin typeface="Courier New" panose="02070309020205020404" pitchFamily="49" charset="0"/>
                <a:cs typeface="Courier New" panose="02070309020205020404" pitchFamily="49" charset="0"/>
              </a:rPr>
              <a:t>char</a:t>
            </a: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rambaZamba</a:t>
            </a:r>
            <a:r>
              <a:rPr lang="de-DE" altLang="de-DE" sz="1400" b="1" dirty="0">
                <a:latin typeface="Courier New" panose="02070309020205020404" pitchFamily="49" charset="0"/>
                <a:cs typeface="Courier New" panose="02070309020205020404" pitchFamily="49" charset="0"/>
              </a:rPr>
              <a:t>[]={'+','$','M'};</a:t>
            </a:r>
          </a:p>
          <a:p>
            <a:pPr marL="0" indent="0" eaLnBrk="1" hangingPunct="1">
              <a:buFontTx/>
              <a:buNone/>
            </a:pPr>
            <a:r>
              <a:rPr lang="de-DE" altLang="de-DE" sz="1400" b="1" dirty="0">
                <a:latin typeface="Courier New" panose="02070309020205020404" pitchFamily="49" charset="0"/>
                <a:cs typeface="Courier New" panose="02070309020205020404" pitchFamily="49" charset="0"/>
              </a:rPr>
              <a:t>   6: </a:t>
            </a:r>
            <a:r>
              <a:rPr lang="de-DE" altLang="de-DE" sz="1400" b="1" dirty="0" err="1">
                <a:latin typeface="Courier New" panose="02070309020205020404" pitchFamily="49" charset="0"/>
                <a:cs typeface="Courier New" panose="02070309020205020404" pitchFamily="49" charset="0"/>
              </a:rPr>
              <a:t>int</a:t>
            </a: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vektor</a:t>
            </a:r>
            <a:r>
              <a:rPr lang="de-DE" altLang="de-DE" sz="1400" b="1" dirty="0">
                <a:latin typeface="Courier New" panose="02070309020205020404" pitchFamily="49" charset="0"/>
                <a:cs typeface="Courier New" panose="02070309020205020404" pitchFamily="49" charset="0"/>
              </a:rPr>
              <a:t>[]={27,18,0,42};</a:t>
            </a:r>
          </a:p>
          <a:p>
            <a:pPr marL="0" indent="0" eaLnBrk="1" hangingPunct="1">
              <a:buFontTx/>
              <a:buNone/>
            </a:pPr>
            <a:r>
              <a:rPr lang="de-DE" altLang="de-DE" sz="1400" b="1" dirty="0">
                <a:latin typeface="Courier New" panose="02070309020205020404" pitchFamily="49" charset="0"/>
                <a:cs typeface="Courier New" panose="02070309020205020404" pitchFamily="49" charset="0"/>
              </a:rPr>
              <a:t>   7: zahl=101010;</a:t>
            </a:r>
          </a:p>
          <a:p>
            <a:pPr marL="0" indent="0" eaLnBrk="1" hangingPunct="1">
              <a:buFontTx/>
              <a:buNone/>
            </a:pPr>
            <a:r>
              <a:rPr lang="de-DE" altLang="de-DE" sz="1400" b="1" dirty="0">
                <a:latin typeface="Courier New" panose="02070309020205020404" pitchFamily="49" charset="0"/>
                <a:cs typeface="Courier New" panose="02070309020205020404" pitchFamily="49" charset="0"/>
              </a:rPr>
              <a:t>   8: </a:t>
            </a:r>
            <a:r>
              <a:rPr lang="de-DE" altLang="de-DE" sz="1400" b="1" dirty="0" err="1">
                <a:latin typeface="Courier New" panose="02070309020205020404" pitchFamily="49" charset="0"/>
                <a:cs typeface="Courier New" panose="02070309020205020404" pitchFamily="49" charset="0"/>
              </a:rPr>
              <a:t>gruselfeld</a:t>
            </a:r>
            <a:r>
              <a:rPr lang="de-DE" altLang="de-DE" sz="1400" b="1" dirty="0">
                <a:latin typeface="Courier New" panose="02070309020205020404" pitchFamily="49" charset="0"/>
                <a:cs typeface="Courier New" panose="02070309020205020404" pitchFamily="49" charset="0"/>
              </a:rPr>
              <a:t>[2]=&amp;zahl;</a:t>
            </a:r>
          </a:p>
          <a:p>
            <a:pPr marL="0" indent="0" eaLnBrk="1" hangingPunct="1">
              <a:buFontTx/>
              <a:buNone/>
            </a:pPr>
            <a:r>
              <a:rPr lang="de-DE" altLang="de-DE" sz="1400" b="1" dirty="0">
                <a:latin typeface="Courier New" panose="02070309020205020404" pitchFamily="49" charset="0"/>
                <a:cs typeface="Courier New" panose="02070309020205020404" pitchFamily="49" charset="0"/>
              </a:rPr>
              <a:t>   9: *</a:t>
            </a:r>
            <a:r>
              <a:rPr lang="de-DE" altLang="de-DE" sz="1400" b="1" dirty="0" err="1">
                <a:latin typeface="Courier New" panose="02070309020205020404" pitchFamily="49" charset="0"/>
                <a:cs typeface="Courier New" panose="02070309020205020404" pitchFamily="49" charset="0"/>
              </a:rPr>
              <a:t>gruselfeld</a:t>
            </a:r>
            <a:r>
              <a:rPr lang="de-DE" altLang="de-DE" sz="1400" b="1" dirty="0">
                <a:latin typeface="Courier New" panose="02070309020205020404" pitchFamily="49" charset="0"/>
                <a:cs typeface="Courier New" panose="02070309020205020404" pitchFamily="49" charset="0"/>
              </a:rPr>
              <a:t> =zisch;</a:t>
            </a:r>
          </a:p>
          <a:p>
            <a:pPr marL="0" indent="0" eaLnBrk="1" hangingPunct="1">
              <a:buFontTx/>
              <a:buNone/>
            </a:pPr>
            <a:r>
              <a:rPr lang="de-DE" altLang="de-DE" sz="1400" b="1" dirty="0">
                <a:latin typeface="Courier New" panose="02070309020205020404" pitchFamily="49" charset="0"/>
                <a:cs typeface="Courier New" panose="02070309020205020404" pitchFamily="49" charset="0"/>
              </a:rPr>
              <a:t>   10: </a:t>
            </a:r>
            <a:r>
              <a:rPr lang="de-DE" altLang="de-DE" sz="1400" b="1" dirty="0" err="1">
                <a:latin typeface="Courier New" panose="02070309020205020404" pitchFamily="49" charset="0"/>
                <a:cs typeface="Courier New" panose="02070309020205020404" pitchFamily="49" charset="0"/>
              </a:rPr>
              <a:t>gruselfeld</a:t>
            </a:r>
            <a:r>
              <a:rPr lang="de-DE" altLang="de-DE" sz="1400" b="1" dirty="0">
                <a:latin typeface="Courier New" panose="02070309020205020404" pitchFamily="49" charset="0"/>
                <a:cs typeface="Courier New" panose="02070309020205020404" pitchFamily="49" charset="0"/>
              </a:rPr>
              <a:t>[3]=</a:t>
            </a:r>
            <a:r>
              <a:rPr lang="de-DE" altLang="de-DE" sz="1400" b="1" dirty="0" err="1">
                <a:latin typeface="Courier New" panose="02070309020205020404" pitchFamily="49" charset="0"/>
                <a:cs typeface="Courier New" panose="02070309020205020404" pitchFamily="49" charset="0"/>
              </a:rPr>
              <a:t>vektor</a:t>
            </a:r>
            <a:r>
              <a:rPr lang="de-DE" altLang="de-DE" sz="1400" b="1" dirty="0">
                <a:latin typeface="Courier New" panose="02070309020205020404" pitchFamily="49" charset="0"/>
                <a:cs typeface="Courier New" panose="02070309020205020404" pitchFamily="49" charset="0"/>
              </a:rPr>
              <a:t>;</a:t>
            </a:r>
          </a:p>
          <a:p>
            <a:pPr marL="0" indent="0" eaLnBrk="1" hangingPunct="1">
              <a:buFontTx/>
              <a:buNone/>
            </a:pPr>
            <a:r>
              <a:rPr lang="de-DE" altLang="de-DE" sz="1400" b="1" dirty="0">
                <a:latin typeface="Courier New" panose="02070309020205020404" pitchFamily="49" charset="0"/>
                <a:cs typeface="Courier New" panose="02070309020205020404" pitchFamily="49" charset="0"/>
              </a:rPr>
              <a:t>   11: *(gruselfeld+1)=&amp;zapp[0];</a:t>
            </a:r>
          </a:p>
          <a:p>
            <a:pPr marL="0" indent="0" eaLnBrk="1" hangingPunct="1">
              <a:buFontTx/>
              <a:buNone/>
            </a:pPr>
            <a:r>
              <a:rPr lang="de-DE" altLang="de-DE" sz="1400" b="1" dirty="0">
                <a:latin typeface="Courier New" panose="02070309020205020404" pitchFamily="49" charset="0"/>
                <a:cs typeface="Courier New" panose="02070309020205020404" pitchFamily="49" charset="0"/>
              </a:rPr>
              <a:t>   12: </a:t>
            </a:r>
            <a:r>
              <a:rPr lang="en-GB" altLang="de-DE" sz="1400" b="1" dirty="0" err="1">
                <a:latin typeface="Courier New" panose="02070309020205020404" pitchFamily="49" charset="0"/>
                <a:cs typeface="Courier New" panose="02070309020205020404" pitchFamily="49" charset="0"/>
              </a:rPr>
              <a:t>printf</a:t>
            </a:r>
            <a:r>
              <a:rPr lang="en-GB" altLang="de-DE" sz="1400" b="1" dirty="0">
                <a:latin typeface="Courier New" panose="02070309020205020404" pitchFamily="49" charset="0"/>
                <a:cs typeface="Courier New" panose="02070309020205020404" pitchFamily="49" charset="0"/>
              </a:rPr>
              <a:t> ("%c\n",*(rambaZamba+2));</a:t>
            </a:r>
          </a:p>
          <a:p>
            <a:pPr marL="0" indent="0" eaLnBrk="1" hangingPunct="1">
              <a:buFontTx/>
              <a:buNone/>
            </a:pPr>
            <a:r>
              <a:rPr lang="en-GB" altLang="de-DE" sz="1400" b="1" dirty="0">
                <a:latin typeface="Courier New" panose="02070309020205020404" pitchFamily="49" charset="0"/>
                <a:cs typeface="Courier New" panose="02070309020205020404" pitchFamily="49" charset="0"/>
              </a:rPr>
              <a:t>   </a:t>
            </a:r>
            <a:r>
              <a:rPr lang="de-DE" altLang="de-DE" sz="1400" b="1" dirty="0">
                <a:latin typeface="Courier New" panose="02070309020205020404" pitchFamily="49" charset="0"/>
                <a:cs typeface="Courier New" panose="02070309020205020404" pitchFamily="49" charset="0"/>
              </a:rPr>
              <a:t>13: </a:t>
            </a:r>
            <a:r>
              <a:rPr lang="en-GB" altLang="de-DE" sz="1400" b="1" dirty="0" err="1">
                <a:latin typeface="Courier New" panose="02070309020205020404" pitchFamily="49" charset="0"/>
                <a:cs typeface="Courier New" panose="02070309020205020404" pitchFamily="49" charset="0"/>
              </a:rPr>
              <a:t>printf</a:t>
            </a:r>
            <a:r>
              <a:rPr lang="en-GB" altLang="de-DE" sz="1400" b="1" dirty="0">
                <a:latin typeface="Courier New" panose="02070309020205020404" pitchFamily="49" charset="0"/>
                <a:cs typeface="Courier New" panose="02070309020205020404" pitchFamily="49" charset="0"/>
              </a:rPr>
              <a:t> ("%</a:t>
            </a:r>
            <a:r>
              <a:rPr lang="en-GB" altLang="de-DE" sz="1400" b="1" dirty="0" err="1">
                <a:latin typeface="Courier New" panose="02070309020205020404" pitchFamily="49" charset="0"/>
                <a:cs typeface="Courier New" panose="02070309020205020404" pitchFamily="49" charset="0"/>
              </a:rPr>
              <a:t>i</a:t>
            </a:r>
            <a:r>
              <a:rPr lang="en-GB" altLang="de-DE" sz="1400" b="1" dirty="0">
                <a:latin typeface="Courier New" panose="02070309020205020404" pitchFamily="49" charset="0"/>
                <a:cs typeface="Courier New" panose="02070309020205020404" pitchFamily="49" charset="0"/>
              </a:rPr>
              <a:t>\n",*(gruselfeld+1));</a:t>
            </a:r>
          </a:p>
          <a:p>
            <a:pPr marL="0" indent="0" eaLnBrk="1" hangingPunct="1">
              <a:buFontTx/>
              <a:buNone/>
            </a:pPr>
            <a:r>
              <a:rPr lang="en-GB" altLang="de-DE" sz="1400" b="1" dirty="0">
                <a:latin typeface="Courier New" panose="02070309020205020404" pitchFamily="49" charset="0"/>
                <a:cs typeface="Courier New" panose="02070309020205020404" pitchFamily="49" charset="0"/>
              </a:rPr>
              <a:t>   </a:t>
            </a:r>
            <a:r>
              <a:rPr lang="de-DE" altLang="de-DE" sz="1400" b="1" dirty="0">
                <a:latin typeface="Courier New" panose="02070309020205020404" pitchFamily="49" charset="0"/>
                <a:cs typeface="Courier New" panose="02070309020205020404" pitchFamily="49" charset="0"/>
              </a:rPr>
              <a:t>14: </a:t>
            </a:r>
            <a:r>
              <a:rPr lang="en-GB" altLang="de-DE" sz="1400" b="1" dirty="0" err="1">
                <a:latin typeface="Courier New" panose="02070309020205020404" pitchFamily="49" charset="0"/>
                <a:cs typeface="Courier New" panose="02070309020205020404" pitchFamily="49" charset="0"/>
              </a:rPr>
              <a:t>printf</a:t>
            </a:r>
            <a:r>
              <a:rPr lang="en-GB" altLang="de-DE" sz="1400" b="1" dirty="0">
                <a:latin typeface="Courier New" panose="02070309020205020404" pitchFamily="49" charset="0"/>
                <a:cs typeface="Courier New" panose="02070309020205020404" pitchFamily="49" charset="0"/>
              </a:rPr>
              <a:t> ("%</a:t>
            </a:r>
            <a:r>
              <a:rPr lang="en-GB" altLang="de-DE" sz="1400" b="1" dirty="0" err="1">
                <a:latin typeface="Courier New" panose="02070309020205020404" pitchFamily="49" charset="0"/>
                <a:cs typeface="Courier New" panose="02070309020205020404" pitchFamily="49" charset="0"/>
              </a:rPr>
              <a:t>i</a:t>
            </a:r>
            <a:r>
              <a:rPr lang="en-GB" altLang="de-DE" sz="1400" b="1" dirty="0">
                <a:latin typeface="Courier New" panose="02070309020205020404" pitchFamily="49" charset="0"/>
                <a:cs typeface="Courier New" panose="02070309020205020404" pitchFamily="49" charset="0"/>
              </a:rPr>
              <a:t>\n",**</a:t>
            </a:r>
            <a:r>
              <a:rPr lang="en-GB" altLang="de-DE" sz="1400" b="1" dirty="0" err="1">
                <a:latin typeface="Courier New" panose="02070309020205020404" pitchFamily="49" charset="0"/>
                <a:cs typeface="Courier New" panose="02070309020205020404" pitchFamily="49" charset="0"/>
              </a:rPr>
              <a:t>gruselfeld</a:t>
            </a:r>
            <a:r>
              <a:rPr lang="en-GB" altLang="de-DE" sz="1400" b="1" dirty="0">
                <a:latin typeface="Courier New" panose="02070309020205020404" pitchFamily="49" charset="0"/>
                <a:cs typeface="Courier New" panose="02070309020205020404" pitchFamily="49" charset="0"/>
              </a:rPr>
              <a:t>);</a:t>
            </a:r>
          </a:p>
          <a:p>
            <a:pPr marL="0" indent="0" eaLnBrk="1" hangingPunct="1">
              <a:buFontTx/>
              <a:buNone/>
            </a:pPr>
            <a:r>
              <a:rPr lang="en-GB" altLang="de-DE" sz="1400" b="1" dirty="0">
                <a:latin typeface="Courier New" panose="02070309020205020404" pitchFamily="49" charset="0"/>
                <a:cs typeface="Courier New" panose="02070309020205020404" pitchFamily="49" charset="0"/>
              </a:rPr>
              <a:t>   </a:t>
            </a:r>
            <a:r>
              <a:rPr lang="de-DE" altLang="de-DE" sz="1400" b="1" dirty="0">
                <a:latin typeface="Courier New" panose="02070309020205020404" pitchFamily="49" charset="0"/>
                <a:cs typeface="Courier New" panose="02070309020205020404" pitchFamily="49" charset="0"/>
              </a:rPr>
              <a:t>15: </a:t>
            </a:r>
            <a:r>
              <a:rPr lang="en-GB" altLang="de-DE" sz="1400" b="1" dirty="0" err="1">
                <a:latin typeface="Courier New" panose="02070309020205020404" pitchFamily="49" charset="0"/>
                <a:cs typeface="Courier New" panose="02070309020205020404" pitchFamily="49" charset="0"/>
              </a:rPr>
              <a:t>printf</a:t>
            </a:r>
            <a:r>
              <a:rPr lang="en-GB" altLang="de-DE" sz="1400" b="1" dirty="0">
                <a:latin typeface="Courier New" panose="02070309020205020404" pitchFamily="49" charset="0"/>
                <a:cs typeface="Courier New" panose="02070309020205020404" pitchFamily="49" charset="0"/>
              </a:rPr>
              <a:t> ("%</a:t>
            </a:r>
            <a:r>
              <a:rPr lang="en-GB" altLang="de-DE" sz="1400" b="1" dirty="0" err="1">
                <a:latin typeface="Courier New" panose="02070309020205020404" pitchFamily="49" charset="0"/>
                <a:cs typeface="Courier New" panose="02070309020205020404" pitchFamily="49" charset="0"/>
              </a:rPr>
              <a:t>i</a:t>
            </a:r>
            <a:r>
              <a:rPr lang="en-GB" altLang="de-DE" sz="1400" b="1" dirty="0">
                <a:latin typeface="Courier New" panose="02070309020205020404" pitchFamily="49" charset="0"/>
                <a:cs typeface="Courier New" panose="02070309020205020404" pitchFamily="49" charset="0"/>
              </a:rPr>
              <a:t>\n",*(</a:t>
            </a:r>
            <a:r>
              <a:rPr lang="en-GB" altLang="de-DE" sz="1400" b="1" dirty="0" err="1">
                <a:latin typeface="Courier New" panose="02070309020205020404" pitchFamily="49" charset="0"/>
                <a:cs typeface="Courier New" panose="02070309020205020404" pitchFamily="49" charset="0"/>
              </a:rPr>
              <a:t>gruselfeld</a:t>
            </a:r>
            <a:r>
              <a:rPr lang="en-GB" altLang="de-DE" sz="1400" b="1" dirty="0">
                <a:latin typeface="Courier New" panose="02070309020205020404" pitchFamily="49" charset="0"/>
                <a:cs typeface="Courier New" panose="02070309020205020404" pitchFamily="49" charset="0"/>
              </a:rPr>
              <a:t>[3]+2));</a:t>
            </a:r>
          </a:p>
          <a:p>
            <a:pPr marL="0" indent="0" eaLnBrk="1" hangingPunct="1">
              <a:buFontTx/>
              <a:buNone/>
            </a:pPr>
            <a:r>
              <a:rPr lang="en-GB" altLang="de-DE" sz="1400" b="1" dirty="0">
                <a:latin typeface="Courier New" panose="02070309020205020404" pitchFamily="49" charset="0"/>
                <a:cs typeface="Courier New" panose="02070309020205020404" pitchFamily="49" charset="0"/>
              </a:rPr>
              <a:t>   </a:t>
            </a:r>
            <a:r>
              <a:rPr lang="de-DE" altLang="de-DE" sz="1400" b="1" dirty="0">
                <a:latin typeface="Courier New" panose="02070309020205020404" pitchFamily="49" charset="0"/>
                <a:cs typeface="Courier New" panose="02070309020205020404" pitchFamily="49" charset="0"/>
              </a:rPr>
              <a:t>16: </a:t>
            </a:r>
            <a:r>
              <a:rPr lang="en-GB" altLang="de-DE" sz="1400" b="1" dirty="0" err="1">
                <a:latin typeface="Courier New" panose="02070309020205020404" pitchFamily="49" charset="0"/>
                <a:cs typeface="Courier New" panose="02070309020205020404" pitchFamily="49" charset="0"/>
              </a:rPr>
              <a:t>printf</a:t>
            </a:r>
            <a:r>
              <a:rPr lang="en-GB" altLang="de-DE" sz="1400" b="1" dirty="0">
                <a:latin typeface="Courier New" panose="02070309020205020404" pitchFamily="49" charset="0"/>
                <a:cs typeface="Courier New" panose="02070309020205020404" pitchFamily="49" charset="0"/>
              </a:rPr>
              <a:t> ("%c\n",</a:t>
            </a:r>
            <a:r>
              <a:rPr lang="en-GB" altLang="de-DE" sz="1400" b="1" dirty="0" err="1">
                <a:latin typeface="Courier New" panose="02070309020205020404" pitchFamily="49" charset="0"/>
                <a:cs typeface="Courier New" panose="02070309020205020404" pitchFamily="49" charset="0"/>
              </a:rPr>
              <a:t>rambaZamba</a:t>
            </a:r>
            <a:r>
              <a:rPr lang="en-GB" altLang="de-DE" sz="1400" b="1" dirty="0">
                <a:latin typeface="Courier New" panose="02070309020205020404" pitchFamily="49" charset="0"/>
                <a:cs typeface="Courier New" panose="02070309020205020404" pitchFamily="49" charset="0"/>
              </a:rPr>
              <a:t>[1]);</a:t>
            </a:r>
          </a:p>
          <a:p>
            <a:pPr marL="0" indent="0" eaLnBrk="1" hangingPunct="1">
              <a:buFontTx/>
              <a:buNone/>
            </a:pPr>
            <a:r>
              <a:rPr lang="en-GB" altLang="de-DE" sz="1400" b="1" dirty="0">
                <a:latin typeface="Courier New" panose="02070309020205020404" pitchFamily="49" charset="0"/>
                <a:cs typeface="Courier New" panose="02070309020205020404" pitchFamily="49" charset="0"/>
              </a:rPr>
              <a:t>   </a:t>
            </a:r>
            <a:r>
              <a:rPr lang="de-DE" altLang="de-DE" sz="1400" b="1" dirty="0">
                <a:latin typeface="Courier New" panose="02070309020205020404" pitchFamily="49" charset="0"/>
                <a:cs typeface="Courier New" panose="02070309020205020404" pitchFamily="49" charset="0"/>
              </a:rPr>
              <a:t>17: </a:t>
            </a:r>
            <a:r>
              <a:rPr lang="de-DE" altLang="de-DE" sz="1400" b="1" dirty="0" err="1">
                <a:latin typeface="Courier New" panose="02070309020205020404" pitchFamily="49" charset="0"/>
                <a:cs typeface="Courier New" panose="02070309020205020404" pitchFamily="49" charset="0"/>
              </a:rPr>
              <a:t>printf</a:t>
            </a:r>
            <a:r>
              <a:rPr lang="de-DE" altLang="de-DE" sz="1400" b="1" dirty="0">
                <a:latin typeface="Courier New" panose="02070309020205020404" pitchFamily="49" charset="0"/>
                <a:cs typeface="Courier New" panose="02070309020205020404" pitchFamily="49" charset="0"/>
              </a:rPr>
              <a:t> ("%i\n",*(*(</a:t>
            </a:r>
            <a:r>
              <a:rPr lang="de-DE" altLang="de-DE" sz="1400" b="1" dirty="0" err="1">
                <a:latin typeface="Courier New" panose="02070309020205020404" pitchFamily="49" charset="0"/>
                <a:cs typeface="Courier New" panose="02070309020205020404" pitchFamily="49" charset="0"/>
              </a:rPr>
              <a:t>gruselfeld</a:t>
            </a:r>
            <a:r>
              <a:rPr lang="de-DE" altLang="de-DE" sz="1400" b="1" dirty="0">
                <a:latin typeface="Courier New" panose="02070309020205020404" pitchFamily="49" charset="0"/>
                <a:cs typeface="Courier New" panose="02070309020205020404" pitchFamily="49" charset="0"/>
              </a:rPr>
              <a:t> +1)+1));</a:t>
            </a:r>
          </a:p>
          <a:p>
            <a:pPr marL="0" indent="0" eaLnBrk="1" hangingPunct="1">
              <a:buFontTx/>
              <a:buNone/>
            </a:pPr>
            <a:r>
              <a:rPr lang="de-DE" altLang="de-DE" sz="1400" b="1" dirty="0">
                <a:latin typeface="Courier New" panose="02070309020205020404" pitchFamily="49" charset="0"/>
                <a:cs typeface="Courier New" panose="02070309020205020404" pitchFamily="49" charset="0"/>
              </a:rPr>
              <a:t>   18: </a:t>
            </a:r>
            <a:r>
              <a:rPr lang="de-DE" altLang="de-DE" sz="1400" b="1" dirty="0" err="1">
                <a:latin typeface="Courier New" panose="02070309020205020404" pitchFamily="49" charset="0"/>
                <a:cs typeface="Courier New" panose="02070309020205020404" pitchFamily="49" charset="0"/>
              </a:rPr>
              <a:t>printf</a:t>
            </a:r>
            <a:r>
              <a:rPr lang="de-DE" altLang="de-DE" sz="1400" b="1" dirty="0">
                <a:latin typeface="Courier New" panose="02070309020205020404" pitchFamily="49" charset="0"/>
                <a:cs typeface="Courier New" panose="02070309020205020404" pitchFamily="49" charset="0"/>
              </a:rPr>
              <a:t> ("%i\n", </a:t>
            </a:r>
            <a:r>
              <a:rPr lang="de-DE" altLang="de-DE" sz="1400" b="1" dirty="0" err="1">
                <a:latin typeface="Courier New" panose="02070309020205020404" pitchFamily="49" charset="0"/>
                <a:cs typeface="Courier New" panose="02070309020205020404" pitchFamily="49" charset="0"/>
              </a:rPr>
              <a:t>gruselfeld</a:t>
            </a:r>
            <a:r>
              <a:rPr lang="de-DE" altLang="de-DE" sz="1400" b="1" dirty="0">
                <a:latin typeface="Courier New" panose="02070309020205020404" pitchFamily="49" charset="0"/>
                <a:cs typeface="Courier New" panose="02070309020205020404" pitchFamily="49" charset="0"/>
              </a:rPr>
              <a:t> [2][3]);</a:t>
            </a:r>
          </a:p>
        </p:txBody>
      </p:sp>
      <p:sp>
        <p:nvSpPr>
          <p:cNvPr id="2" name="Textfeld 1">
            <a:extLst>
              <a:ext uri="{FF2B5EF4-FFF2-40B4-BE49-F238E27FC236}">
                <a16:creationId xmlns:a16="http://schemas.microsoft.com/office/drawing/2014/main" id="{978E1B90-A610-4579-B5B1-C6D909D91D33}"/>
              </a:ext>
            </a:extLst>
          </p:cNvPr>
          <p:cNvSpPr txBox="1"/>
          <p:nvPr/>
        </p:nvSpPr>
        <p:spPr>
          <a:xfrm>
            <a:off x="401216" y="5760521"/>
            <a:ext cx="7401770" cy="615553"/>
          </a:xfrm>
          <a:prstGeom prst="rect">
            <a:avLst/>
          </a:prstGeom>
          <a:noFill/>
        </p:spPr>
        <p:txBody>
          <a:bodyPr wrap="none" rtlCol="0">
            <a:spAutoFit/>
          </a:bodyPr>
          <a:lstStyle/>
          <a:p>
            <a:r>
              <a:rPr lang="de-DE" sz="1600" dirty="0">
                <a:latin typeface="Calibri" panose="020F0502020204030204" pitchFamily="34" charset="0"/>
                <a:cs typeface="Calibri" panose="020F0502020204030204" pitchFamily="34" charset="0"/>
              </a:rPr>
              <a:t>Lösung eines ähnlichen Beispiels: www.youtube.com/watch?v=J7z4D1K3z5M&amp;t=20s</a:t>
            </a:r>
          </a:p>
          <a:p>
            <a:endParaRPr lang="de-DE" dirty="0"/>
          </a:p>
        </p:txBody>
      </p:sp>
      <p:sp>
        <p:nvSpPr>
          <p:cNvPr id="5" name="Textfeld 4">
            <a:extLst>
              <a:ext uri="{FF2B5EF4-FFF2-40B4-BE49-F238E27FC236}">
                <a16:creationId xmlns:a16="http://schemas.microsoft.com/office/drawing/2014/main" id="{C82F84BB-405D-4823-9582-450A686815A9}"/>
              </a:ext>
            </a:extLst>
          </p:cNvPr>
          <p:cNvSpPr txBox="1"/>
          <p:nvPr/>
        </p:nvSpPr>
        <p:spPr>
          <a:xfrm>
            <a:off x="6709375" y="4252317"/>
            <a:ext cx="2282225" cy="1477328"/>
          </a:xfrm>
          <a:prstGeom prst="rect">
            <a:avLst/>
          </a:prstGeom>
          <a:noFill/>
        </p:spPr>
        <p:txBody>
          <a:bodyPr wrap="square" rtlCol="0">
            <a:spAutoFit/>
          </a:bodyPr>
          <a:lstStyle/>
          <a:p>
            <a:r>
              <a:rPr lang="de-DE" dirty="0">
                <a:latin typeface="Calibri" panose="020F0502020204030204" pitchFamily="34" charset="0"/>
                <a:cs typeface="Calibri" panose="020F0502020204030204" pitchFamily="34" charset="0"/>
              </a:rPr>
              <a:t>Bemerkung: Zur Überprüfung Ihrer Vermutung, führen Sie den Code einfach am Rechner aus.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C0D5F5BA-4A2E-4570-80DF-23E54F95C51C}"/>
              </a:ext>
            </a:extLst>
          </p:cNvPr>
          <p:cNvSpPr>
            <a:spLocks noGrp="1" noChangeArrowheads="1"/>
          </p:cNvSpPr>
          <p:nvPr>
            <p:ph type="title" idx="4294967295"/>
          </p:nvPr>
        </p:nvSpPr>
        <p:spPr>
          <a:solidFill>
            <a:srgbClr val="FFC000"/>
          </a:solidFill>
        </p:spPr>
        <p:txBody>
          <a:bodyPr/>
          <a:lstStyle/>
          <a:p>
            <a:pPr eaLnBrk="1" hangingPunct="1"/>
            <a:r>
              <a:rPr lang="de-DE" altLang="de-DE" sz="2800" dirty="0">
                <a:latin typeface="Calibri" panose="020F0502020204030204" pitchFamily="34" charset="0"/>
                <a:cs typeface="Calibri" panose="020F0502020204030204" pitchFamily="34" charset="0"/>
              </a:rPr>
              <a:t>Zeiger: Übung</a:t>
            </a:r>
          </a:p>
        </p:txBody>
      </p:sp>
      <p:sp>
        <p:nvSpPr>
          <p:cNvPr id="120835" name="Rectangle 3">
            <a:extLst>
              <a:ext uri="{FF2B5EF4-FFF2-40B4-BE49-F238E27FC236}">
                <a16:creationId xmlns:a16="http://schemas.microsoft.com/office/drawing/2014/main" id="{71BF4193-C091-42E5-8A41-8FFF10228D1E}"/>
              </a:ext>
            </a:extLst>
          </p:cNvPr>
          <p:cNvSpPr>
            <a:spLocks noGrp="1" noChangeArrowheads="1"/>
          </p:cNvSpPr>
          <p:nvPr>
            <p:ph type="body" idx="4294967295"/>
          </p:nvPr>
        </p:nvSpPr>
        <p:spPr>
          <a:xfrm>
            <a:off x="304800" y="1690132"/>
            <a:ext cx="7729538" cy="3847068"/>
          </a:xfrm>
          <a:solidFill>
            <a:schemeClr val="bg1"/>
          </a:solidFill>
        </p:spPr>
        <p:txBody>
          <a:bodyPr/>
          <a:lstStyle/>
          <a:p>
            <a:pPr marL="0" indent="0" eaLnBrk="1" hangingPunct="1">
              <a:lnSpc>
                <a:spcPct val="90000"/>
              </a:lnSpc>
              <a:buFontTx/>
              <a:buNone/>
            </a:pPr>
            <a:r>
              <a:rPr lang="de-DE" altLang="de-DE" sz="2000" b="1" dirty="0">
                <a:latin typeface="Courier New" panose="02070309020205020404" pitchFamily="49" charset="0"/>
                <a:cs typeface="Courier New" panose="02070309020205020404" pitchFamily="49" charset="0"/>
              </a:rPr>
              <a:t>   </a:t>
            </a:r>
            <a:r>
              <a:rPr lang="de-DE" altLang="de-DE" sz="2000" b="1" dirty="0" err="1">
                <a:latin typeface="Courier New" panose="02070309020205020404" pitchFamily="49" charset="0"/>
                <a:cs typeface="Courier New" panose="02070309020205020404" pitchFamily="49" charset="0"/>
              </a:rPr>
              <a:t>int</a:t>
            </a:r>
            <a:r>
              <a:rPr lang="de-DE" altLang="de-DE" sz="2000" b="1" dirty="0">
                <a:latin typeface="Courier New" panose="02070309020205020404" pitchFamily="49" charset="0"/>
                <a:cs typeface="Courier New" panose="02070309020205020404" pitchFamily="49" charset="0"/>
              </a:rPr>
              <a:t> p[2];</a:t>
            </a:r>
          </a:p>
          <a:p>
            <a:pPr marL="0" indent="0" eaLnBrk="1" hangingPunct="1">
              <a:lnSpc>
                <a:spcPct val="90000"/>
              </a:lnSpc>
              <a:buFontTx/>
              <a:buNone/>
            </a:pPr>
            <a:r>
              <a:rPr lang="de-DE" altLang="de-DE" sz="2000" b="1" dirty="0">
                <a:latin typeface="Courier New" panose="02070309020205020404" pitchFamily="49" charset="0"/>
                <a:cs typeface="Courier New" panose="02070309020205020404" pitchFamily="49" charset="0"/>
              </a:rPr>
              <a:t>   </a:t>
            </a:r>
            <a:r>
              <a:rPr lang="de-DE" altLang="de-DE" sz="2000" b="1" dirty="0" err="1">
                <a:latin typeface="Courier New" panose="02070309020205020404" pitchFamily="49" charset="0"/>
                <a:cs typeface="Courier New" panose="02070309020205020404" pitchFamily="49" charset="0"/>
              </a:rPr>
              <a:t>int</a:t>
            </a:r>
            <a:r>
              <a:rPr lang="de-DE" altLang="de-DE" sz="2000" b="1" dirty="0">
                <a:latin typeface="Courier New" panose="02070309020205020404" pitchFamily="49" charset="0"/>
                <a:cs typeface="Courier New" panose="02070309020205020404" pitchFamily="49" charset="0"/>
              </a:rPr>
              <a:t> *z;</a:t>
            </a:r>
          </a:p>
          <a:p>
            <a:pPr marL="0" indent="0" eaLnBrk="1" hangingPunct="1">
              <a:lnSpc>
                <a:spcPct val="90000"/>
              </a:lnSpc>
              <a:buFontTx/>
              <a:buNone/>
            </a:pPr>
            <a:r>
              <a:rPr lang="de-DE" altLang="de-DE" sz="2000" b="1" dirty="0">
                <a:latin typeface="Courier New" panose="02070309020205020404" pitchFamily="49" charset="0"/>
                <a:cs typeface="Courier New" panose="02070309020205020404" pitchFamily="49" charset="0"/>
              </a:rPr>
              <a:t>   z=&amp;p[0];</a:t>
            </a:r>
          </a:p>
          <a:p>
            <a:pPr marL="0" indent="0" eaLnBrk="1" hangingPunct="1">
              <a:lnSpc>
                <a:spcPct val="90000"/>
              </a:lnSpc>
              <a:buFontTx/>
              <a:buNone/>
            </a:pPr>
            <a:r>
              <a:rPr lang="de-DE" altLang="de-DE" sz="2000" b="1" dirty="0">
                <a:latin typeface="Courier New" panose="02070309020205020404" pitchFamily="49" charset="0"/>
                <a:cs typeface="Courier New" panose="02070309020205020404" pitchFamily="49" charset="0"/>
              </a:rPr>
              <a:t>   p[0]=1;</a:t>
            </a:r>
          </a:p>
          <a:p>
            <a:pPr marL="0" indent="0" eaLnBrk="1" hangingPunct="1">
              <a:lnSpc>
                <a:spcPct val="90000"/>
              </a:lnSpc>
              <a:buFontTx/>
              <a:buNone/>
            </a:pPr>
            <a:r>
              <a:rPr lang="de-DE" altLang="de-DE" sz="2000" b="1" dirty="0">
                <a:latin typeface="Courier New" panose="02070309020205020404" pitchFamily="49" charset="0"/>
                <a:cs typeface="Courier New" panose="02070309020205020404" pitchFamily="49" charset="0"/>
              </a:rPr>
              <a:t>   p[1]=42;</a:t>
            </a:r>
          </a:p>
          <a:p>
            <a:pPr marL="0" indent="0" eaLnBrk="1" hangingPunct="1">
              <a:lnSpc>
                <a:spcPct val="90000"/>
              </a:lnSpc>
              <a:buFontTx/>
              <a:buNone/>
            </a:pPr>
            <a:r>
              <a:rPr lang="de-DE" altLang="de-DE" sz="2000" b="1" dirty="0">
                <a:latin typeface="Courier New" panose="02070309020205020404" pitchFamily="49" charset="0"/>
                <a:cs typeface="Courier New" panose="02070309020205020404" pitchFamily="49" charset="0"/>
              </a:rPr>
              <a:t>   </a:t>
            </a:r>
            <a:r>
              <a:rPr lang="de-DE" altLang="de-DE" sz="2000" b="1" dirty="0" err="1">
                <a:latin typeface="Courier New" panose="02070309020205020404" pitchFamily="49" charset="0"/>
                <a:cs typeface="Courier New" panose="02070309020205020404" pitchFamily="49" charset="0"/>
              </a:rPr>
              <a:t>printf</a:t>
            </a:r>
            <a:r>
              <a:rPr lang="de-DE" altLang="de-DE" sz="2000" b="1" dirty="0">
                <a:latin typeface="Courier New" panose="02070309020205020404" pitchFamily="49" charset="0"/>
                <a:cs typeface="Courier New" panose="02070309020205020404" pitchFamily="49" charset="0"/>
              </a:rPr>
              <a:t>("p[0]=%i p[1]=%i\</a:t>
            </a:r>
            <a:r>
              <a:rPr lang="de-DE" altLang="de-DE" sz="2000" b="1" dirty="0" err="1">
                <a:latin typeface="Courier New" panose="02070309020205020404" pitchFamily="49" charset="0"/>
                <a:cs typeface="Courier New" panose="02070309020205020404" pitchFamily="49" charset="0"/>
              </a:rPr>
              <a:t>n",p</a:t>
            </a:r>
            <a:r>
              <a:rPr lang="de-DE" altLang="de-DE" sz="2000" b="1" dirty="0">
                <a:latin typeface="Courier New" panose="02070309020205020404" pitchFamily="49" charset="0"/>
                <a:cs typeface="Courier New" panose="02070309020205020404" pitchFamily="49" charset="0"/>
              </a:rPr>
              <a:t>[0],p[1]);       </a:t>
            </a:r>
            <a:br>
              <a:rPr lang="de-DE" altLang="de-DE" sz="2000" b="1" dirty="0">
                <a:latin typeface="Courier New" panose="02070309020205020404" pitchFamily="49" charset="0"/>
                <a:cs typeface="Courier New" panose="02070309020205020404" pitchFamily="49" charset="0"/>
              </a:rPr>
            </a:br>
            <a:r>
              <a:rPr lang="de-DE" altLang="de-DE" sz="2000" b="1" dirty="0">
                <a:latin typeface="Courier New" panose="02070309020205020404" pitchFamily="49" charset="0"/>
                <a:cs typeface="Courier New" panose="02070309020205020404" pitchFamily="49" charset="0"/>
              </a:rPr>
              <a:t>   (*z)++;</a:t>
            </a:r>
          </a:p>
          <a:p>
            <a:pPr marL="0" indent="0" eaLnBrk="1" hangingPunct="1">
              <a:lnSpc>
                <a:spcPct val="90000"/>
              </a:lnSpc>
              <a:buFontTx/>
              <a:buNone/>
            </a:pPr>
            <a:r>
              <a:rPr lang="de-DE" altLang="de-DE" sz="2000" b="1" dirty="0">
                <a:latin typeface="Courier New" panose="02070309020205020404" pitchFamily="49" charset="0"/>
                <a:cs typeface="Courier New" panose="02070309020205020404" pitchFamily="49" charset="0"/>
              </a:rPr>
              <a:t>   </a:t>
            </a:r>
            <a:r>
              <a:rPr lang="de-DE" altLang="de-DE" sz="2000" b="1" dirty="0" err="1">
                <a:latin typeface="Courier New" panose="02070309020205020404" pitchFamily="49" charset="0"/>
                <a:cs typeface="Courier New" panose="02070309020205020404" pitchFamily="49" charset="0"/>
              </a:rPr>
              <a:t>printf</a:t>
            </a:r>
            <a:r>
              <a:rPr lang="de-DE" altLang="de-DE" sz="2000" b="1" dirty="0">
                <a:latin typeface="Courier New" panose="02070309020205020404" pitchFamily="49" charset="0"/>
                <a:cs typeface="Courier New" panose="02070309020205020404" pitchFamily="49" charset="0"/>
              </a:rPr>
              <a:t>("p[0]=%i p[1]=%i\</a:t>
            </a:r>
            <a:r>
              <a:rPr lang="de-DE" altLang="de-DE" sz="2000" b="1" dirty="0" err="1">
                <a:latin typeface="Courier New" panose="02070309020205020404" pitchFamily="49" charset="0"/>
                <a:cs typeface="Courier New" panose="02070309020205020404" pitchFamily="49" charset="0"/>
              </a:rPr>
              <a:t>n",p</a:t>
            </a:r>
            <a:r>
              <a:rPr lang="de-DE" altLang="de-DE" sz="2000" b="1" dirty="0">
                <a:latin typeface="Courier New" panose="02070309020205020404" pitchFamily="49" charset="0"/>
                <a:cs typeface="Courier New" panose="02070309020205020404" pitchFamily="49" charset="0"/>
              </a:rPr>
              <a:t>[0],p[1]);</a:t>
            </a:r>
          </a:p>
          <a:p>
            <a:pPr marL="0" indent="0" eaLnBrk="1" hangingPunct="1">
              <a:lnSpc>
                <a:spcPct val="90000"/>
              </a:lnSpc>
              <a:buFontTx/>
              <a:buNone/>
            </a:pPr>
            <a:r>
              <a:rPr lang="de-DE" altLang="de-DE" sz="2000" b="1" dirty="0">
                <a:latin typeface="Courier New" panose="02070309020205020404" pitchFamily="49" charset="0"/>
                <a:cs typeface="Courier New" panose="02070309020205020404" pitchFamily="49" charset="0"/>
              </a:rPr>
              <a:t>   z++;//eine Adresse weiter</a:t>
            </a:r>
          </a:p>
          <a:p>
            <a:pPr marL="0" indent="0" eaLnBrk="1" hangingPunct="1">
              <a:lnSpc>
                <a:spcPct val="90000"/>
              </a:lnSpc>
              <a:buFontTx/>
              <a:buNone/>
            </a:pPr>
            <a:r>
              <a:rPr lang="de-DE" altLang="de-DE" sz="2000" b="1" dirty="0">
                <a:latin typeface="Courier New" panose="02070309020205020404" pitchFamily="49" charset="0"/>
                <a:cs typeface="Courier New" panose="02070309020205020404" pitchFamily="49" charset="0"/>
              </a:rPr>
              <a:t>   (*z)++;      </a:t>
            </a:r>
          </a:p>
          <a:p>
            <a:pPr marL="0" indent="0" eaLnBrk="1" hangingPunct="1">
              <a:lnSpc>
                <a:spcPct val="90000"/>
              </a:lnSpc>
              <a:buFontTx/>
              <a:buNone/>
            </a:pPr>
            <a:r>
              <a:rPr lang="de-DE" altLang="de-DE" sz="2000" b="1" dirty="0">
                <a:latin typeface="Courier New" panose="02070309020205020404" pitchFamily="49" charset="0"/>
                <a:cs typeface="Courier New" panose="02070309020205020404" pitchFamily="49" charset="0"/>
              </a:rPr>
              <a:t>   </a:t>
            </a:r>
            <a:r>
              <a:rPr lang="de-DE" altLang="de-DE" sz="2000" b="1" dirty="0" err="1">
                <a:latin typeface="Courier New" panose="02070309020205020404" pitchFamily="49" charset="0"/>
                <a:cs typeface="Courier New" panose="02070309020205020404" pitchFamily="49" charset="0"/>
              </a:rPr>
              <a:t>printf</a:t>
            </a:r>
            <a:r>
              <a:rPr lang="de-DE" altLang="de-DE" sz="2000" b="1" dirty="0">
                <a:latin typeface="Courier New" panose="02070309020205020404" pitchFamily="49" charset="0"/>
                <a:cs typeface="Courier New" panose="02070309020205020404" pitchFamily="49" charset="0"/>
              </a:rPr>
              <a:t>("p[0]=%i p[1]=%i\</a:t>
            </a:r>
            <a:r>
              <a:rPr lang="de-DE" altLang="de-DE" sz="2000" b="1" dirty="0" err="1">
                <a:latin typeface="Courier New" panose="02070309020205020404" pitchFamily="49" charset="0"/>
                <a:cs typeface="Courier New" panose="02070309020205020404" pitchFamily="49" charset="0"/>
              </a:rPr>
              <a:t>n",p</a:t>
            </a:r>
            <a:r>
              <a:rPr lang="de-DE" altLang="de-DE" sz="2000" b="1" dirty="0">
                <a:latin typeface="Courier New" panose="02070309020205020404" pitchFamily="49" charset="0"/>
                <a:cs typeface="Courier New" panose="02070309020205020404" pitchFamily="49" charset="0"/>
              </a:rPr>
              <a:t>[0],p[1]);</a:t>
            </a:r>
          </a:p>
          <a:p>
            <a:pPr marL="0" indent="0" eaLnBrk="1" hangingPunct="1">
              <a:lnSpc>
                <a:spcPct val="90000"/>
              </a:lnSpc>
              <a:buFontTx/>
              <a:buNone/>
            </a:pPr>
            <a:endParaRPr lang="de-DE" altLang="de-DE" sz="2000" b="1" dirty="0">
              <a:latin typeface="Courier New" panose="02070309020205020404" pitchFamily="49" charset="0"/>
              <a:cs typeface="Courier New" panose="02070309020205020404" pitchFamily="49" charset="0"/>
            </a:endParaRPr>
          </a:p>
        </p:txBody>
      </p:sp>
      <p:sp>
        <p:nvSpPr>
          <p:cNvPr id="2" name="Textfeld 1">
            <a:extLst>
              <a:ext uri="{FF2B5EF4-FFF2-40B4-BE49-F238E27FC236}">
                <a16:creationId xmlns:a16="http://schemas.microsoft.com/office/drawing/2014/main" id="{BB342023-A9FB-4F1A-A05A-F7600B48680F}"/>
              </a:ext>
            </a:extLst>
          </p:cNvPr>
          <p:cNvSpPr txBox="1"/>
          <p:nvPr/>
        </p:nvSpPr>
        <p:spPr>
          <a:xfrm>
            <a:off x="457200" y="1120745"/>
            <a:ext cx="3043782" cy="400110"/>
          </a:xfrm>
          <a:prstGeom prst="rect">
            <a:avLst/>
          </a:prstGeom>
          <a:noFill/>
        </p:spPr>
        <p:txBody>
          <a:bodyPr wrap="none" rtlCol="0">
            <a:spAutoFit/>
          </a:bodyPr>
          <a:lstStyle/>
          <a:p>
            <a:r>
              <a:rPr lang="de-DE" altLang="de-DE" sz="2000" dirty="0">
                <a:latin typeface="Calibri" panose="020F0502020204030204" pitchFamily="34" charset="0"/>
                <a:cs typeface="Calibri" panose="020F0502020204030204" pitchFamily="34" charset="0"/>
              </a:rPr>
              <a:t>Was wird hier ausgegeben?</a:t>
            </a:r>
            <a:endParaRPr lang="de-DE" sz="2000" dirty="0">
              <a:latin typeface="Calibri" panose="020F0502020204030204" pitchFamily="34" charset="0"/>
              <a:cs typeface="Calibri" panose="020F0502020204030204" pitchFamily="34" charset="0"/>
            </a:endParaRPr>
          </a:p>
        </p:txBody>
      </p:sp>
      <p:sp>
        <p:nvSpPr>
          <p:cNvPr id="5" name="Textfeld 4">
            <a:extLst>
              <a:ext uri="{FF2B5EF4-FFF2-40B4-BE49-F238E27FC236}">
                <a16:creationId xmlns:a16="http://schemas.microsoft.com/office/drawing/2014/main" id="{AD3D3DBB-FAEE-433E-A147-C22B066493DB}"/>
              </a:ext>
            </a:extLst>
          </p:cNvPr>
          <p:cNvSpPr txBox="1"/>
          <p:nvPr/>
        </p:nvSpPr>
        <p:spPr>
          <a:xfrm>
            <a:off x="369949" y="5544998"/>
            <a:ext cx="8404101" cy="646331"/>
          </a:xfrm>
          <a:prstGeom prst="rect">
            <a:avLst/>
          </a:prstGeom>
          <a:noFill/>
        </p:spPr>
        <p:txBody>
          <a:bodyPr wrap="square" rtlCol="0">
            <a:spAutoFit/>
          </a:bodyPr>
          <a:lstStyle/>
          <a:p>
            <a:r>
              <a:rPr lang="de-DE" dirty="0">
                <a:latin typeface="Calibri" panose="020F0502020204030204" pitchFamily="34" charset="0"/>
                <a:cs typeface="Calibri" panose="020F0502020204030204" pitchFamily="34" charset="0"/>
              </a:rPr>
              <a:t>Bemerkung: Zur Überprüfung Ihrer Vermutung, führen Sie den Code einfach am Rechner aus.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4851DF65-310B-4463-A7F4-3A974292BBEE}"/>
              </a:ext>
            </a:extLst>
          </p:cNvPr>
          <p:cNvSpPr>
            <a:spLocks noGrp="1" noChangeArrowheads="1"/>
          </p:cNvSpPr>
          <p:nvPr>
            <p:ph type="title"/>
          </p:nvPr>
        </p:nvSpPr>
        <p:spPr>
          <a:solidFill>
            <a:srgbClr val="FFC000"/>
          </a:solidFill>
        </p:spPr>
        <p:txBody>
          <a:bodyPr/>
          <a:lstStyle/>
          <a:p>
            <a:r>
              <a:rPr lang="de-DE" altLang="de-DE" sz="2800" dirty="0"/>
              <a:t>Zeiger auf Zeiger speziell Strings: Übung</a:t>
            </a:r>
          </a:p>
        </p:txBody>
      </p:sp>
      <p:sp>
        <p:nvSpPr>
          <p:cNvPr id="122883" name="Rectangle 3">
            <a:extLst>
              <a:ext uri="{FF2B5EF4-FFF2-40B4-BE49-F238E27FC236}">
                <a16:creationId xmlns:a16="http://schemas.microsoft.com/office/drawing/2014/main" id="{09FAE000-6CA3-46DB-83C6-115A6155236A}"/>
              </a:ext>
            </a:extLst>
          </p:cNvPr>
          <p:cNvSpPr>
            <a:spLocks noGrp="1" noChangeArrowheads="1"/>
          </p:cNvSpPr>
          <p:nvPr>
            <p:ph type="body" idx="1"/>
          </p:nvPr>
        </p:nvSpPr>
        <p:spPr>
          <a:xfrm>
            <a:off x="457200" y="1838960"/>
            <a:ext cx="8229600" cy="4158615"/>
          </a:xfrm>
          <a:solidFill>
            <a:schemeClr val="bg1"/>
          </a:solidFill>
        </p:spPr>
        <p:txBody>
          <a:bodyPr/>
          <a:lstStyle/>
          <a:p>
            <a:pPr marL="457200" indent="-457200">
              <a:buFontTx/>
              <a:buNone/>
            </a:pPr>
            <a:r>
              <a:rPr lang="de-DE" altLang="de-DE" sz="1800" b="1" dirty="0">
                <a:latin typeface="Courier New" panose="02070309020205020404" pitchFamily="49" charset="0"/>
                <a:cs typeface="Courier New" panose="02070309020205020404" pitchFamily="49" charset="0"/>
              </a:rPr>
              <a:t>#</a:t>
            </a:r>
            <a:r>
              <a:rPr lang="de-DE" altLang="de-DE" sz="1800" b="1" dirty="0" err="1">
                <a:latin typeface="Courier New" panose="02070309020205020404" pitchFamily="49" charset="0"/>
                <a:cs typeface="Courier New" panose="02070309020205020404" pitchFamily="49" charset="0"/>
              </a:rPr>
              <a:t>include</a:t>
            </a:r>
            <a:r>
              <a:rPr lang="de-DE" altLang="de-DE" sz="1800" b="1" dirty="0">
                <a:latin typeface="Courier New" panose="02070309020205020404" pitchFamily="49" charset="0"/>
                <a:cs typeface="Courier New" panose="02070309020205020404" pitchFamily="49" charset="0"/>
              </a:rPr>
              <a:t> &lt;</a:t>
            </a:r>
            <a:r>
              <a:rPr lang="de-DE" altLang="de-DE" sz="1800" b="1" dirty="0" err="1">
                <a:latin typeface="Courier New" panose="02070309020205020404" pitchFamily="49" charset="0"/>
                <a:cs typeface="Courier New" panose="02070309020205020404" pitchFamily="49" charset="0"/>
              </a:rPr>
              <a:t>stdio.h</a:t>
            </a:r>
            <a:r>
              <a:rPr lang="de-DE" altLang="de-DE" sz="1800" b="1" dirty="0">
                <a:latin typeface="Courier New" panose="02070309020205020404" pitchFamily="49" charset="0"/>
                <a:cs typeface="Courier New" panose="02070309020205020404" pitchFamily="49" charset="0"/>
              </a:rPr>
              <a:t>&gt;</a:t>
            </a:r>
          </a:p>
          <a:p>
            <a:pPr marL="457200" indent="-457200">
              <a:buFontTx/>
              <a:buNone/>
            </a:pPr>
            <a:r>
              <a:rPr lang="de-DE" altLang="de-DE" sz="1800" b="1" dirty="0" err="1">
                <a:latin typeface="Courier New" panose="02070309020205020404" pitchFamily="49" charset="0"/>
                <a:cs typeface="Courier New" panose="02070309020205020404" pitchFamily="49" charset="0"/>
              </a:rPr>
              <a:t>int</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main</a:t>
            </a:r>
            <a:r>
              <a:rPr lang="de-DE" altLang="de-DE" sz="1800" b="1" dirty="0">
                <a:latin typeface="Courier New" panose="02070309020205020404" pitchFamily="49" charset="0"/>
                <a:cs typeface="Courier New" panose="02070309020205020404" pitchFamily="49" charset="0"/>
              </a:rPr>
              <a:t>(){</a:t>
            </a:r>
          </a:p>
          <a:p>
            <a:pPr marL="457200" indent="-457200">
              <a:buFontTx/>
              <a:buNone/>
            </a:pP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char</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farbe</a:t>
            </a:r>
            <a:r>
              <a:rPr lang="de-DE" altLang="de-DE" sz="1800" b="1" dirty="0">
                <a:latin typeface="Courier New" panose="02070309020205020404" pitchFamily="49" charset="0"/>
                <a:cs typeface="Courier New" panose="02070309020205020404" pitchFamily="49" charset="0"/>
              </a:rPr>
              <a:t>[]={"WEISS","PINK","BLAU","GRUEN"};</a:t>
            </a:r>
          </a:p>
          <a:p>
            <a:pPr marL="457200" indent="-457200">
              <a:buFontTx/>
              <a:buNone/>
            </a:pPr>
            <a:endParaRPr lang="de-DE" altLang="de-DE" sz="1800" b="1" dirty="0">
              <a:latin typeface="Courier New" panose="02070309020205020404" pitchFamily="49" charset="0"/>
              <a:cs typeface="Courier New" panose="02070309020205020404" pitchFamily="49" charset="0"/>
            </a:endParaRPr>
          </a:p>
          <a:p>
            <a:pPr marL="457200" indent="-457200">
              <a:buFontTx/>
              <a:buNone/>
            </a:pPr>
            <a:r>
              <a:rPr lang="de-DE" altLang="de-DE" sz="1800" b="1" dirty="0">
                <a:latin typeface="Courier New" panose="02070309020205020404" pitchFamily="49" charset="0"/>
                <a:cs typeface="Courier New" panose="02070309020205020404" pitchFamily="49" charset="0"/>
              </a:rPr>
              <a:t> 1:  </a:t>
            </a:r>
            <a:r>
              <a:rPr lang="de-DE" altLang="de-DE" sz="1800" b="1" dirty="0" err="1">
                <a:latin typeface="Courier New" panose="02070309020205020404" pitchFamily="49" charset="0"/>
                <a:cs typeface="Courier New" panose="02070309020205020404" pitchFamily="49" charset="0"/>
              </a:rPr>
              <a:t>printf</a:t>
            </a:r>
            <a:r>
              <a:rPr lang="de-DE" altLang="de-DE" sz="1800" b="1" dirty="0">
                <a:latin typeface="Courier New" panose="02070309020205020404" pitchFamily="49" charset="0"/>
                <a:cs typeface="Courier New" panose="02070309020205020404" pitchFamily="49" charset="0"/>
              </a:rPr>
              <a:t>("%c ",*</a:t>
            </a:r>
            <a:r>
              <a:rPr lang="de-DE" altLang="de-DE" sz="1800" b="1" dirty="0" err="1">
                <a:latin typeface="Courier New" panose="02070309020205020404" pitchFamily="49" charset="0"/>
                <a:cs typeface="Courier New" panose="02070309020205020404" pitchFamily="49" charset="0"/>
              </a:rPr>
              <a:t>farbe</a:t>
            </a:r>
            <a:r>
              <a:rPr lang="de-DE" altLang="de-DE" sz="1800" b="1" dirty="0">
                <a:latin typeface="Courier New" panose="02070309020205020404" pitchFamily="49" charset="0"/>
                <a:cs typeface="Courier New" panose="02070309020205020404" pitchFamily="49" charset="0"/>
              </a:rPr>
              <a:t>[1]);</a:t>
            </a:r>
          </a:p>
          <a:p>
            <a:pPr marL="457200" indent="-457200">
              <a:buFontTx/>
              <a:buNone/>
            </a:pPr>
            <a:r>
              <a:rPr lang="de-DE" altLang="de-DE" sz="1800" b="1" dirty="0">
                <a:latin typeface="Courier New" panose="02070309020205020404" pitchFamily="49" charset="0"/>
                <a:cs typeface="Courier New" panose="02070309020205020404" pitchFamily="49" charset="0"/>
              </a:rPr>
              <a:t> 2:  </a:t>
            </a:r>
            <a:r>
              <a:rPr lang="de-DE" altLang="de-DE" sz="1800" b="1" dirty="0" err="1">
                <a:latin typeface="Courier New" panose="02070309020205020404" pitchFamily="49" charset="0"/>
                <a:cs typeface="Courier New" panose="02070309020205020404" pitchFamily="49" charset="0"/>
              </a:rPr>
              <a:t>printf</a:t>
            </a:r>
            <a:r>
              <a:rPr lang="de-DE" altLang="de-DE" sz="1800" b="1" dirty="0">
                <a:latin typeface="Courier New" panose="02070309020205020404" pitchFamily="49" charset="0"/>
                <a:cs typeface="Courier New" panose="02070309020205020404" pitchFamily="49" charset="0"/>
              </a:rPr>
              <a:t>("%s ",*</a:t>
            </a:r>
            <a:r>
              <a:rPr lang="de-DE" altLang="de-DE" sz="1800" b="1" dirty="0" err="1">
                <a:latin typeface="Courier New" panose="02070309020205020404" pitchFamily="49" charset="0"/>
                <a:cs typeface="Courier New" panose="02070309020205020404" pitchFamily="49" charset="0"/>
              </a:rPr>
              <a:t>farbe</a:t>
            </a:r>
            <a:r>
              <a:rPr lang="de-DE" altLang="de-DE" sz="1800" b="1" dirty="0">
                <a:latin typeface="Courier New" panose="02070309020205020404" pitchFamily="49" charset="0"/>
                <a:cs typeface="Courier New" panose="02070309020205020404" pitchFamily="49" charset="0"/>
              </a:rPr>
              <a:t>);</a:t>
            </a:r>
          </a:p>
          <a:p>
            <a:pPr marL="457200" indent="-457200">
              <a:buFontTx/>
              <a:buNone/>
            </a:pPr>
            <a:r>
              <a:rPr lang="de-DE" altLang="de-DE" sz="1800" b="1" dirty="0">
                <a:latin typeface="Courier New" panose="02070309020205020404" pitchFamily="49" charset="0"/>
                <a:cs typeface="Courier New" panose="02070309020205020404" pitchFamily="49" charset="0"/>
              </a:rPr>
              <a:t> 3:  </a:t>
            </a:r>
            <a:r>
              <a:rPr lang="de-DE" altLang="de-DE" sz="1800" b="1" dirty="0" err="1">
                <a:latin typeface="Courier New" panose="02070309020205020404" pitchFamily="49" charset="0"/>
                <a:cs typeface="Courier New" panose="02070309020205020404" pitchFamily="49" charset="0"/>
              </a:rPr>
              <a:t>printf</a:t>
            </a:r>
            <a:r>
              <a:rPr lang="de-DE" altLang="de-DE" sz="1800" b="1" dirty="0">
                <a:latin typeface="Courier New" panose="02070309020205020404" pitchFamily="49" charset="0"/>
                <a:cs typeface="Courier New" panose="02070309020205020404" pitchFamily="49" charset="0"/>
              </a:rPr>
              <a:t>("%c ",*(</a:t>
            </a:r>
            <a:r>
              <a:rPr lang="de-DE" altLang="de-DE" sz="1800" b="1" dirty="0" err="1">
                <a:latin typeface="Courier New" panose="02070309020205020404" pitchFamily="49" charset="0"/>
                <a:cs typeface="Courier New" panose="02070309020205020404" pitchFamily="49" charset="0"/>
              </a:rPr>
              <a:t>farbe</a:t>
            </a:r>
            <a:r>
              <a:rPr lang="de-DE" altLang="de-DE" sz="1800" b="1" dirty="0">
                <a:latin typeface="Courier New" panose="02070309020205020404" pitchFamily="49" charset="0"/>
                <a:cs typeface="Courier New" panose="02070309020205020404" pitchFamily="49" charset="0"/>
              </a:rPr>
              <a:t>[3]+2));</a:t>
            </a:r>
          </a:p>
          <a:p>
            <a:pPr marL="457200" indent="-457200">
              <a:buFontTx/>
              <a:buNone/>
            </a:pPr>
            <a:r>
              <a:rPr lang="de-DE" altLang="de-DE" sz="1800" b="1" dirty="0">
                <a:latin typeface="Courier New" panose="02070309020205020404" pitchFamily="49" charset="0"/>
                <a:cs typeface="Courier New" panose="02070309020205020404" pitchFamily="49" charset="0"/>
              </a:rPr>
              <a:t> 4:  </a:t>
            </a:r>
            <a:r>
              <a:rPr lang="de-DE" altLang="de-DE" sz="1800" b="1" dirty="0" err="1">
                <a:latin typeface="Courier New" panose="02070309020205020404" pitchFamily="49" charset="0"/>
                <a:cs typeface="Courier New" panose="02070309020205020404" pitchFamily="49" charset="0"/>
              </a:rPr>
              <a:t>printf</a:t>
            </a:r>
            <a:r>
              <a:rPr lang="de-DE" altLang="de-DE" sz="1800" b="1" dirty="0">
                <a:latin typeface="Courier New" panose="02070309020205020404" pitchFamily="49" charset="0"/>
                <a:cs typeface="Courier New" panose="02070309020205020404" pitchFamily="49" charset="0"/>
              </a:rPr>
              <a:t>("%s ",</a:t>
            </a:r>
            <a:r>
              <a:rPr lang="de-DE" altLang="de-DE" sz="1800" b="1" dirty="0" err="1">
                <a:latin typeface="Courier New" panose="02070309020205020404" pitchFamily="49" charset="0"/>
                <a:cs typeface="Courier New" panose="02070309020205020404" pitchFamily="49" charset="0"/>
              </a:rPr>
              <a:t>farbe</a:t>
            </a:r>
            <a:r>
              <a:rPr lang="de-DE" altLang="de-DE" sz="1800" b="1" dirty="0">
                <a:latin typeface="Courier New" panose="02070309020205020404" pitchFamily="49" charset="0"/>
                <a:cs typeface="Courier New" panose="02070309020205020404" pitchFamily="49" charset="0"/>
              </a:rPr>
              <a:t>[2]+1);</a:t>
            </a:r>
          </a:p>
          <a:p>
            <a:pPr marL="457200" indent="-457200">
              <a:buFontTx/>
              <a:buNone/>
            </a:pPr>
            <a:r>
              <a:rPr lang="de-DE" altLang="de-DE" sz="1800" b="1" dirty="0">
                <a:latin typeface="Courier New" panose="02070309020205020404" pitchFamily="49" charset="0"/>
                <a:cs typeface="Courier New" panose="02070309020205020404" pitchFamily="49" charset="0"/>
              </a:rPr>
              <a:t> 5:  </a:t>
            </a:r>
            <a:r>
              <a:rPr lang="de-DE" altLang="de-DE" sz="1800" b="1" dirty="0" err="1">
                <a:latin typeface="Courier New" panose="02070309020205020404" pitchFamily="49" charset="0"/>
                <a:cs typeface="Courier New" panose="02070309020205020404" pitchFamily="49" charset="0"/>
              </a:rPr>
              <a:t>printf</a:t>
            </a:r>
            <a:r>
              <a:rPr lang="de-DE" altLang="de-DE" sz="1800" b="1" dirty="0">
                <a:latin typeface="Courier New" panose="02070309020205020404" pitchFamily="49" charset="0"/>
                <a:cs typeface="Courier New" panose="02070309020205020404" pitchFamily="49" charset="0"/>
              </a:rPr>
              <a:t>("%c ",*(*(farbe+1)+3));    </a:t>
            </a:r>
          </a:p>
          <a:p>
            <a:pPr marL="457200" indent="-457200">
              <a:buFontTx/>
              <a:buNone/>
            </a:pP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return</a:t>
            </a:r>
            <a:r>
              <a:rPr lang="de-DE" altLang="de-DE" sz="1800" b="1" dirty="0">
                <a:latin typeface="Courier New" panose="02070309020205020404" pitchFamily="49" charset="0"/>
                <a:cs typeface="Courier New" panose="02070309020205020404" pitchFamily="49" charset="0"/>
              </a:rPr>
              <a:t> 0;     </a:t>
            </a:r>
          </a:p>
          <a:p>
            <a:pPr marL="457200" indent="-457200">
              <a:buFontTx/>
              <a:buNone/>
            </a:pPr>
            <a:r>
              <a:rPr lang="de-DE" altLang="de-DE" sz="1800" b="1" dirty="0">
                <a:latin typeface="Courier New" panose="02070309020205020404" pitchFamily="49" charset="0"/>
                <a:cs typeface="Courier New" panose="02070309020205020404" pitchFamily="49" charset="0"/>
              </a:rPr>
              <a:t>}</a:t>
            </a:r>
            <a:r>
              <a:rPr lang="de-DE" altLang="de-DE" sz="1400" b="1" dirty="0">
                <a:latin typeface="Courier New" panose="02070309020205020404" pitchFamily="49" charset="0"/>
                <a:cs typeface="Courier New" panose="02070309020205020404" pitchFamily="49" charset="0"/>
              </a:rPr>
              <a:t>  </a:t>
            </a:r>
          </a:p>
          <a:p>
            <a:pPr marL="457200" indent="-457200">
              <a:buFontTx/>
              <a:buNone/>
            </a:pPr>
            <a:endParaRPr lang="de-DE" altLang="de-DE" sz="1400" b="1" dirty="0">
              <a:latin typeface="Courier New" panose="02070309020205020404" pitchFamily="49" charset="0"/>
              <a:cs typeface="Courier New" panose="02070309020205020404" pitchFamily="49" charset="0"/>
            </a:endParaRPr>
          </a:p>
        </p:txBody>
      </p:sp>
      <p:sp>
        <p:nvSpPr>
          <p:cNvPr id="122884" name="Foliennummernplatzhalter 4">
            <a:extLst>
              <a:ext uri="{FF2B5EF4-FFF2-40B4-BE49-F238E27FC236}">
                <a16:creationId xmlns:a16="http://schemas.microsoft.com/office/drawing/2014/main" id="{9F58A5BC-D701-4CD4-AB61-774D5D70ED96}"/>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r" eaLnBrk="1" hangingPunct="1">
              <a:spcBef>
                <a:spcPct val="0"/>
              </a:spcBef>
              <a:buFontTx/>
              <a:buNone/>
            </a:pPr>
            <a:fld id="{ACC89469-88FE-4490-9C74-C9102BE5AB75}" type="slidenum">
              <a:rPr lang="de-DE" altLang="de-DE" sz="1400"/>
              <a:pPr algn="r" eaLnBrk="1" hangingPunct="1">
                <a:spcBef>
                  <a:spcPct val="0"/>
                </a:spcBef>
                <a:buFontTx/>
                <a:buNone/>
              </a:pPr>
              <a:t>62</a:t>
            </a:fld>
            <a:endParaRPr lang="de-DE" altLang="de-DE" sz="1400"/>
          </a:p>
        </p:txBody>
      </p:sp>
      <p:sp>
        <p:nvSpPr>
          <p:cNvPr id="5" name="Textfeld 4">
            <a:extLst>
              <a:ext uri="{FF2B5EF4-FFF2-40B4-BE49-F238E27FC236}">
                <a16:creationId xmlns:a16="http://schemas.microsoft.com/office/drawing/2014/main" id="{1456ACC3-405F-4528-8C39-3440E4638FD1}"/>
              </a:ext>
            </a:extLst>
          </p:cNvPr>
          <p:cNvSpPr txBox="1"/>
          <p:nvPr/>
        </p:nvSpPr>
        <p:spPr>
          <a:xfrm>
            <a:off x="457200" y="1120745"/>
            <a:ext cx="3043782" cy="400110"/>
          </a:xfrm>
          <a:prstGeom prst="rect">
            <a:avLst/>
          </a:prstGeom>
          <a:noFill/>
        </p:spPr>
        <p:txBody>
          <a:bodyPr wrap="none" rtlCol="0">
            <a:spAutoFit/>
          </a:bodyPr>
          <a:lstStyle/>
          <a:p>
            <a:r>
              <a:rPr lang="de-DE" altLang="de-DE" sz="2000" dirty="0">
                <a:latin typeface="Calibri" panose="020F0502020204030204" pitchFamily="34" charset="0"/>
                <a:cs typeface="Calibri" panose="020F0502020204030204" pitchFamily="34" charset="0"/>
              </a:rPr>
              <a:t>Was wird hier ausgegeben?</a:t>
            </a:r>
            <a:endParaRPr lang="de-DE" sz="2000" dirty="0">
              <a:latin typeface="Calibri" panose="020F0502020204030204" pitchFamily="34" charset="0"/>
              <a:cs typeface="Calibri" panose="020F0502020204030204" pitchFamily="34" charset="0"/>
            </a:endParaRPr>
          </a:p>
        </p:txBody>
      </p:sp>
      <p:sp>
        <p:nvSpPr>
          <p:cNvPr id="6" name="Textfeld 5">
            <a:extLst>
              <a:ext uri="{FF2B5EF4-FFF2-40B4-BE49-F238E27FC236}">
                <a16:creationId xmlns:a16="http://schemas.microsoft.com/office/drawing/2014/main" id="{2282F44E-3C11-4F2A-8407-F5E673D2329E}"/>
              </a:ext>
            </a:extLst>
          </p:cNvPr>
          <p:cNvSpPr txBox="1"/>
          <p:nvPr/>
        </p:nvSpPr>
        <p:spPr>
          <a:xfrm>
            <a:off x="5165055" y="5198070"/>
            <a:ext cx="3754790" cy="923330"/>
          </a:xfrm>
          <a:prstGeom prst="rect">
            <a:avLst/>
          </a:prstGeom>
          <a:noFill/>
        </p:spPr>
        <p:txBody>
          <a:bodyPr wrap="square" rtlCol="0">
            <a:spAutoFit/>
          </a:bodyPr>
          <a:lstStyle/>
          <a:p>
            <a:r>
              <a:rPr lang="de-DE" dirty="0">
                <a:latin typeface="Calibri" panose="020F0502020204030204" pitchFamily="34" charset="0"/>
                <a:cs typeface="Calibri" panose="020F0502020204030204" pitchFamily="34" charset="0"/>
              </a:rPr>
              <a:t>Bemerkung: Zur Überprüfung Ihrer Vermutung, führen Sie den Code einfach am Rechner aus.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62586E0D-D58A-4D32-B83E-D5BC909FADEB}"/>
              </a:ext>
            </a:extLst>
          </p:cNvPr>
          <p:cNvSpPr>
            <a:spLocks noGrp="1" noChangeArrowheads="1"/>
          </p:cNvSpPr>
          <p:nvPr>
            <p:ph type="title"/>
          </p:nvPr>
        </p:nvSpPr>
        <p:spPr>
          <a:solidFill>
            <a:srgbClr val="FFC000"/>
          </a:solidFill>
        </p:spPr>
        <p:txBody>
          <a:bodyPr/>
          <a:lstStyle/>
          <a:p>
            <a:r>
              <a:rPr lang="de-DE" altLang="de-DE" sz="2800" dirty="0"/>
              <a:t>Zeiger auf Zeiger speziell Strings: Übung</a:t>
            </a:r>
          </a:p>
        </p:txBody>
      </p:sp>
      <p:sp>
        <p:nvSpPr>
          <p:cNvPr id="124931" name="Rectangle 3">
            <a:extLst>
              <a:ext uri="{FF2B5EF4-FFF2-40B4-BE49-F238E27FC236}">
                <a16:creationId xmlns:a16="http://schemas.microsoft.com/office/drawing/2014/main" id="{7548756F-7B51-4A1E-A315-C28C5AEC382C}"/>
              </a:ext>
            </a:extLst>
          </p:cNvPr>
          <p:cNvSpPr>
            <a:spLocks noGrp="1" noChangeArrowheads="1"/>
          </p:cNvSpPr>
          <p:nvPr>
            <p:ph type="body" idx="1"/>
          </p:nvPr>
        </p:nvSpPr>
        <p:spPr>
          <a:xfrm>
            <a:off x="369887" y="1526223"/>
            <a:ext cx="8774113" cy="4600257"/>
          </a:xfrm>
          <a:solidFill>
            <a:schemeClr val="bg1"/>
          </a:solidFill>
        </p:spPr>
        <p:txBody>
          <a:bodyPr/>
          <a:lstStyle/>
          <a:p>
            <a:pPr marL="457200" indent="-457200">
              <a:buFontTx/>
              <a:buNone/>
            </a:pPr>
            <a:r>
              <a:rPr lang="de-DE" altLang="de-DE" sz="1400" b="1" dirty="0">
                <a:latin typeface="Courier New" panose="02070309020205020404" pitchFamily="49" charset="0"/>
                <a:cs typeface="Courier New" panose="02070309020205020404" pitchFamily="49" charset="0"/>
              </a:rPr>
              <a:t>#</a:t>
            </a:r>
            <a:r>
              <a:rPr lang="de-DE" altLang="de-DE" sz="1400" b="1" dirty="0" err="1">
                <a:latin typeface="Courier New" panose="02070309020205020404" pitchFamily="49" charset="0"/>
                <a:cs typeface="Courier New" panose="02070309020205020404" pitchFamily="49" charset="0"/>
              </a:rPr>
              <a:t>include</a:t>
            </a:r>
            <a:r>
              <a:rPr lang="de-DE" altLang="de-DE" sz="1400" b="1" dirty="0">
                <a:latin typeface="Courier New" panose="02070309020205020404" pitchFamily="49" charset="0"/>
                <a:cs typeface="Courier New" panose="02070309020205020404" pitchFamily="49" charset="0"/>
              </a:rPr>
              <a:t> &lt;</a:t>
            </a:r>
            <a:r>
              <a:rPr lang="de-DE" altLang="de-DE" sz="1400" b="1" dirty="0" err="1">
                <a:latin typeface="Courier New" panose="02070309020205020404" pitchFamily="49" charset="0"/>
                <a:cs typeface="Courier New" panose="02070309020205020404" pitchFamily="49" charset="0"/>
              </a:rPr>
              <a:t>stdio.h</a:t>
            </a:r>
            <a:r>
              <a:rPr lang="de-DE" altLang="de-DE" sz="1400" b="1" dirty="0">
                <a:latin typeface="Courier New" panose="02070309020205020404" pitchFamily="49" charset="0"/>
                <a:cs typeface="Courier New" panose="02070309020205020404" pitchFamily="49" charset="0"/>
              </a:rPr>
              <a:t>&gt;</a:t>
            </a:r>
          </a:p>
          <a:p>
            <a:pPr marL="457200" indent="-457200">
              <a:buFontTx/>
              <a:buNone/>
            </a:pPr>
            <a:r>
              <a:rPr lang="de-DE" altLang="de-DE" sz="1400" b="1" dirty="0" err="1">
                <a:latin typeface="Courier New" panose="02070309020205020404" pitchFamily="49" charset="0"/>
                <a:cs typeface="Courier New" panose="02070309020205020404" pitchFamily="49" charset="0"/>
              </a:rPr>
              <a:t>int</a:t>
            </a: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main</a:t>
            </a:r>
            <a:r>
              <a:rPr lang="de-DE" altLang="de-DE" sz="1400" b="1" dirty="0">
                <a:latin typeface="Courier New" panose="02070309020205020404" pitchFamily="49" charset="0"/>
                <a:cs typeface="Courier New" panose="02070309020205020404" pitchFamily="49" charset="0"/>
              </a:rPr>
              <a:t>(){</a:t>
            </a:r>
          </a:p>
          <a:p>
            <a:pPr marL="457200" indent="-457200">
              <a:buFontTx/>
              <a:buNone/>
            </a:pPr>
            <a:endParaRPr lang="de-DE" altLang="de-DE" sz="1400" b="1" dirty="0">
              <a:latin typeface="Courier New" panose="02070309020205020404" pitchFamily="49" charset="0"/>
              <a:cs typeface="Courier New" panose="02070309020205020404" pitchFamily="49" charset="0"/>
            </a:endParaRPr>
          </a:p>
          <a:p>
            <a:pPr marL="457200" indent="-457200">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char</a:t>
            </a:r>
            <a:r>
              <a:rPr lang="de-DE" altLang="de-DE" sz="1400" b="1" dirty="0">
                <a:latin typeface="Courier New" panose="02070309020205020404" pitchFamily="49" charset="0"/>
                <a:cs typeface="Courier New" panose="02070309020205020404" pitchFamily="49" charset="0"/>
              </a:rPr>
              <a:t> *dinge[]={"PASS","KUCHEN","BAUM","FUELLER","GEIGE","ZAHN","EI"};</a:t>
            </a:r>
          </a:p>
          <a:p>
            <a:pPr marL="457200" indent="-457200">
              <a:buFontTx/>
              <a:buNone/>
            </a:pPr>
            <a:endParaRPr lang="de-DE" altLang="de-DE" sz="1400" b="1" dirty="0">
              <a:latin typeface="Courier New" panose="02070309020205020404" pitchFamily="49" charset="0"/>
              <a:cs typeface="Courier New" panose="02070309020205020404" pitchFamily="49" charset="0"/>
            </a:endParaRPr>
          </a:p>
          <a:p>
            <a:pPr marL="457200" indent="-457200">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printf</a:t>
            </a:r>
            <a:r>
              <a:rPr lang="de-DE" altLang="de-DE" sz="1400" b="1" dirty="0">
                <a:latin typeface="Courier New" panose="02070309020205020404" pitchFamily="49" charset="0"/>
                <a:cs typeface="Courier New" panose="02070309020205020404" pitchFamily="49" charset="0"/>
              </a:rPr>
              <a:t>("%c",*(dinge[2]+1));</a:t>
            </a:r>
          </a:p>
          <a:p>
            <a:pPr marL="457200" indent="-457200">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printf</a:t>
            </a:r>
            <a:r>
              <a:rPr lang="de-DE" altLang="de-DE" sz="1400" b="1" dirty="0">
                <a:latin typeface="Courier New" panose="02070309020205020404" pitchFamily="49" charset="0"/>
                <a:cs typeface="Courier New" panose="02070309020205020404" pitchFamily="49" charset="0"/>
              </a:rPr>
              <a:t>("%c",*(dinge[1]+1));</a:t>
            </a:r>
          </a:p>
          <a:p>
            <a:pPr marL="457200" indent="-457200">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printf</a:t>
            </a:r>
            <a:r>
              <a:rPr lang="de-DE" altLang="de-DE" sz="1400" b="1" dirty="0">
                <a:latin typeface="Courier New" panose="02070309020205020404" pitchFamily="49" charset="0"/>
                <a:cs typeface="Courier New" panose="02070309020205020404" pitchFamily="49" charset="0"/>
              </a:rPr>
              <a:t>("%c",**(dinge+3));  </a:t>
            </a:r>
          </a:p>
          <a:p>
            <a:pPr marL="457200" indent="-457200">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printf</a:t>
            </a:r>
            <a:r>
              <a:rPr lang="de-DE" altLang="de-DE" sz="1400" b="1" dirty="0">
                <a:latin typeface="Courier New" panose="02070309020205020404" pitchFamily="49" charset="0"/>
                <a:cs typeface="Courier New" panose="02070309020205020404" pitchFamily="49" charset="0"/>
              </a:rPr>
              <a:t>("%s",*dinge);</a:t>
            </a:r>
          </a:p>
          <a:p>
            <a:pPr marL="457200" indent="-457200">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printf</a:t>
            </a:r>
            <a:r>
              <a:rPr lang="de-DE" altLang="de-DE" sz="1400" b="1" dirty="0">
                <a:latin typeface="Courier New" panose="02070309020205020404" pitchFamily="49" charset="0"/>
                <a:cs typeface="Courier New" panose="02070309020205020404" pitchFamily="49" charset="0"/>
              </a:rPr>
              <a:t>("%s ",*(dinge+1)+4);</a:t>
            </a:r>
          </a:p>
          <a:p>
            <a:pPr marL="457200" indent="-457200">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printf</a:t>
            </a:r>
            <a:r>
              <a:rPr lang="de-DE" altLang="de-DE" sz="1400" b="1" dirty="0">
                <a:latin typeface="Courier New" panose="02070309020205020404" pitchFamily="49" charset="0"/>
                <a:cs typeface="Courier New" panose="02070309020205020404" pitchFamily="49" charset="0"/>
              </a:rPr>
              <a:t>("%c",**(dinge+2));</a:t>
            </a:r>
          </a:p>
          <a:p>
            <a:pPr marL="457200" indent="-457200">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printf</a:t>
            </a:r>
            <a:r>
              <a:rPr lang="de-DE" altLang="de-DE" sz="1400" b="1" dirty="0">
                <a:latin typeface="Courier New" panose="02070309020205020404" pitchFamily="49" charset="0"/>
                <a:cs typeface="Courier New" panose="02070309020205020404" pitchFamily="49" charset="0"/>
              </a:rPr>
              <a:t>("%s ",*(dinge+6));</a:t>
            </a:r>
          </a:p>
          <a:p>
            <a:pPr marL="457200" indent="-457200">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printf</a:t>
            </a:r>
            <a:r>
              <a:rPr lang="de-DE" altLang="de-DE" sz="1400" b="1" dirty="0">
                <a:latin typeface="Courier New" panose="02070309020205020404" pitchFamily="49" charset="0"/>
                <a:cs typeface="Courier New" panose="02070309020205020404" pitchFamily="49" charset="0"/>
              </a:rPr>
              <a:t>("%</a:t>
            </a:r>
            <a:r>
              <a:rPr lang="de-DE" altLang="de-DE" sz="1400" b="1" dirty="0" err="1">
                <a:latin typeface="Courier New" panose="02070309020205020404" pitchFamily="49" charset="0"/>
                <a:cs typeface="Courier New" panose="02070309020205020404" pitchFamily="49" charset="0"/>
              </a:rPr>
              <a:t>c",dinge</a:t>
            </a:r>
            <a:r>
              <a:rPr lang="de-DE" altLang="de-DE" sz="1400" b="1" dirty="0">
                <a:latin typeface="Courier New" panose="02070309020205020404" pitchFamily="49" charset="0"/>
                <a:cs typeface="Courier New" panose="02070309020205020404" pitchFamily="49" charset="0"/>
              </a:rPr>
              <a:t>[5][0]);</a:t>
            </a:r>
          </a:p>
          <a:p>
            <a:pPr marL="457200" indent="-457200">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printf</a:t>
            </a:r>
            <a:r>
              <a:rPr lang="de-DE" altLang="de-DE" sz="1400" b="1" dirty="0">
                <a:latin typeface="Courier New" panose="02070309020205020404" pitchFamily="49" charset="0"/>
                <a:cs typeface="Courier New" panose="02070309020205020404" pitchFamily="49" charset="0"/>
              </a:rPr>
              <a:t>("%s",*(dinge+4)+1);</a:t>
            </a:r>
          </a:p>
          <a:p>
            <a:pPr marL="457200" indent="-457200">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printf</a:t>
            </a:r>
            <a:r>
              <a:rPr lang="de-DE" altLang="de-DE" sz="1400" b="1" dirty="0">
                <a:latin typeface="Courier New" panose="02070309020205020404" pitchFamily="49" charset="0"/>
                <a:cs typeface="Courier New" panose="02070309020205020404" pitchFamily="49" charset="0"/>
              </a:rPr>
              <a:t>("%c",*(*(dinge+3)+6));</a:t>
            </a:r>
          </a:p>
          <a:p>
            <a:pPr marL="457200" indent="-457200">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printf</a:t>
            </a:r>
            <a:r>
              <a:rPr lang="de-DE" altLang="de-DE" sz="1400" b="1" dirty="0">
                <a:latin typeface="Courier New" panose="02070309020205020404" pitchFamily="49" charset="0"/>
                <a:cs typeface="Courier New" panose="02070309020205020404" pitchFamily="49" charset="0"/>
              </a:rPr>
              <a:t>("%</a:t>
            </a:r>
            <a:r>
              <a:rPr lang="de-DE" altLang="de-DE" sz="1400" b="1" dirty="0" err="1">
                <a:latin typeface="Courier New" panose="02070309020205020404" pitchFamily="49" charset="0"/>
                <a:cs typeface="Courier New" panose="02070309020205020404" pitchFamily="49" charset="0"/>
              </a:rPr>
              <a:t>c",dinge</a:t>
            </a:r>
            <a:r>
              <a:rPr lang="de-DE" altLang="de-DE" sz="1400" b="1" dirty="0">
                <a:latin typeface="Courier New" panose="02070309020205020404" pitchFamily="49" charset="0"/>
                <a:cs typeface="Courier New" panose="02070309020205020404" pitchFamily="49" charset="0"/>
              </a:rPr>
              <a:t>[5][3]);</a:t>
            </a:r>
          </a:p>
          <a:p>
            <a:pPr marL="457200" indent="-457200">
              <a:buFontTx/>
              <a:buNone/>
            </a:pPr>
            <a:r>
              <a:rPr lang="de-DE" altLang="de-DE" sz="1400" b="1" dirty="0">
                <a:latin typeface="Courier New" panose="02070309020205020404" pitchFamily="49" charset="0"/>
                <a:cs typeface="Courier New" panose="02070309020205020404" pitchFamily="49" charset="0"/>
              </a:rPr>
              <a:t>   </a:t>
            </a:r>
            <a:r>
              <a:rPr lang="de-DE" altLang="de-DE" sz="1400" b="1" dirty="0" err="1">
                <a:latin typeface="Courier New" panose="02070309020205020404" pitchFamily="49" charset="0"/>
                <a:cs typeface="Courier New" panose="02070309020205020404" pitchFamily="49" charset="0"/>
              </a:rPr>
              <a:t>return</a:t>
            </a:r>
            <a:r>
              <a:rPr lang="de-DE" altLang="de-DE" sz="1400" b="1" dirty="0">
                <a:latin typeface="Courier New" panose="02070309020205020404" pitchFamily="49" charset="0"/>
                <a:cs typeface="Courier New" panose="02070309020205020404" pitchFamily="49" charset="0"/>
              </a:rPr>
              <a:t> 0;     </a:t>
            </a:r>
          </a:p>
          <a:p>
            <a:pPr marL="457200" indent="-457200">
              <a:buFontTx/>
              <a:buNone/>
            </a:pPr>
            <a:r>
              <a:rPr lang="de-DE" altLang="de-DE" sz="1400" b="1" dirty="0">
                <a:latin typeface="Courier New" panose="02070309020205020404" pitchFamily="49" charset="0"/>
                <a:cs typeface="Courier New" panose="02070309020205020404" pitchFamily="49" charset="0"/>
              </a:rPr>
              <a:t>}  </a:t>
            </a:r>
          </a:p>
        </p:txBody>
      </p:sp>
      <p:sp>
        <p:nvSpPr>
          <p:cNvPr id="124932" name="Foliennummernplatzhalter 4">
            <a:extLst>
              <a:ext uri="{FF2B5EF4-FFF2-40B4-BE49-F238E27FC236}">
                <a16:creationId xmlns:a16="http://schemas.microsoft.com/office/drawing/2014/main" id="{278699F0-FF7C-41BC-A802-08A5BB29F8F9}"/>
              </a:ext>
            </a:extLst>
          </p:cNvPr>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lgn="r" eaLnBrk="1" hangingPunct="1">
              <a:spcBef>
                <a:spcPct val="0"/>
              </a:spcBef>
              <a:buFontTx/>
              <a:buNone/>
            </a:pPr>
            <a:fld id="{9F839096-23FB-4E67-BC76-DD7024F18F05}" type="slidenum">
              <a:rPr lang="de-DE" altLang="de-DE" sz="1400"/>
              <a:pPr algn="r" eaLnBrk="1" hangingPunct="1">
                <a:spcBef>
                  <a:spcPct val="0"/>
                </a:spcBef>
                <a:buFontTx/>
                <a:buNone/>
              </a:pPr>
              <a:t>63</a:t>
            </a:fld>
            <a:endParaRPr lang="de-DE" altLang="de-DE" sz="1400"/>
          </a:p>
        </p:txBody>
      </p:sp>
      <p:sp>
        <p:nvSpPr>
          <p:cNvPr id="5" name="Textfeld 4">
            <a:extLst>
              <a:ext uri="{FF2B5EF4-FFF2-40B4-BE49-F238E27FC236}">
                <a16:creationId xmlns:a16="http://schemas.microsoft.com/office/drawing/2014/main" id="{C5D2310D-B250-42A0-AB47-E1C9F7B3E2AE}"/>
              </a:ext>
            </a:extLst>
          </p:cNvPr>
          <p:cNvSpPr txBox="1"/>
          <p:nvPr/>
        </p:nvSpPr>
        <p:spPr>
          <a:xfrm>
            <a:off x="457200" y="1120745"/>
            <a:ext cx="3043782" cy="400110"/>
          </a:xfrm>
          <a:prstGeom prst="rect">
            <a:avLst/>
          </a:prstGeom>
          <a:noFill/>
        </p:spPr>
        <p:txBody>
          <a:bodyPr wrap="none" rtlCol="0">
            <a:spAutoFit/>
          </a:bodyPr>
          <a:lstStyle/>
          <a:p>
            <a:r>
              <a:rPr lang="de-DE" altLang="de-DE" sz="2000" dirty="0">
                <a:latin typeface="Calibri" panose="020F0502020204030204" pitchFamily="34" charset="0"/>
                <a:cs typeface="Calibri" panose="020F0502020204030204" pitchFamily="34" charset="0"/>
              </a:rPr>
              <a:t>Was wird hier ausgegeben?</a:t>
            </a:r>
            <a:endParaRPr lang="de-DE" sz="2000" dirty="0">
              <a:latin typeface="Calibri" panose="020F0502020204030204" pitchFamily="34" charset="0"/>
              <a:cs typeface="Calibri" panose="020F0502020204030204" pitchFamily="34" charset="0"/>
            </a:endParaRPr>
          </a:p>
        </p:txBody>
      </p:sp>
      <p:sp>
        <p:nvSpPr>
          <p:cNvPr id="6" name="Textfeld 5">
            <a:extLst>
              <a:ext uri="{FF2B5EF4-FFF2-40B4-BE49-F238E27FC236}">
                <a16:creationId xmlns:a16="http://schemas.microsoft.com/office/drawing/2014/main" id="{4F1AB13B-7848-42A2-8D23-DB56C04DC781}"/>
              </a:ext>
            </a:extLst>
          </p:cNvPr>
          <p:cNvSpPr txBox="1"/>
          <p:nvPr/>
        </p:nvSpPr>
        <p:spPr>
          <a:xfrm>
            <a:off x="5297135" y="5203150"/>
            <a:ext cx="3754790" cy="923330"/>
          </a:xfrm>
          <a:prstGeom prst="rect">
            <a:avLst/>
          </a:prstGeom>
          <a:noFill/>
        </p:spPr>
        <p:txBody>
          <a:bodyPr wrap="square" rtlCol="0">
            <a:spAutoFit/>
          </a:bodyPr>
          <a:lstStyle/>
          <a:p>
            <a:r>
              <a:rPr lang="de-DE" dirty="0">
                <a:latin typeface="Calibri" panose="020F0502020204030204" pitchFamily="34" charset="0"/>
                <a:cs typeface="Calibri" panose="020F0502020204030204" pitchFamily="34" charset="0"/>
              </a:rPr>
              <a:t>Bemerkung: Zur Überprüfung Ihrer Vermutung, führen Sie den Code einfach am Rechner aus.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liennummernplatzhalter 3">
            <a:extLst>
              <a:ext uri="{FF2B5EF4-FFF2-40B4-BE49-F238E27FC236}">
                <a16:creationId xmlns:a16="http://schemas.microsoft.com/office/drawing/2014/main" id="{A40E5F92-0749-4285-BAEE-227F6517DDC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CFB8308C-6ED5-4E1C-82A1-40D01E535DA0}" type="slidenum">
              <a:rPr lang="de-DE" altLang="de-DE" sz="1400" smtClean="0"/>
              <a:pPr>
                <a:spcBef>
                  <a:spcPct val="0"/>
                </a:spcBef>
                <a:buFontTx/>
                <a:buNone/>
              </a:pPr>
              <a:t>64</a:t>
            </a:fld>
            <a:endParaRPr lang="de-DE" altLang="de-DE" sz="1400"/>
          </a:p>
        </p:txBody>
      </p:sp>
      <p:sp>
        <p:nvSpPr>
          <p:cNvPr id="126979" name="Rectangle 2">
            <a:extLst>
              <a:ext uri="{FF2B5EF4-FFF2-40B4-BE49-F238E27FC236}">
                <a16:creationId xmlns:a16="http://schemas.microsoft.com/office/drawing/2014/main" id="{FB95932F-246C-419F-9AE8-211174C0F88B}"/>
              </a:ext>
            </a:extLst>
          </p:cNvPr>
          <p:cNvSpPr>
            <a:spLocks noGrp="1" noChangeArrowheads="1"/>
          </p:cNvSpPr>
          <p:nvPr>
            <p:ph type="title"/>
          </p:nvPr>
        </p:nvSpPr>
        <p:spPr/>
        <p:txBody>
          <a:bodyPr/>
          <a:lstStyle/>
          <a:p>
            <a:pPr eaLnBrk="1" hangingPunct="1"/>
            <a:r>
              <a:rPr lang="de-DE" altLang="de-DE" dirty="0">
                <a:solidFill>
                  <a:schemeClr val="tx1"/>
                </a:solidFill>
              </a:rPr>
              <a:t>Funktionen: Zusammenfassung</a:t>
            </a:r>
          </a:p>
        </p:txBody>
      </p:sp>
      <p:sp>
        <p:nvSpPr>
          <p:cNvPr id="126980" name="Text Box 3">
            <a:extLst>
              <a:ext uri="{FF2B5EF4-FFF2-40B4-BE49-F238E27FC236}">
                <a16:creationId xmlns:a16="http://schemas.microsoft.com/office/drawing/2014/main" id="{7076D968-E4DA-47FA-8360-806119DD3F1C}"/>
              </a:ext>
            </a:extLst>
          </p:cNvPr>
          <p:cNvSpPr txBox="1">
            <a:spLocks noChangeArrowheads="1"/>
          </p:cNvSpPr>
          <p:nvPr/>
        </p:nvSpPr>
        <p:spPr bwMode="auto">
          <a:xfrm>
            <a:off x="241300" y="890588"/>
            <a:ext cx="8518525" cy="503555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buFontTx/>
              <a:buNone/>
            </a:pPr>
            <a:r>
              <a:rPr lang="de-DE" altLang="de-DE" sz="1800" dirty="0">
                <a:latin typeface="Calibri" panose="020F0502020204030204" pitchFamily="34" charset="0"/>
                <a:cs typeface="Calibri" panose="020F0502020204030204" pitchFamily="34" charset="0"/>
              </a:rPr>
              <a:t>Funktionen können wie folgt definiert werden (nicht vollständig, Beispiele): </a:t>
            </a:r>
          </a:p>
          <a:p>
            <a:pPr eaLnBrk="1" hangingPunct="1">
              <a:spcBef>
                <a:spcPct val="0"/>
              </a:spcBef>
            </a:pPr>
            <a:r>
              <a:rPr lang="de-DE" altLang="de-DE" sz="1800" dirty="0">
                <a:latin typeface="Calibri" panose="020F0502020204030204" pitchFamily="34" charset="0"/>
                <a:cs typeface="Calibri" panose="020F0502020204030204" pitchFamily="34" charset="0"/>
              </a:rPr>
              <a:t> ohne Eingabegrößen und ohne Rückgabe: </a:t>
            </a:r>
            <a:br>
              <a:rPr lang="de-DE" altLang="de-DE" sz="1800" dirty="0">
                <a:latin typeface="Calibri" panose="020F0502020204030204" pitchFamily="34" charset="0"/>
                <a:cs typeface="Calibri" panose="020F0502020204030204" pitchFamily="34" charset="0"/>
              </a:rPr>
            </a:br>
            <a:r>
              <a:rPr lang="de-DE" altLang="de-DE" sz="1800" dirty="0">
                <a:latin typeface="Calibri" panose="020F0502020204030204" pitchFamily="34" charset="0"/>
                <a:cs typeface="Calibri" panose="020F0502020204030204" pitchFamily="34" charset="0"/>
              </a:rPr>
              <a:t>	</a:t>
            </a:r>
            <a:r>
              <a:rPr lang="de-DE" altLang="de-DE" sz="1800" b="1" dirty="0" err="1">
                <a:latin typeface="Courier New" panose="02070309020205020404" pitchFamily="49" charset="0"/>
                <a:cs typeface="Courier New" panose="02070309020205020404" pitchFamily="49" charset="0"/>
              </a:rPr>
              <a:t>void</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funktion</a:t>
            </a:r>
            <a:r>
              <a:rPr lang="de-DE" altLang="de-DE" sz="1800" b="1" dirty="0">
                <a:latin typeface="Courier New" panose="02070309020205020404" pitchFamily="49" charset="0"/>
                <a:cs typeface="Courier New" panose="02070309020205020404" pitchFamily="49" charset="0"/>
              </a:rPr>
              <a:t>(){...}</a:t>
            </a:r>
          </a:p>
          <a:p>
            <a:pPr eaLnBrk="1" hangingPunct="1">
              <a:spcBef>
                <a:spcPct val="0"/>
              </a:spcBef>
            </a:pPr>
            <a:endParaRPr lang="de-DE" altLang="de-DE" sz="1800" dirty="0">
              <a:latin typeface="Calibri" panose="020F0502020204030204" pitchFamily="34" charset="0"/>
              <a:cs typeface="Calibri" panose="020F0502020204030204" pitchFamily="34" charset="0"/>
            </a:endParaRPr>
          </a:p>
          <a:p>
            <a:pPr eaLnBrk="1" hangingPunct="1">
              <a:spcBef>
                <a:spcPct val="0"/>
              </a:spcBef>
            </a:pPr>
            <a:r>
              <a:rPr lang="de-DE" altLang="de-DE" sz="1800" dirty="0">
                <a:latin typeface="Calibri" panose="020F0502020204030204" pitchFamily="34" charset="0"/>
                <a:cs typeface="Calibri" panose="020F0502020204030204" pitchFamily="34" charset="0"/>
              </a:rPr>
              <a:t> mit Eingabegröße (</a:t>
            </a:r>
            <a:r>
              <a:rPr lang="de-DE" altLang="de-DE" sz="1800" dirty="0" err="1">
                <a:latin typeface="Calibri" panose="020F0502020204030204" pitchFamily="34" charset="0"/>
                <a:cs typeface="Calibri" panose="020F0502020204030204" pitchFamily="34" charset="0"/>
              </a:rPr>
              <a:t>call</a:t>
            </a:r>
            <a:r>
              <a:rPr lang="de-DE" altLang="de-DE" sz="1800" dirty="0">
                <a:latin typeface="Calibri" panose="020F0502020204030204" pitchFamily="34" charset="0"/>
                <a:cs typeface="Calibri" panose="020F0502020204030204" pitchFamily="34" charset="0"/>
              </a:rPr>
              <a:t> </a:t>
            </a:r>
            <a:r>
              <a:rPr lang="de-DE" altLang="de-DE" sz="1800" dirty="0" err="1">
                <a:latin typeface="Calibri" panose="020F0502020204030204" pitchFamily="34" charset="0"/>
                <a:cs typeface="Calibri" panose="020F0502020204030204" pitchFamily="34" charset="0"/>
              </a:rPr>
              <a:t>by</a:t>
            </a:r>
            <a:r>
              <a:rPr lang="de-DE" altLang="de-DE" sz="1800" dirty="0">
                <a:latin typeface="Calibri" panose="020F0502020204030204" pitchFamily="34" charset="0"/>
                <a:cs typeface="Calibri" panose="020F0502020204030204" pitchFamily="34" charset="0"/>
              </a:rPr>
              <a:t> </a:t>
            </a:r>
            <a:r>
              <a:rPr lang="de-DE" altLang="de-DE" sz="1800" dirty="0" err="1">
                <a:latin typeface="Calibri" panose="020F0502020204030204" pitchFamily="34" charset="0"/>
                <a:cs typeface="Calibri" panose="020F0502020204030204" pitchFamily="34" charset="0"/>
              </a:rPr>
              <a:t>value</a:t>
            </a:r>
            <a:r>
              <a:rPr lang="de-DE" altLang="de-DE" sz="1800" dirty="0">
                <a:latin typeface="Calibri" panose="020F0502020204030204" pitchFamily="34" charset="0"/>
                <a:cs typeface="Calibri" panose="020F0502020204030204" pitchFamily="34" charset="0"/>
              </a:rPr>
              <a:t>) und ohne Rückgabe: </a:t>
            </a:r>
            <a:br>
              <a:rPr lang="de-DE" altLang="de-DE" sz="1800" dirty="0">
                <a:latin typeface="Calibri" panose="020F0502020204030204" pitchFamily="34" charset="0"/>
                <a:cs typeface="Calibri" panose="020F0502020204030204" pitchFamily="34" charset="0"/>
              </a:rPr>
            </a:br>
            <a:r>
              <a:rPr lang="de-DE" altLang="de-DE" sz="1800" dirty="0">
                <a:latin typeface="Calibri" panose="020F0502020204030204" pitchFamily="34" charset="0"/>
                <a:cs typeface="Calibri" panose="020F0502020204030204" pitchFamily="34" charset="0"/>
              </a:rPr>
              <a:t>	</a:t>
            </a:r>
            <a:r>
              <a:rPr lang="de-DE" altLang="de-DE" sz="1800" b="1" dirty="0" err="1">
                <a:latin typeface="Courier New" panose="02070309020205020404" pitchFamily="49" charset="0"/>
                <a:cs typeface="Courier New" panose="02070309020205020404" pitchFamily="49" charset="0"/>
              </a:rPr>
              <a:t>void</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funktion</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int</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eingabe</a:t>
            </a:r>
            <a:r>
              <a:rPr lang="de-DE" altLang="de-DE" sz="1800" b="1" dirty="0">
                <a:latin typeface="Courier New" panose="02070309020205020404" pitchFamily="49" charset="0"/>
                <a:cs typeface="Courier New" panose="02070309020205020404" pitchFamily="49" charset="0"/>
              </a:rPr>
              <a:t>){...}</a:t>
            </a:r>
          </a:p>
          <a:p>
            <a:pPr eaLnBrk="1" hangingPunct="1">
              <a:spcBef>
                <a:spcPct val="0"/>
              </a:spcBef>
            </a:pPr>
            <a:endParaRPr lang="de-DE" altLang="de-DE" sz="1800" dirty="0">
              <a:latin typeface="Calibri" panose="020F0502020204030204" pitchFamily="34" charset="0"/>
              <a:cs typeface="Calibri" panose="020F0502020204030204" pitchFamily="34" charset="0"/>
            </a:endParaRPr>
          </a:p>
          <a:p>
            <a:pPr eaLnBrk="1" hangingPunct="1">
              <a:spcBef>
                <a:spcPct val="0"/>
              </a:spcBef>
            </a:pPr>
            <a:r>
              <a:rPr lang="de-DE" altLang="de-DE" sz="1800" dirty="0">
                <a:latin typeface="Calibri" panose="020F0502020204030204" pitchFamily="34" charset="0"/>
                <a:cs typeface="Calibri" panose="020F0502020204030204" pitchFamily="34" charset="0"/>
              </a:rPr>
              <a:t> ohne Eingabegrößen und mit Rückgabe: </a:t>
            </a:r>
            <a:br>
              <a:rPr lang="de-DE" altLang="de-DE" sz="1800" dirty="0">
                <a:latin typeface="Calibri" panose="020F0502020204030204" pitchFamily="34" charset="0"/>
                <a:cs typeface="Calibri" panose="020F0502020204030204" pitchFamily="34" charset="0"/>
              </a:rPr>
            </a:br>
            <a:r>
              <a:rPr lang="de-DE" altLang="de-DE" sz="1800" dirty="0">
                <a:latin typeface="Calibri" panose="020F0502020204030204" pitchFamily="34" charset="0"/>
                <a:cs typeface="Calibri" panose="020F0502020204030204" pitchFamily="34" charset="0"/>
              </a:rPr>
              <a:t>	</a:t>
            </a:r>
            <a:r>
              <a:rPr lang="de-DE" altLang="de-DE" sz="1800" b="1" dirty="0" err="1">
                <a:latin typeface="Courier New" panose="02070309020205020404" pitchFamily="49" charset="0"/>
                <a:cs typeface="Courier New" panose="02070309020205020404" pitchFamily="49" charset="0"/>
              </a:rPr>
              <a:t>int</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funktion</a:t>
            </a:r>
            <a:r>
              <a:rPr lang="de-DE" altLang="de-DE" sz="1800" b="1" dirty="0">
                <a:latin typeface="Courier New" panose="02070309020205020404" pitchFamily="49" charset="0"/>
                <a:cs typeface="Courier New" panose="02070309020205020404" pitchFamily="49" charset="0"/>
              </a:rPr>
              <a:t>(){...}</a:t>
            </a:r>
          </a:p>
          <a:p>
            <a:pPr eaLnBrk="1" hangingPunct="1">
              <a:spcBef>
                <a:spcPct val="0"/>
              </a:spcBef>
            </a:pPr>
            <a:endParaRPr lang="de-DE" altLang="de-DE" sz="1800" dirty="0">
              <a:latin typeface="Calibri" panose="020F0502020204030204" pitchFamily="34" charset="0"/>
              <a:cs typeface="Calibri" panose="020F0502020204030204" pitchFamily="34" charset="0"/>
            </a:endParaRPr>
          </a:p>
          <a:p>
            <a:pPr eaLnBrk="1" hangingPunct="1">
              <a:spcBef>
                <a:spcPct val="0"/>
              </a:spcBef>
            </a:pPr>
            <a:r>
              <a:rPr lang="de-DE" altLang="de-DE" sz="1800" dirty="0">
                <a:latin typeface="Calibri" panose="020F0502020204030204" pitchFamily="34" charset="0"/>
                <a:cs typeface="Calibri" panose="020F0502020204030204" pitchFamily="34" charset="0"/>
              </a:rPr>
              <a:t> mit Feld als Eingabegröße (</a:t>
            </a:r>
            <a:r>
              <a:rPr lang="de-DE" altLang="de-DE" sz="1800" dirty="0" err="1">
                <a:latin typeface="Calibri" panose="020F0502020204030204" pitchFamily="34" charset="0"/>
                <a:cs typeface="Calibri" panose="020F0502020204030204" pitchFamily="34" charset="0"/>
              </a:rPr>
              <a:t>call</a:t>
            </a:r>
            <a:r>
              <a:rPr lang="de-DE" altLang="de-DE" sz="1800" dirty="0">
                <a:latin typeface="Calibri" panose="020F0502020204030204" pitchFamily="34" charset="0"/>
                <a:cs typeface="Calibri" panose="020F0502020204030204" pitchFamily="34" charset="0"/>
              </a:rPr>
              <a:t> </a:t>
            </a:r>
            <a:r>
              <a:rPr lang="de-DE" altLang="de-DE" sz="1800" dirty="0" err="1">
                <a:latin typeface="Calibri" panose="020F0502020204030204" pitchFamily="34" charset="0"/>
                <a:cs typeface="Calibri" panose="020F0502020204030204" pitchFamily="34" charset="0"/>
              </a:rPr>
              <a:t>by</a:t>
            </a:r>
            <a:r>
              <a:rPr lang="de-DE" altLang="de-DE" sz="1800" dirty="0">
                <a:latin typeface="Calibri" panose="020F0502020204030204" pitchFamily="34" charset="0"/>
                <a:cs typeface="Calibri" panose="020F0502020204030204" pitchFamily="34" charset="0"/>
              </a:rPr>
              <a:t> </a:t>
            </a:r>
            <a:r>
              <a:rPr lang="de-DE" altLang="de-DE" sz="1800" dirty="0" err="1">
                <a:latin typeface="Calibri" panose="020F0502020204030204" pitchFamily="34" charset="0"/>
                <a:cs typeface="Calibri" panose="020F0502020204030204" pitchFamily="34" charset="0"/>
              </a:rPr>
              <a:t>reference</a:t>
            </a:r>
            <a:r>
              <a:rPr lang="de-DE" altLang="de-DE" sz="1800" dirty="0">
                <a:latin typeface="Calibri" panose="020F0502020204030204" pitchFamily="34" charset="0"/>
                <a:cs typeface="Calibri" panose="020F0502020204030204" pitchFamily="34" charset="0"/>
              </a:rPr>
              <a:t>) und ohne Rückgabe: </a:t>
            </a:r>
            <a:br>
              <a:rPr lang="de-DE" altLang="de-DE" sz="1800" dirty="0">
                <a:latin typeface="Calibri" panose="020F0502020204030204" pitchFamily="34" charset="0"/>
                <a:cs typeface="Calibri" panose="020F0502020204030204" pitchFamily="34" charset="0"/>
              </a:rPr>
            </a:br>
            <a:r>
              <a:rPr lang="de-DE" altLang="de-DE" sz="1800" dirty="0">
                <a:latin typeface="Calibri" panose="020F0502020204030204" pitchFamily="34" charset="0"/>
                <a:cs typeface="Calibri" panose="020F0502020204030204" pitchFamily="34" charset="0"/>
              </a:rPr>
              <a:t>	</a:t>
            </a:r>
            <a:r>
              <a:rPr lang="de-DE" altLang="de-DE" sz="1800" b="1" dirty="0" err="1">
                <a:latin typeface="Courier New" panose="02070309020205020404" pitchFamily="49" charset="0"/>
                <a:cs typeface="Courier New" panose="02070309020205020404" pitchFamily="49" charset="0"/>
              </a:rPr>
              <a:t>void</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funktion</a:t>
            </a:r>
            <a:r>
              <a:rPr lang="de-DE" altLang="de-DE" sz="1800" b="1" dirty="0">
                <a:latin typeface="Courier New" panose="02070309020205020404" pitchFamily="49" charset="0"/>
                <a:cs typeface="Courier New" panose="02070309020205020404" pitchFamily="49" charset="0"/>
              </a:rPr>
              <a:t>(</a:t>
            </a:r>
            <a:r>
              <a:rPr lang="de-DE" altLang="de-DE" sz="1800" b="1" dirty="0" err="1">
                <a:latin typeface="Courier New" panose="02070309020205020404" pitchFamily="49" charset="0"/>
                <a:cs typeface="Courier New" panose="02070309020205020404" pitchFamily="49" charset="0"/>
              </a:rPr>
              <a:t>int</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feld</a:t>
            </a:r>
            <a:r>
              <a:rPr lang="de-DE" altLang="de-DE" sz="1800" b="1" dirty="0">
                <a:latin typeface="Courier New" panose="02070309020205020404" pitchFamily="49" charset="0"/>
                <a:cs typeface="Courier New" panose="02070309020205020404" pitchFamily="49" charset="0"/>
              </a:rPr>
              <a:t>[5]){...}</a:t>
            </a:r>
          </a:p>
          <a:p>
            <a:pPr eaLnBrk="1" hangingPunct="1">
              <a:spcBef>
                <a:spcPct val="0"/>
              </a:spcBef>
            </a:pPr>
            <a:endParaRPr lang="de-DE" altLang="de-DE" sz="1800" dirty="0">
              <a:latin typeface="Calibri" panose="020F0502020204030204" pitchFamily="34" charset="0"/>
              <a:cs typeface="Calibri" panose="020F0502020204030204" pitchFamily="34" charset="0"/>
            </a:endParaRPr>
          </a:p>
          <a:p>
            <a:pPr eaLnBrk="1" hangingPunct="1">
              <a:spcBef>
                <a:spcPct val="0"/>
              </a:spcBef>
            </a:pPr>
            <a:r>
              <a:rPr lang="de-DE" altLang="de-DE" sz="1800" dirty="0">
                <a:latin typeface="Calibri" panose="020F0502020204030204" pitchFamily="34" charset="0"/>
                <a:cs typeface="Calibri" panose="020F0502020204030204" pitchFamily="34" charset="0"/>
              </a:rPr>
              <a:t> mit Zeiger als Eingabegröße (</a:t>
            </a:r>
            <a:r>
              <a:rPr lang="de-DE" altLang="de-DE" sz="1800" dirty="0" err="1">
                <a:latin typeface="Calibri" panose="020F0502020204030204" pitchFamily="34" charset="0"/>
                <a:cs typeface="Calibri" panose="020F0502020204030204" pitchFamily="34" charset="0"/>
              </a:rPr>
              <a:t>call</a:t>
            </a:r>
            <a:r>
              <a:rPr lang="de-DE" altLang="de-DE" sz="1800" dirty="0">
                <a:latin typeface="Calibri" panose="020F0502020204030204" pitchFamily="34" charset="0"/>
                <a:cs typeface="Calibri" panose="020F0502020204030204" pitchFamily="34" charset="0"/>
              </a:rPr>
              <a:t> </a:t>
            </a:r>
            <a:r>
              <a:rPr lang="de-DE" altLang="de-DE" sz="1800" dirty="0" err="1">
                <a:latin typeface="Calibri" panose="020F0502020204030204" pitchFamily="34" charset="0"/>
                <a:cs typeface="Calibri" panose="020F0502020204030204" pitchFamily="34" charset="0"/>
              </a:rPr>
              <a:t>by</a:t>
            </a:r>
            <a:r>
              <a:rPr lang="de-DE" altLang="de-DE" sz="1800" dirty="0">
                <a:latin typeface="Calibri" panose="020F0502020204030204" pitchFamily="34" charset="0"/>
                <a:cs typeface="Calibri" panose="020F0502020204030204" pitchFamily="34" charset="0"/>
              </a:rPr>
              <a:t> </a:t>
            </a:r>
            <a:r>
              <a:rPr lang="de-DE" altLang="de-DE" sz="1800" dirty="0" err="1">
                <a:latin typeface="Calibri" panose="020F0502020204030204" pitchFamily="34" charset="0"/>
                <a:cs typeface="Calibri" panose="020F0502020204030204" pitchFamily="34" charset="0"/>
              </a:rPr>
              <a:t>reference</a:t>
            </a:r>
            <a:r>
              <a:rPr lang="de-DE" altLang="de-DE" sz="1800" dirty="0">
                <a:latin typeface="Calibri" panose="020F0502020204030204" pitchFamily="34" charset="0"/>
                <a:cs typeface="Calibri" panose="020F0502020204030204" pitchFamily="34" charset="0"/>
              </a:rPr>
              <a:t>) und mit Rückgabe: </a:t>
            </a:r>
            <a:br>
              <a:rPr lang="de-DE" altLang="de-DE" sz="1800" dirty="0">
                <a:latin typeface="Calibri" panose="020F0502020204030204" pitchFamily="34" charset="0"/>
                <a:cs typeface="Calibri" panose="020F0502020204030204" pitchFamily="34" charset="0"/>
              </a:rPr>
            </a:br>
            <a:r>
              <a:rPr lang="de-DE" altLang="de-DE" sz="1800" dirty="0">
                <a:latin typeface="Calibri" panose="020F0502020204030204" pitchFamily="34" charset="0"/>
                <a:cs typeface="Calibri" panose="020F0502020204030204" pitchFamily="34" charset="0"/>
              </a:rPr>
              <a:t>	</a:t>
            </a:r>
            <a:r>
              <a:rPr lang="de-DE" altLang="de-DE" sz="1800" b="1" dirty="0" err="1">
                <a:latin typeface="Courier New" panose="02070309020205020404" pitchFamily="49" charset="0"/>
                <a:cs typeface="Courier New" panose="02070309020205020404" pitchFamily="49" charset="0"/>
              </a:rPr>
              <a:t>int</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funktion</a:t>
            </a:r>
            <a:r>
              <a:rPr lang="de-DE" altLang="de-DE" sz="1800" b="1" dirty="0">
                <a:latin typeface="Courier New" panose="02070309020205020404" pitchFamily="49" charset="0"/>
                <a:cs typeface="Courier New" panose="02070309020205020404" pitchFamily="49" charset="0"/>
              </a:rPr>
              <a:t> (</a:t>
            </a:r>
            <a:r>
              <a:rPr lang="de-DE" altLang="de-DE" sz="1800" b="1" dirty="0" err="1">
                <a:latin typeface="Courier New" panose="02070309020205020404" pitchFamily="49" charset="0"/>
                <a:cs typeface="Courier New" panose="02070309020205020404" pitchFamily="49" charset="0"/>
              </a:rPr>
              <a:t>int</a:t>
            </a:r>
            <a:r>
              <a:rPr lang="de-DE" altLang="de-DE" sz="1800" b="1" dirty="0">
                <a:latin typeface="Courier New" panose="02070309020205020404" pitchFamily="49" charset="0"/>
                <a:cs typeface="Courier New" panose="02070309020205020404" pitchFamily="49" charset="0"/>
              </a:rPr>
              <a:t> *p){...}</a:t>
            </a:r>
          </a:p>
          <a:p>
            <a:pPr eaLnBrk="1" hangingPunct="1">
              <a:spcBef>
                <a:spcPct val="0"/>
              </a:spcBef>
            </a:pPr>
            <a:endParaRPr lang="de-DE" altLang="de-DE" sz="1800" dirty="0">
              <a:latin typeface="Calibri" panose="020F0502020204030204" pitchFamily="34" charset="0"/>
              <a:cs typeface="Calibri" panose="020F0502020204030204" pitchFamily="34" charset="0"/>
            </a:endParaRPr>
          </a:p>
          <a:p>
            <a:pPr eaLnBrk="1" hangingPunct="1">
              <a:spcBef>
                <a:spcPct val="0"/>
              </a:spcBef>
            </a:pPr>
            <a:r>
              <a:rPr lang="de-DE" altLang="de-DE" sz="1800" dirty="0">
                <a:latin typeface="Calibri" panose="020F0502020204030204" pitchFamily="34" charset="0"/>
                <a:cs typeface="Calibri" panose="020F0502020204030204" pitchFamily="34" charset="0"/>
              </a:rPr>
              <a:t> mit Zeiger als Eingabegröße (</a:t>
            </a:r>
            <a:r>
              <a:rPr lang="de-DE" altLang="de-DE" sz="1800" dirty="0" err="1">
                <a:latin typeface="Calibri" panose="020F0502020204030204" pitchFamily="34" charset="0"/>
                <a:cs typeface="Calibri" panose="020F0502020204030204" pitchFamily="34" charset="0"/>
              </a:rPr>
              <a:t>call</a:t>
            </a:r>
            <a:r>
              <a:rPr lang="de-DE" altLang="de-DE" sz="1800" dirty="0">
                <a:latin typeface="Calibri" panose="020F0502020204030204" pitchFamily="34" charset="0"/>
                <a:cs typeface="Calibri" panose="020F0502020204030204" pitchFamily="34" charset="0"/>
              </a:rPr>
              <a:t> </a:t>
            </a:r>
            <a:r>
              <a:rPr lang="de-DE" altLang="de-DE" sz="1800" dirty="0" err="1">
                <a:latin typeface="Calibri" panose="020F0502020204030204" pitchFamily="34" charset="0"/>
                <a:cs typeface="Calibri" panose="020F0502020204030204" pitchFamily="34" charset="0"/>
              </a:rPr>
              <a:t>by</a:t>
            </a:r>
            <a:r>
              <a:rPr lang="de-DE" altLang="de-DE" sz="1800" dirty="0">
                <a:latin typeface="Calibri" panose="020F0502020204030204" pitchFamily="34" charset="0"/>
                <a:cs typeface="Calibri" panose="020F0502020204030204" pitchFamily="34" charset="0"/>
              </a:rPr>
              <a:t> </a:t>
            </a:r>
            <a:r>
              <a:rPr lang="de-DE" altLang="de-DE" sz="1800" dirty="0" err="1">
                <a:latin typeface="Calibri" panose="020F0502020204030204" pitchFamily="34" charset="0"/>
                <a:cs typeface="Calibri" panose="020F0502020204030204" pitchFamily="34" charset="0"/>
              </a:rPr>
              <a:t>reference</a:t>
            </a:r>
            <a:r>
              <a:rPr lang="de-DE" altLang="de-DE" sz="1800" dirty="0">
                <a:latin typeface="Calibri" panose="020F0502020204030204" pitchFamily="34" charset="0"/>
                <a:cs typeface="Calibri" panose="020F0502020204030204" pitchFamily="34" charset="0"/>
              </a:rPr>
              <a:t>) </a:t>
            </a:r>
            <a:r>
              <a:rPr lang="de-DE" altLang="de-DE" sz="1800">
                <a:latin typeface="Calibri" panose="020F0502020204030204" pitchFamily="34" charset="0"/>
                <a:cs typeface="Calibri" panose="020F0502020204030204" pitchFamily="34" charset="0"/>
              </a:rPr>
              <a:t>und mit Zeiger </a:t>
            </a:r>
            <a:r>
              <a:rPr lang="de-DE" altLang="de-DE" sz="1800" dirty="0">
                <a:latin typeface="Calibri" panose="020F0502020204030204" pitchFamily="34" charset="0"/>
                <a:cs typeface="Calibri" panose="020F0502020204030204" pitchFamily="34" charset="0"/>
              </a:rPr>
              <a:t>als Rückgabe: </a:t>
            </a:r>
            <a:br>
              <a:rPr lang="de-DE" altLang="de-DE" sz="1800" dirty="0">
                <a:latin typeface="Calibri" panose="020F0502020204030204" pitchFamily="34" charset="0"/>
                <a:cs typeface="Calibri" panose="020F0502020204030204" pitchFamily="34" charset="0"/>
              </a:rPr>
            </a:br>
            <a:r>
              <a:rPr lang="de-DE" altLang="de-DE" sz="1800" dirty="0">
                <a:latin typeface="Calibri" panose="020F0502020204030204" pitchFamily="34" charset="0"/>
                <a:cs typeface="Calibri" panose="020F0502020204030204" pitchFamily="34" charset="0"/>
              </a:rPr>
              <a:t>	</a:t>
            </a:r>
            <a:r>
              <a:rPr lang="de-DE" altLang="de-DE" sz="1800" b="1" dirty="0" err="1">
                <a:latin typeface="Courier New" panose="02070309020205020404" pitchFamily="49" charset="0"/>
                <a:cs typeface="Courier New" panose="02070309020205020404" pitchFamily="49" charset="0"/>
              </a:rPr>
              <a:t>int</a:t>
            </a:r>
            <a:r>
              <a:rPr lang="de-DE" altLang="de-DE" sz="1800" b="1" dirty="0">
                <a:latin typeface="Courier New" panose="02070309020205020404" pitchFamily="49" charset="0"/>
                <a:cs typeface="Courier New" panose="02070309020205020404" pitchFamily="49" charset="0"/>
              </a:rPr>
              <a:t> * </a:t>
            </a:r>
            <a:r>
              <a:rPr lang="de-DE" altLang="de-DE" sz="1800" b="1" dirty="0" err="1">
                <a:latin typeface="Courier New" panose="02070309020205020404" pitchFamily="49" charset="0"/>
                <a:cs typeface="Courier New" panose="02070309020205020404" pitchFamily="49" charset="0"/>
              </a:rPr>
              <a:t>funktion</a:t>
            </a:r>
            <a:r>
              <a:rPr lang="de-DE" altLang="de-DE" sz="1800" b="1" dirty="0">
                <a:latin typeface="Courier New" panose="02070309020205020404" pitchFamily="49" charset="0"/>
                <a:cs typeface="Courier New" panose="02070309020205020404" pitchFamily="49" charset="0"/>
              </a:rPr>
              <a:t>(</a:t>
            </a:r>
            <a:r>
              <a:rPr lang="de-DE" altLang="de-DE" sz="1800" b="1" dirty="0" err="1">
                <a:latin typeface="Courier New" panose="02070309020205020404" pitchFamily="49" charset="0"/>
                <a:cs typeface="Courier New" panose="02070309020205020404" pitchFamily="49" charset="0"/>
              </a:rPr>
              <a:t>int</a:t>
            </a:r>
            <a:r>
              <a:rPr lang="de-DE" altLang="de-DE" sz="1800" b="1" dirty="0">
                <a:latin typeface="Courier New" panose="02070309020205020404" pitchFamily="49" charset="0"/>
                <a:cs typeface="Courier New" panose="02070309020205020404" pitchFamily="49" charset="0"/>
              </a:rPr>
              <a:t> *p){...}</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Foliennummernplatzhalter 3">
            <a:extLst>
              <a:ext uri="{FF2B5EF4-FFF2-40B4-BE49-F238E27FC236}">
                <a16:creationId xmlns:a16="http://schemas.microsoft.com/office/drawing/2014/main" id="{30588CB8-CE5F-49B1-B09C-57719A98B87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a:spcBef>
                <a:spcPct val="0"/>
              </a:spcBef>
              <a:buFontTx/>
              <a:buNone/>
            </a:pPr>
            <a:fld id="{7796C3DF-57BA-4EBF-B454-D631A8CC12F6}" type="slidenum">
              <a:rPr lang="de-DE" altLang="de-DE" sz="1400" smtClean="0"/>
              <a:pPr>
                <a:spcBef>
                  <a:spcPct val="0"/>
                </a:spcBef>
                <a:buFontTx/>
                <a:buNone/>
              </a:pPr>
              <a:t>65</a:t>
            </a:fld>
            <a:endParaRPr lang="de-DE" altLang="de-DE" sz="1400"/>
          </a:p>
        </p:txBody>
      </p:sp>
      <p:sp>
        <p:nvSpPr>
          <p:cNvPr id="129027" name="Rectangle 2">
            <a:extLst>
              <a:ext uri="{FF2B5EF4-FFF2-40B4-BE49-F238E27FC236}">
                <a16:creationId xmlns:a16="http://schemas.microsoft.com/office/drawing/2014/main" id="{70C1DB2A-636D-4BFA-8637-3D6E3F9193FD}"/>
              </a:ext>
            </a:extLst>
          </p:cNvPr>
          <p:cNvSpPr>
            <a:spLocks noGrp="1" noChangeArrowheads="1"/>
          </p:cNvSpPr>
          <p:nvPr>
            <p:ph type="title"/>
          </p:nvPr>
        </p:nvSpPr>
        <p:spPr/>
        <p:txBody>
          <a:bodyPr/>
          <a:lstStyle/>
          <a:p>
            <a:pPr eaLnBrk="1" hangingPunct="1"/>
            <a:r>
              <a:rPr lang="de-DE" altLang="de-DE">
                <a:solidFill>
                  <a:schemeClr val="tx1"/>
                </a:solidFill>
              </a:rPr>
              <a:t>Literatur</a:t>
            </a:r>
          </a:p>
        </p:txBody>
      </p:sp>
      <p:sp>
        <p:nvSpPr>
          <p:cNvPr id="129028" name="Text Box 3">
            <a:extLst>
              <a:ext uri="{FF2B5EF4-FFF2-40B4-BE49-F238E27FC236}">
                <a16:creationId xmlns:a16="http://schemas.microsoft.com/office/drawing/2014/main" id="{AF319B9B-099A-47C3-BB34-07E7ABC05983}"/>
              </a:ext>
            </a:extLst>
          </p:cNvPr>
          <p:cNvSpPr txBox="1">
            <a:spLocks noChangeArrowheads="1"/>
          </p:cNvSpPr>
          <p:nvPr/>
        </p:nvSpPr>
        <p:spPr bwMode="auto">
          <a:xfrm>
            <a:off x="312738" y="1149350"/>
            <a:ext cx="85185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1600">
                <a:solidFill>
                  <a:schemeClr val="tx1"/>
                </a:solidFill>
                <a:latin typeface="Arial" panose="020B0604020202020204" pitchFamily="34" charset="0"/>
              </a:defRPr>
            </a:lvl1pPr>
            <a:lvl2pPr marL="742950" indent="-285750">
              <a:spcBef>
                <a:spcPct val="20000"/>
              </a:spcBef>
              <a:buChar char="–"/>
              <a:defRPr sz="1400">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Char char="–"/>
              <a:defRPr sz="1600">
                <a:solidFill>
                  <a:schemeClr val="tx1"/>
                </a:solidFill>
                <a:latin typeface="Arial" panose="020B0604020202020204" pitchFamily="34" charset="0"/>
              </a:defRPr>
            </a:lvl4pPr>
            <a:lvl5pPr marL="2057400" indent="-228600">
              <a:spcBef>
                <a:spcPct val="20000"/>
              </a:spcBef>
              <a:buChar char="»"/>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1600">
                <a:solidFill>
                  <a:schemeClr val="tx1"/>
                </a:solidFill>
                <a:latin typeface="Arial" panose="020B0604020202020204" pitchFamily="34" charset="0"/>
              </a:defRPr>
            </a:lvl9pPr>
          </a:lstStyle>
          <a:p>
            <a:pPr eaLnBrk="1" hangingPunct="1">
              <a:spcBef>
                <a:spcPct val="0"/>
              </a:spcBef>
            </a:pPr>
            <a:r>
              <a:rPr lang="de-DE" altLang="de-DE" sz="1800" dirty="0">
                <a:latin typeface="Calibri" panose="020F0502020204030204" pitchFamily="34" charset="0"/>
                <a:cs typeface="Calibri" panose="020F0502020204030204" pitchFamily="34" charset="0"/>
              </a:rPr>
              <a:t>D. Bär: „Schrödinger programmiert C++“, Galileo Computing, 2012</a:t>
            </a:r>
          </a:p>
          <a:p>
            <a:pPr eaLnBrk="1" hangingPunct="1">
              <a:spcBef>
                <a:spcPct val="0"/>
              </a:spcBef>
            </a:pPr>
            <a:r>
              <a:rPr lang="de-DE" altLang="de-DE" sz="1800" dirty="0">
                <a:latin typeface="Calibri" panose="020F0502020204030204" pitchFamily="34" charset="0"/>
                <a:cs typeface="Calibri" panose="020F0502020204030204" pitchFamily="34" charset="0"/>
              </a:rPr>
              <a:t>Jürgen Wolf: C von A bis Z - Das umfassende Handbuch, ISBN: 978-3-8362-1411-7</a:t>
            </a:r>
          </a:p>
        </p:txBody>
      </p:sp>
    </p:spTree>
  </p:cSld>
  <p:clrMapOvr>
    <a:masterClrMapping/>
  </p:clrMapOvr>
</p:sld>
</file>

<file path=ppt/theme/theme1.xml><?xml version="1.0" encoding="utf-8"?>
<a:theme xmlns:a="http://schemas.openxmlformats.org/drawingml/2006/main" name="Standarddesign">
  <a:themeElements>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tandard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5069</Words>
  <Application>Microsoft Office PowerPoint</Application>
  <PresentationFormat>Bildschirmpräsentation (4:3)</PresentationFormat>
  <Paragraphs>1132</Paragraphs>
  <Slides>65</Slides>
  <Notes>65</Notes>
  <HiddenSlides>0</HiddenSlides>
  <MMClips>0</MMClips>
  <ScaleCrop>false</ScaleCrop>
  <HeadingPairs>
    <vt:vector size="8" baseType="variant">
      <vt:variant>
        <vt:lpstr>Verwendete Schriftarten</vt:lpstr>
      </vt:variant>
      <vt:variant>
        <vt:i4>9</vt:i4>
      </vt:variant>
      <vt:variant>
        <vt:lpstr>Design</vt:lpstr>
      </vt:variant>
      <vt:variant>
        <vt:i4>1</vt:i4>
      </vt:variant>
      <vt:variant>
        <vt:lpstr>Eingebettete OLE-Server</vt:lpstr>
      </vt:variant>
      <vt:variant>
        <vt:i4>1</vt:i4>
      </vt:variant>
      <vt:variant>
        <vt:lpstr>Folientitel</vt:lpstr>
      </vt:variant>
      <vt:variant>
        <vt:i4>65</vt:i4>
      </vt:variant>
    </vt:vector>
  </HeadingPairs>
  <TitlesOfParts>
    <vt:vector size="76" baseType="lpstr">
      <vt:lpstr>Arial</vt:lpstr>
      <vt:lpstr>Arial Unicode MS</vt:lpstr>
      <vt:lpstr>Bitstream Vera Sans</vt:lpstr>
      <vt:lpstr>Calibri</vt:lpstr>
      <vt:lpstr>Courier New</vt:lpstr>
      <vt:lpstr>Frutiger 45 Light</vt:lpstr>
      <vt:lpstr>Roboto</vt:lpstr>
      <vt:lpstr>Times New Roman</vt:lpstr>
      <vt:lpstr>Wingdings</vt:lpstr>
      <vt:lpstr>Standarddesign</vt:lpstr>
      <vt:lpstr>Formel</vt:lpstr>
      <vt:lpstr>Informatik 2 </vt:lpstr>
      <vt:lpstr>Dr ing Dr ing Dr ing</vt:lpstr>
      <vt:lpstr>PowerPoint-Präsentation</vt:lpstr>
      <vt:lpstr>Das Marie Kondo Prinzip</vt:lpstr>
      <vt:lpstr>Informatik: 2 Semester für Ingenieure </vt:lpstr>
      <vt:lpstr>Design der Folien</vt:lpstr>
      <vt:lpstr>PowerPoint-Präsentation</vt:lpstr>
      <vt:lpstr>Zeiger auf Zeiger (Felder): Motivation für Zeiger auf Felder - Wörter sortieren</vt:lpstr>
      <vt:lpstr>PowerPoint-Präsentation</vt:lpstr>
      <vt:lpstr>Zeiger: Motivation - im Konzert</vt:lpstr>
      <vt:lpstr>1. Wiederholung: Zeiger (Pointer)</vt:lpstr>
      <vt:lpstr>1. Wiederholung Zeiger: * und &amp; Operator</vt:lpstr>
      <vt:lpstr>1. Wiederholung Felder</vt:lpstr>
      <vt:lpstr>PowerPoint-Präsentation</vt:lpstr>
      <vt:lpstr>2. Zusammenhang Felder und Zeiger</vt:lpstr>
      <vt:lpstr>2. Zusammenhang Felder und Zeiger</vt:lpstr>
      <vt:lpstr>2. Beispielprogramm </vt:lpstr>
      <vt:lpstr>PowerPoint-Präsentation</vt:lpstr>
      <vt:lpstr>3. Zweidimensionale Felder</vt:lpstr>
      <vt:lpstr>3. Zweidimensionale Felder: aufwändiger</vt:lpstr>
      <vt:lpstr>PowerPoint-Präsentation</vt:lpstr>
      <vt:lpstr>Zweidimensionale Felder: Übung </vt:lpstr>
      <vt:lpstr>3. Felder: Zusammenfassung</vt:lpstr>
      <vt:lpstr>PowerPoint-Präsentation</vt:lpstr>
      <vt:lpstr>4. Funktionen: Wiederholung</vt:lpstr>
      <vt:lpstr>4. Funktionen: Beispiel - Tausch mit Zeigern</vt:lpstr>
      <vt:lpstr>4. Funktionen: Call by Reference/ Call by Value </vt:lpstr>
      <vt:lpstr>Call by Reference: Übung (ohne Feldlösung)</vt:lpstr>
      <vt:lpstr>PowerPoint-Präsentation</vt:lpstr>
      <vt:lpstr>Call by Reference: Übung - Wechselgeld</vt:lpstr>
      <vt:lpstr>PowerPoint-Präsentation</vt:lpstr>
      <vt:lpstr>5. Funktionen und Felder: Übergabe</vt:lpstr>
      <vt:lpstr>5. Funktion mit Feld – eindimensionales Feld</vt:lpstr>
      <vt:lpstr>5. Funktion mit Feld – eindimensionales Feld</vt:lpstr>
      <vt:lpstr>5. Funktion mit Feld – mehrdimensionales Feld</vt:lpstr>
      <vt:lpstr>5. Funktion mit Feld – mehrdimensionales Feld</vt:lpstr>
      <vt:lpstr>Mehrdimensionale Felder: Übung</vt:lpstr>
      <vt:lpstr>5. Funktionen mit Zeiger als Rückgabewert</vt:lpstr>
      <vt:lpstr>PowerPoint-Präsentation</vt:lpstr>
      <vt:lpstr>PowerPoint-Präsentation</vt:lpstr>
      <vt:lpstr>Bemerkung: main-Funktion mit Eingabe</vt:lpstr>
      <vt:lpstr>PowerPoint-Präsentation</vt:lpstr>
      <vt:lpstr>6. Strings (Zeichenketten) und Char  (Zeichen)</vt:lpstr>
      <vt:lpstr>6. Eingabe eines Strings</vt:lpstr>
      <vt:lpstr>6. Bemerkung: Strings - Operationen der Bibliothek string.h</vt:lpstr>
      <vt:lpstr>6. Bemerkung: Strings – Beispiel mit strcmp()</vt:lpstr>
      <vt:lpstr>6. Bemerkung: Stringoperationen - Aufpassen</vt:lpstr>
      <vt:lpstr>6. Strings: Zusammenfassung</vt:lpstr>
      <vt:lpstr>PowerPoint-Präsentation</vt:lpstr>
      <vt:lpstr>7. Felder von Zeigern</vt:lpstr>
      <vt:lpstr>7. Felder von Zeigern: Beispiel</vt:lpstr>
      <vt:lpstr>7. Felder von Zeigern: größeres Beispiel</vt:lpstr>
      <vt:lpstr>7. Felder von Zeigern: Wofür? </vt:lpstr>
      <vt:lpstr>PowerPoint-Präsentation</vt:lpstr>
      <vt:lpstr>Hauptprogramm von damals (WiSe)</vt:lpstr>
      <vt:lpstr>PowerPoint-Präsentation</vt:lpstr>
      <vt:lpstr>PowerPoint-Präsentation</vt:lpstr>
      <vt:lpstr>PowerPoint-Präsentation</vt:lpstr>
      <vt:lpstr>Zeiger: Übung </vt:lpstr>
      <vt:lpstr>Zeiger auf Zeiger: Übung</vt:lpstr>
      <vt:lpstr>Zeiger: Übung</vt:lpstr>
      <vt:lpstr>Zeiger auf Zeiger speziell Strings: Übung</vt:lpstr>
      <vt:lpstr>Zeiger auf Zeiger speziell Strings: Übung</vt:lpstr>
      <vt:lpstr>Funktionen: Zusammenfassung</vt:lpstr>
      <vt:lpstr>Literatur</vt:lpstr>
    </vt:vector>
  </TitlesOfParts>
  <Company>FH Bonn-Rhein-Sieg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mlob3m</dc:creator>
  <cp:lastModifiedBy>Rothe, Irene</cp:lastModifiedBy>
  <cp:revision>387</cp:revision>
  <cp:lastPrinted>2016-04-04T14:37:41Z</cp:lastPrinted>
  <dcterms:created xsi:type="dcterms:W3CDTF">2006-10-02T14:27:44Z</dcterms:created>
  <dcterms:modified xsi:type="dcterms:W3CDTF">2026-07-01T09:23:31Z</dcterms:modified>
</cp:coreProperties>
</file>